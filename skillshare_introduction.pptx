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</p:sldMasterIdLst>
  <p:notesMasterIdLst>
    <p:notesMasterId r:id="rId48"/>
  </p:notesMasterIdLst>
  <p:sldIdLst>
    <p:sldId id="256" r:id="rId5"/>
    <p:sldId id="258" r:id="rId6"/>
    <p:sldId id="257" r:id="rId7"/>
    <p:sldId id="262" r:id="rId8"/>
    <p:sldId id="291" r:id="rId9"/>
    <p:sldId id="278" r:id="rId10"/>
    <p:sldId id="263" r:id="rId11"/>
    <p:sldId id="264" r:id="rId12"/>
    <p:sldId id="259" r:id="rId13"/>
    <p:sldId id="260" r:id="rId14"/>
    <p:sldId id="261" r:id="rId15"/>
    <p:sldId id="298" r:id="rId16"/>
    <p:sldId id="297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9" r:id="rId30"/>
    <p:sldId id="280" r:id="rId31"/>
    <p:sldId id="281" r:id="rId32"/>
    <p:sldId id="282" r:id="rId33"/>
    <p:sldId id="300" r:id="rId34"/>
    <p:sldId id="284" r:id="rId35"/>
    <p:sldId id="285" r:id="rId36"/>
    <p:sldId id="283" r:id="rId37"/>
    <p:sldId id="286" r:id="rId38"/>
    <p:sldId id="287" r:id="rId39"/>
    <p:sldId id="289" r:id="rId40"/>
    <p:sldId id="290" r:id="rId41"/>
    <p:sldId id="292" r:id="rId42"/>
    <p:sldId id="299" r:id="rId43"/>
    <p:sldId id="277" r:id="rId44"/>
    <p:sldId id="301" r:id="rId45"/>
    <p:sldId id="302" r:id="rId46"/>
    <p:sldId id="295" r:id="rId47"/>
  </p:sldIdLst>
  <p:sldSz cx="9144000" cy="5143500" type="screen16x9"/>
  <p:notesSz cx="6858000" cy="9144000"/>
  <p:embeddedFontLst>
    <p:embeddedFont>
      <p:font typeface="Barlow" pitchFamily="2" charset="77"/>
      <p:regular r:id="rId49"/>
      <p:bold r:id="rId50"/>
      <p:italic r:id="rId51"/>
      <p:boldItalic r:id="rId52"/>
    </p:embeddedFont>
    <p:embeddedFont>
      <p:font typeface="Barlow Light" panose="020F0302020204030204" pitchFamily="34" charset="0"/>
      <p:regular r:id="rId53"/>
      <p:bold r:id="rId54"/>
      <p:italic r:id="rId55"/>
      <p:boldItalic r:id="rId56"/>
    </p:embeddedFont>
    <p:embeddedFont>
      <p:font typeface="Barlow SemiBold" panose="020F0502020204030204" pitchFamily="34" charset="0"/>
      <p:regular r:id="rId57"/>
      <p:bold r:id="rId58"/>
      <p:italic r:id="rId59"/>
      <p:boldItalic r:id="rId60"/>
    </p:embeddedFon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Raleway" pitchFamily="2" charset="77"/>
      <p:regular r:id="rId65"/>
      <p:bold r:id="rId66"/>
      <p:italic r:id="rId67"/>
      <p:boldItalic r:id="rId68"/>
    </p:embeddedFont>
    <p:embeddedFont>
      <p:font typeface="Raleway Thin" panose="020F0302020204030204" pitchFamily="3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8652" autoAdjust="0"/>
  </p:normalViewPr>
  <p:slideViewPr>
    <p:cSldViewPr snapToGrid="0">
      <p:cViewPr varScale="1">
        <p:scale>
          <a:sx n="128" d="100"/>
          <a:sy n="128" d="100"/>
        </p:scale>
        <p:origin x="116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1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72" Type="http://schemas.openxmlformats.org/officeDocument/2006/relationships/font" Target="fonts/font2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Source or Version Control is a system that records changes to files over time so that you can recall specific versions later</a:t>
            </a:r>
          </a:p>
          <a:p>
            <a:r>
              <a:rPr lang="en-US" sz="2400" dirty="0"/>
              <a:t>GitHub brings teams together to work through problems, move ideas forward, and learn from each other along the way.</a:t>
            </a:r>
          </a:p>
          <a:p>
            <a:r>
              <a:rPr lang="en-US" sz="2400" dirty="0"/>
              <a:t>Allows you to:</a:t>
            </a:r>
          </a:p>
          <a:p>
            <a:pPr lvl="1"/>
            <a:r>
              <a:rPr lang="en-US" sz="2400" dirty="0"/>
              <a:t>Track Changes to your project</a:t>
            </a:r>
          </a:p>
          <a:p>
            <a:pPr lvl="1"/>
            <a:r>
              <a:rPr lang="en-US" sz="2400" dirty="0"/>
              <a:t>Collaborate with a team member </a:t>
            </a:r>
          </a:p>
          <a:p>
            <a:pPr lvl="1"/>
            <a:r>
              <a:rPr lang="en-US" sz="2400" dirty="0"/>
              <a:t>Centrally host your code for your team</a:t>
            </a:r>
          </a:p>
          <a:p>
            <a:pPr lvl="1"/>
            <a:r>
              <a:rPr lang="en-US" sz="2400" dirty="0"/>
              <a:t>Manage project documentation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Learn .NET Core and </a:t>
            </a:r>
            <a:r>
              <a:rPr lang="en-US" dirty="0" err="1"/>
              <a:t>Blazor</a:t>
            </a:r>
            <a:r>
              <a:rPr lang="en-US" dirty="0"/>
              <a:t> as opposed to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0310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449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7" name="Google Shape;2227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c620bbb0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c620bbb0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c620bbb03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c620bbb03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c620bbb036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c620bbb036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5071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c620bbb03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c620bbb03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c620bbb036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c620bbb036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gc620bbb036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9" name="Google Shape;2349;gc620bbb036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gc620bbb036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9" name="Google Shape;2389;gc620bbb036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c620bbb036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9" name="Google Shape;2429;gc620bbb036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gc620bbb036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9" name="Google Shape;2519;gc620bbb036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70b9f856d4_0_3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6" name="Google Shape;3816;g70b9f856d4_0_3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8178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3140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8645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6" name="Google Shape;5446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7" name="Google Shape;5447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marL="4114800" lvl="8" indent="-431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 b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8600" b="1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extra-free-resources-icons-and-maps/?utm_source=templat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?utm_source=templat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unsplash.com/&amp;utm_source=slidescarnival" TargetMode="External"/><Relationship Id="rId4" Type="http://schemas.openxmlformats.org/officeDocument/2006/relationships/hyperlink" Target="https://isometric.onlin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raleway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ontsquirrel.com/fonts/barlow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isometric.online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sometric.online/license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nholuong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github.com/nholuongut/nholuo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812411" y="1863600"/>
            <a:ext cx="7859519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/>
              <a:t>Azure DevOps - Getting Started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HELLO!</a:t>
            </a:r>
            <a:endParaRPr sz="7200"/>
          </a:p>
        </p:txBody>
      </p:sp>
      <p:sp>
        <p:nvSpPr>
          <p:cNvPr id="380" name="Google Shape;380;p14"/>
          <p:cNvSpPr txBox="1">
            <a:spLocks noGrp="1"/>
          </p:cNvSpPr>
          <p:nvPr>
            <p:ph type="subTitle" idx="4294967295"/>
          </p:nvPr>
        </p:nvSpPr>
        <p:spPr>
          <a:xfrm>
            <a:off x="685800" y="2021059"/>
            <a:ext cx="4343700" cy="19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 am </a:t>
            </a:r>
            <a:r>
              <a:rPr lang="en-US" sz="2800" b="1" dirty="0" err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Nho</a:t>
            </a:r>
            <a:r>
              <a:rPr lang="en-US" sz="28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 Luong</a:t>
            </a:r>
            <a:endParaRPr sz="2800" b="1" dirty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0" i="0" dirty="0">
                <a:effectLst/>
                <a:latin typeface="-apple-system"/>
              </a:rPr>
              <a:t>DevOps Engineer Lead </a:t>
            </a:r>
            <a:endParaRPr sz="2800" b="1" dirty="0"/>
          </a:p>
        </p:txBody>
      </p:sp>
      <p:sp>
        <p:nvSpPr>
          <p:cNvPr id="381" name="Google Shape;381;p1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Objectives</a:t>
            </a:r>
            <a:endParaRPr dirty="0"/>
          </a:p>
        </p:txBody>
      </p:sp>
      <p:sp>
        <p:nvSpPr>
          <p:cNvPr id="344" name="Google Shape;344;p13"/>
          <p:cNvSpPr txBox="1">
            <a:spLocks noGrp="1"/>
          </p:cNvSpPr>
          <p:nvPr>
            <p:ph type="body" idx="2"/>
          </p:nvPr>
        </p:nvSpPr>
        <p:spPr>
          <a:xfrm>
            <a:off x="4705749" y="1866703"/>
            <a:ext cx="3973856" cy="28429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Learn Development Tools</a:t>
            </a:r>
            <a:endParaRPr dirty="0"/>
          </a:p>
          <a:p>
            <a:r>
              <a:rPr lang="en-US" sz="1600" dirty="0"/>
              <a:t>Learn How To Use:</a:t>
            </a:r>
          </a:p>
          <a:p>
            <a:pPr lvl="1"/>
            <a:r>
              <a:rPr lang="en-US" sz="1600" dirty="0"/>
              <a:t>Git</a:t>
            </a:r>
          </a:p>
          <a:p>
            <a:pPr lvl="1"/>
            <a:r>
              <a:rPr lang="en-US" sz="1600" dirty="0"/>
              <a:t>Build Pipelines</a:t>
            </a:r>
          </a:p>
          <a:p>
            <a:pPr lvl="1"/>
            <a:r>
              <a:rPr lang="en-US" sz="1600" dirty="0"/>
              <a:t>Release Pipelines</a:t>
            </a:r>
          </a:p>
          <a:p>
            <a:pPr lvl="1"/>
            <a:r>
              <a:rPr lang="en-US" sz="1600" dirty="0"/>
              <a:t>Tools and Dashboards</a:t>
            </a:r>
          </a:p>
          <a:p>
            <a:endParaRPr lang="en-US" sz="1600" b="1" dirty="0"/>
          </a:p>
        </p:txBody>
      </p:sp>
      <p:sp>
        <p:nvSpPr>
          <p:cNvPr id="345" name="Google Shape;345;p13"/>
          <p:cNvSpPr txBox="1">
            <a:spLocks noGrp="1"/>
          </p:cNvSpPr>
          <p:nvPr>
            <p:ph type="body" idx="1"/>
          </p:nvPr>
        </p:nvSpPr>
        <p:spPr>
          <a:xfrm>
            <a:off x="432307" y="1531347"/>
            <a:ext cx="4044008" cy="271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Understand Azure DevOps</a:t>
            </a:r>
            <a:endParaRPr dirty="0"/>
          </a:p>
          <a:p>
            <a:r>
              <a:rPr lang="en-US" sz="1600" dirty="0"/>
              <a:t>Learn How To </a:t>
            </a:r>
          </a:p>
          <a:p>
            <a:pPr lvl="1"/>
            <a:r>
              <a:rPr lang="en-US" sz="1600" dirty="0"/>
              <a:t>Setup Azure DevOps Organization</a:t>
            </a:r>
          </a:p>
          <a:p>
            <a:pPr lvl="1"/>
            <a:r>
              <a:rPr lang="en-US" sz="1600" dirty="0"/>
              <a:t>Setup Git Repositories</a:t>
            </a:r>
          </a:p>
          <a:p>
            <a:pPr lvl="1"/>
            <a:r>
              <a:rPr lang="en-US" sz="1600" dirty="0"/>
              <a:t>Develop Work Items</a:t>
            </a:r>
          </a:p>
          <a:p>
            <a:pPr lvl="1"/>
            <a:r>
              <a:rPr lang="en-US" sz="1600" dirty="0"/>
              <a:t>Develop Test Plans</a:t>
            </a:r>
          </a:p>
          <a:p>
            <a:pPr lvl="1"/>
            <a:r>
              <a:rPr lang="en-US" sz="1600" dirty="0"/>
              <a:t>Manage Sprints and Tasks</a:t>
            </a:r>
          </a:p>
        </p:txBody>
      </p:sp>
      <p:sp>
        <p:nvSpPr>
          <p:cNvPr id="347" name="Google Shape;347;p1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348" name="Google Shape;348;p13"/>
          <p:cNvGrpSpPr/>
          <p:nvPr/>
        </p:nvGrpSpPr>
        <p:grpSpPr>
          <a:xfrm>
            <a:off x="6056647" y="380988"/>
            <a:ext cx="2706354" cy="1604434"/>
            <a:chOff x="6986665" y="3298709"/>
            <a:chExt cx="1817809" cy="1077669"/>
          </a:xfrm>
        </p:grpSpPr>
        <p:sp>
          <p:nvSpPr>
            <p:cNvPr id="349" name="Google Shape;349;p13"/>
            <p:cNvSpPr/>
            <p:nvPr/>
          </p:nvSpPr>
          <p:spPr>
            <a:xfrm>
              <a:off x="6986665" y="3342725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7014156" y="3327342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7014156" y="3298709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7976493" y="3396565"/>
              <a:ext cx="664692" cy="383742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7912754" y="3450709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7863331" y="3479190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7813984" y="3507747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7451727" y="3699575"/>
              <a:ext cx="664616" cy="38374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7387988" y="3753643"/>
              <a:ext cx="593293" cy="342595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7338565" y="3782200"/>
              <a:ext cx="582091" cy="33604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7289218" y="3810681"/>
              <a:ext cx="496671" cy="286816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7582329" y="3561435"/>
              <a:ext cx="337413" cy="194766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7800200" y="3687162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8018073" y="3812966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7794459" y="3551002"/>
              <a:ext cx="540846" cy="312343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7824798" y="3491907"/>
              <a:ext cx="470058" cy="181410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7794490" y="3623727"/>
              <a:ext cx="41071" cy="82677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8298847" y="3624184"/>
              <a:ext cx="36118" cy="82219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7842237" y="3535238"/>
              <a:ext cx="450190" cy="25984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7815050" y="3673683"/>
              <a:ext cx="491790" cy="17643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7794490" y="3472184"/>
              <a:ext cx="540791" cy="312391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7752377" y="3752957"/>
              <a:ext cx="148970" cy="86030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7787483" y="3773138"/>
              <a:ext cx="113842" cy="106298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7465892" y="3799784"/>
              <a:ext cx="345033" cy="254286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8"/>
          <p:cNvSpPr txBox="1">
            <a:spLocks noGrp="1"/>
          </p:cNvSpPr>
          <p:nvPr>
            <p:ph type="ctrTitle" idx="4294967295"/>
          </p:nvPr>
        </p:nvSpPr>
        <p:spPr>
          <a:xfrm>
            <a:off x="210000" y="171237"/>
            <a:ext cx="6547858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1"/>
                </a:solidFill>
              </a:rPr>
              <a:t>Azure DevOps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742" name="Google Shape;742;p18"/>
          <p:cNvSpPr txBox="1">
            <a:spLocks noGrp="1"/>
          </p:cNvSpPr>
          <p:nvPr>
            <p:ph type="subTitle" idx="4294967295"/>
          </p:nvPr>
        </p:nvSpPr>
        <p:spPr>
          <a:xfrm>
            <a:off x="172754" y="1458772"/>
            <a:ext cx="479621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Azure DevOps provides developer services for allowing teams to plan work, collaborate on code development, and build and deploy applications. </a:t>
            </a:r>
          </a:p>
          <a:p>
            <a:r>
              <a:rPr lang="en-US" dirty="0"/>
              <a:t>Azure DevOps supports a collaborative culture and set of processes that bring together developers, project managers, and contributors to develop software.</a:t>
            </a:r>
          </a:p>
        </p:txBody>
      </p:sp>
      <p:sp>
        <p:nvSpPr>
          <p:cNvPr id="743" name="Google Shape;743;p1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744" name="Google Shape;744;p18"/>
          <p:cNvGrpSpPr/>
          <p:nvPr/>
        </p:nvGrpSpPr>
        <p:grpSpPr>
          <a:xfrm>
            <a:off x="5038937" y="624256"/>
            <a:ext cx="3428994" cy="3803332"/>
            <a:chOff x="2152750" y="190500"/>
            <a:chExt cx="4293756" cy="4762499"/>
          </a:xfrm>
        </p:grpSpPr>
        <p:sp>
          <p:nvSpPr>
            <p:cNvPr id="745" name="Google Shape;745;p18"/>
            <p:cNvSpPr/>
            <p:nvPr/>
          </p:nvSpPr>
          <p:spPr>
            <a:xfrm>
              <a:off x="2152750" y="2957607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2318956" y="3109336"/>
              <a:ext cx="225716" cy="175248"/>
            </a:xfrm>
            <a:custGeom>
              <a:avLst/>
              <a:gdLst/>
              <a:ahLst/>
              <a:cxnLst/>
              <a:rect l="l" t="t" r="r" b="b"/>
              <a:pathLst>
                <a:path w="225716" h="175248" extrusionOk="0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2319304" y="3166967"/>
              <a:ext cx="224715" cy="117585"/>
            </a:xfrm>
            <a:custGeom>
              <a:avLst/>
              <a:gdLst/>
              <a:ahLst/>
              <a:cxnLst/>
              <a:rect l="l" t="t" r="r" b="b"/>
              <a:pathLst>
                <a:path w="224715" h="117585" extrusionOk="0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2550431" y="3021675"/>
              <a:ext cx="225586" cy="168802"/>
            </a:xfrm>
            <a:custGeom>
              <a:avLst/>
              <a:gdLst/>
              <a:ahLst/>
              <a:cxnLst/>
              <a:rect l="l" t="t" r="r" b="b"/>
              <a:pathLst>
                <a:path w="225586" h="168802" extrusionOk="0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2551534" y="3076575"/>
              <a:ext cx="224758" cy="117584"/>
            </a:xfrm>
            <a:custGeom>
              <a:avLst/>
              <a:gdLst/>
              <a:ahLst/>
              <a:cxnLst/>
              <a:rect l="l" t="t" r="r" b="b"/>
              <a:pathLst>
                <a:path w="224758" h="117584" extrusionOk="0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2330724" y="2010537"/>
              <a:ext cx="387976" cy="1115665"/>
            </a:xfrm>
            <a:custGeom>
              <a:avLst/>
              <a:gdLst/>
              <a:ahLst/>
              <a:cxnLst/>
              <a:rect l="l" t="t" r="r" b="b"/>
              <a:pathLst>
                <a:path w="387976" h="1115665" extrusionOk="0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2382705" y="1314450"/>
              <a:ext cx="248692" cy="242377"/>
            </a:xfrm>
            <a:custGeom>
              <a:avLst/>
              <a:gdLst/>
              <a:ahLst/>
              <a:cxnLst/>
              <a:rect l="l" t="t" r="r" b="b"/>
              <a:pathLst>
                <a:path w="248692" h="242377" extrusionOk="0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2671394" y="1371981"/>
              <a:ext cx="353519" cy="695039"/>
            </a:xfrm>
            <a:custGeom>
              <a:avLst/>
              <a:gdLst/>
              <a:ahLst/>
              <a:cxnLst/>
              <a:rect l="l" t="t" r="r" b="b"/>
              <a:pathLst>
                <a:path w="353519" h="695039" extrusionOk="0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2315965" y="1348763"/>
              <a:ext cx="403432" cy="814679"/>
            </a:xfrm>
            <a:custGeom>
              <a:avLst/>
              <a:gdLst/>
              <a:ahLst/>
              <a:cxnLst/>
              <a:rect l="l" t="t" r="r" b="b"/>
              <a:pathLst>
                <a:path w="403432" h="814679" extrusionOk="0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2373403" y="1062776"/>
              <a:ext cx="268166" cy="327122"/>
            </a:xfrm>
            <a:custGeom>
              <a:avLst/>
              <a:gdLst/>
              <a:ahLst/>
              <a:cxnLst/>
              <a:rect l="l" t="t" r="r" b="b"/>
              <a:pathLst>
                <a:path w="268166" h="327122" extrusionOk="0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2348404" y="1033740"/>
              <a:ext cx="282986" cy="280709"/>
            </a:xfrm>
            <a:custGeom>
              <a:avLst/>
              <a:gdLst/>
              <a:ahLst/>
              <a:cxnLst/>
              <a:rect l="l" t="t" r="r" b="b"/>
              <a:pathLst>
                <a:path w="282986" h="280709" extrusionOk="0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2295460" y="1509426"/>
              <a:ext cx="362138" cy="623316"/>
            </a:xfrm>
            <a:custGeom>
              <a:avLst/>
              <a:gdLst/>
              <a:ahLst/>
              <a:cxnLst/>
              <a:rect l="l" t="t" r="r" b="b"/>
              <a:pathLst>
                <a:path w="362138" h="623316" extrusionOk="0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2681160" y="1699641"/>
              <a:ext cx="419212" cy="565118"/>
            </a:xfrm>
            <a:custGeom>
              <a:avLst/>
              <a:gdLst/>
              <a:ahLst/>
              <a:cxnLst/>
              <a:rect l="l" t="t" r="r" b="b"/>
              <a:pathLst>
                <a:path w="419212" h="565118" extrusionOk="0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2608827" y="2053875"/>
              <a:ext cx="212446" cy="104783"/>
            </a:xfrm>
            <a:custGeom>
              <a:avLst/>
              <a:gdLst/>
              <a:ahLst/>
              <a:cxnLst/>
              <a:rect l="l" t="t" r="r" b="b"/>
              <a:pathLst>
                <a:path w="212446" h="104783" extrusionOk="0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2916099" y="1987646"/>
              <a:ext cx="131568" cy="109091"/>
            </a:xfrm>
            <a:custGeom>
              <a:avLst/>
              <a:gdLst/>
              <a:ahLst/>
              <a:cxnLst/>
              <a:rect l="l" t="t" r="r" b="b"/>
              <a:pathLst>
                <a:path w="131568" h="109091" extrusionOk="0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2631550" y="1349025"/>
              <a:ext cx="130391" cy="190023"/>
            </a:xfrm>
            <a:custGeom>
              <a:avLst/>
              <a:gdLst/>
              <a:ahLst/>
              <a:cxnLst/>
              <a:rect l="l" t="t" r="r" b="b"/>
              <a:pathLst>
                <a:path w="130391" h="190023" extrusionOk="0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2269458" y="1478036"/>
              <a:ext cx="157611" cy="236452"/>
            </a:xfrm>
            <a:custGeom>
              <a:avLst/>
              <a:gdLst/>
              <a:ahLst/>
              <a:cxnLst/>
              <a:rect l="l" t="t" r="r" b="b"/>
              <a:pathLst>
                <a:path w="157611" h="236452" extrusionOk="0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3098756" y="3983831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4017202" y="4508754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5609182" y="3535680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3115863" y="3050952"/>
              <a:ext cx="67191" cy="975240"/>
            </a:xfrm>
            <a:custGeom>
              <a:avLst/>
              <a:gdLst/>
              <a:ahLst/>
              <a:cxnLst/>
              <a:rect l="l" t="t" r="r" b="b"/>
              <a:pathLst>
                <a:path w="67191" h="975240" extrusionOk="0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4036495" y="3422808"/>
              <a:ext cx="59588" cy="1128783"/>
            </a:xfrm>
            <a:custGeom>
              <a:avLst/>
              <a:gdLst/>
              <a:ahLst/>
              <a:cxnLst/>
              <a:rect l="l" t="t" r="r" b="b"/>
              <a:pathLst>
                <a:path w="59588" h="1128783" extrusionOk="0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5628379" y="2652522"/>
              <a:ext cx="59588" cy="923996"/>
            </a:xfrm>
            <a:custGeom>
              <a:avLst/>
              <a:gdLst/>
              <a:ahLst/>
              <a:cxnLst/>
              <a:rect l="l" t="t" r="r" b="b"/>
              <a:pathLst>
                <a:path w="59588" h="923996" extrusionOk="0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3056370" y="3054762"/>
              <a:ext cx="1009872" cy="652653"/>
            </a:xfrm>
            <a:custGeom>
              <a:avLst/>
              <a:gdLst/>
              <a:ahLst/>
              <a:cxnLst/>
              <a:rect l="l" t="t" r="r" b="b"/>
              <a:pathLst>
                <a:path w="1009872" h="652653" extrusionOk="0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3056084" y="2071592"/>
              <a:ext cx="2712855" cy="1569720"/>
            </a:xfrm>
            <a:custGeom>
              <a:avLst/>
              <a:gdLst/>
              <a:ahLst/>
              <a:cxnLst/>
              <a:rect l="l" t="t" r="r" b="b"/>
              <a:pathLst>
                <a:path w="2712855" h="1569720" extrusionOk="0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4066242" y="2653855"/>
              <a:ext cx="1702888" cy="1053560"/>
            </a:xfrm>
            <a:custGeom>
              <a:avLst/>
              <a:gdLst/>
              <a:ahLst/>
              <a:cxnLst/>
              <a:rect l="l" t="t" r="r" b="b"/>
              <a:pathLst>
                <a:path w="1702888" h="1053560" extrusionOk="0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4763535" y="2360390"/>
              <a:ext cx="519572" cy="326898"/>
            </a:xfrm>
            <a:custGeom>
              <a:avLst/>
              <a:gdLst/>
              <a:ahLst/>
              <a:cxnLst/>
              <a:rect l="l" t="t" r="r" b="b"/>
              <a:pathLst>
                <a:path w="519572" h="326898" extrusionOk="0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4668877" y="2346674"/>
              <a:ext cx="551219" cy="318992"/>
            </a:xfrm>
            <a:custGeom>
              <a:avLst/>
              <a:gdLst/>
              <a:ahLst/>
              <a:cxnLst/>
              <a:rect l="l" t="t" r="r" b="b"/>
              <a:pathLst>
                <a:path w="551219" h="318992" extrusionOk="0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4743291" y="2531554"/>
              <a:ext cx="161184" cy="93249"/>
            </a:xfrm>
            <a:custGeom>
              <a:avLst/>
              <a:gdLst/>
              <a:ahLst/>
              <a:cxnLst/>
              <a:rect l="l" t="t" r="r" b="b"/>
              <a:pathLst>
                <a:path w="161184" h="93249" extrusionOk="0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4789955" y="2504598"/>
              <a:ext cx="161089" cy="93249"/>
            </a:xfrm>
            <a:custGeom>
              <a:avLst/>
              <a:gdLst/>
              <a:ahLst/>
              <a:cxnLst/>
              <a:rect l="l" t="t" r="r" b="b"/>
              <a:pathLst>
                <a:path w="161089" h="93249" extrusionOk="0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4834813" y="2478690"/>
              <a:ext cx="161089" cy="93154"/>
            </a:xfrm>
            <a:custGeom>
              <a:avLst/>
              <a:gdLst/>
              <a:ahLst/>
              <a:cxnLst/>
              <a:rect l="l" t="t" r="r" b="b"/>
              <a:pathLst>
                <a:path w="161089" h="93154" extrusionOk="0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4998753" y="2451734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5043611" y="2425731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4912649" y="2469832"/>
              <a:ext cx="307447" cy="180974"/>
            </a:xfrm>
            <a:custGeom>
              <a:avLst/>
              <a:gdLst/>
              <a:ahLst/>
              <a:cxnLst/>
              <a:rect l="l" t="t" r="r" b="b"/>
              <a:pathLst>
                <a:path w="307447" h="180974" extrusionOk="0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4894497" y="284121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4901418" y="2763964"/>
              <a:ext cx="147800" cy="156591"/>
            </a:xfrm>
            <a:custGeom>
              <a:avLst/>
              <a:gdLst/>
              <a:ahLst/>
              <a:cxnLst/>
              <a:rect l="l" t="t" r="r" b="b"/>
              <a:pathLst>
                <a:path w="147800" h="156591" extrusionOk="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4901720" y="272129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4913314" y="2732891"/>
              <a:ext cx="124214" cy="61955"/>
            </a:xfrm>
            <a:custGeom>
              <a:avLst/>
              <a:gdLst/>
              <a:ahLst/>
              <a:cxnLst/>
              <a:rect l="l" t="t" r="r" b="b"/>
              <a:pathLst>
                <a:path w="124214" h="61955" extrusionOk="0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922818" y="2733153"/>
              <a:ext cx="114710" cy="61622"/>
            </a:xfrm>
            <a:custGeom>
              <a:avLst/>
              <a:gdLst/>
              <a:ahLst/>
              <a:cxnLst/>
              <a:rect l="l" t="t" r="r" b="b"/>
              <a:pathLst>
                <a:path w="114710" h="61622" extrusionOk="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015195" y="2807589"/>
              <a:ext cx="42215" cy="98678"/>
            </a:xfrm>
            <a:custGeom>
              <a:avLst/>
              <a:gdLst/>
              <a:ahLst/>
              <a:cxnLst/>
              <a:rect l="l" t="t" r="r" b="b"/>
              <a:pathLst>
                <a:path w="42215" h="98678" extrusionOk="0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5015195" y="2812256"/>
              <a:ext cx="34783" cy="94465"/>
            </a:xfrm>
            <a:custGeom>
              <a:avLst/>
              <a:gdLst/>
              <a:ahLst/>
              <a:cxnLst/>
              <a:rect l="l" t="t" r="r" b="b"/>
              <a:pathLst>
                <a:path w="34783" h="94465" extrusionOk="0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3439562" y="299475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3446488" y="2917507"/>
              <a:ext cx="147795" cy="156591"/>
            </a:xfrm>
            <a:custGeom>
              <a:avLst/>
              <a:gdLst/>
              <a:ahLst/>
              <a:cxnLst/>
              <a:rect l="l" t="t" r="r" b="b"/>
              <a:pathLst>
                <a:path w="147795" h="156591" extrusionOk="0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3446785" y="287483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3458475" y="2886430"/>
              <a:ext cx="124119" cy="61959"/>
            </a:xfrm>
            <a:custGeom>
              <a:avLst/>
              <a:gdLst/>
              <a:ahLst/>
              <a:cxnLst/>
              <a:rect l="l" t="t" r="r" b="b"/>
              <a:pathLst>
                <a:path w="124119" h="61959" extrusionOk="0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3467883" y="2886601"/>
              <a:ext cx="114710" cy="61717"/>
            </a:xfrm>
            <a:custGeom>
              <a:avLst/>
              <a:gdLst/>
              <a:ahLst/>
              <a:cxnLst/>
              <a:rect l="l" t="t" r="r" b="b"/>
              <a:pathLst>
                <a:path w="114710" h="61717" extrusionOk="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559880" y="2961132"/>
              <a:ext cx="42223" cy="98678"/>
            </a:xfrm>
            <a:custGeom>
              <a:avLst/>
              <a:gdLst/>
              <a:ahLst/>
              <a:cxnLst/>
              <a:rect l="l" t="t" r="r" b="b"/>
              <a:pathLst>
                <a:path w="42223" h="98678" extrusionOk="0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560165" y="2965989"/>
              <a:ext cx="34688" cy="94398"/>
            </a:xfrm>
            <a:custGeom>
              <a:avLst/>
              <a:gdLst/>
              <a:ahLst/>
              <a:cxnLst/>
              <a:rect l="l" t="t" r="r" b="b"/>
              <a:pathLst>
                <a:path w="34688" h="94398" extrusionOk="0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5618400" y="4515040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6158405" y="3069812"/>
              <a:ext cx="186021" cy="406050"/>
            </a:xfrm>
            <a:custGeom>
              <a:avLst/>
              <a:gdLst/>
              <a:ahLst/>
              <a:cxnLst/>
              <a:rect l="l" t="t" r="r" b="b"/>
              <a:pathLst>
                <a:path w="186021" h="406050" extrusionOk="0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6184541" y="2902850"/>
              <a:ext cx="133813" cy="257894"/>
            </a:xfrm>
            <a:custGeom>
              <a:avLst/>
              <a:gdLst/>
              <a:ahLst/>
              <a:cxnLst/>
              <a:rect l="l" t="t" r="r" b="b"/>
              <a:pathLst>
                <a:path w="133813" h="257894" extrusionOk="0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5735029" y="4688404"/>
              <a:ext cx="288490" cy="162715"/>
            </a:xfrm>
            <a:custGeom>
              <a:avLst/>
              <a:gdLst/>
              <a:ahLst/>
              <a:cxnLst/>
              <a:rect l="l" t="t" r="r" b="b"/>
              <a:pathLst>
                <a:path w="288490" h="162715" extrusionOk="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5735111" y="4715446"/>
              <a:ext cx="283683" cy="135768"/>
            </a:xfrm>
            <a:custGeom>
              <a:avLst/>
              <a:gdLst/>
              <a:ahLst/>
              <a:cxnLst/>
              <a:rect l="l" t="t" r="r" b="b"/>
              <a:pathLst>
                <a:path w="283683" h="135768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5946488" y="4593442"/>
              <a:ext cx="288134" cy="162731"/>
            </a:xfrm>
            <a:custGeom>
              <a:avLst/>
              <a:gdLst/>
              <a:ahLst/>
              <a:cxnLst/>
              <a:rect l="l" t="t" r="r" b="b"/>
              <a:pathLst>
                <a:path w="288134" h="162731" extrusionOk="0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5946095" y="4620482"/>
              <a:ext cx="283683" cy="135691"/>
            </a:xfrm>
            <a:custGeom>
              <a:avLst/>
              <a:gdLst/>
              <a:ahLst/>
              <a:cxnLst/>
              <a:rect l="l" t="t" r="r" b="b"/>
              <a:pathLst>
                <a:path w="283683" h="135691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5812467" y="3540156"/>
              <a:ext cx="422006" cy="1193603"/>
            </a:xfrm>
            <a:custGeom>
              <a:avLst/>
              <a:gdLst/>
              <a:ahLst/>
              <a:cxnLst/>
              <a:rect l="l" t="t" r="r" b="b"/>
              <a:pathLst>
                <a:path w="422006" h="1193603" extrusionOk="0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5874419" y="2560474"/>
              <a:ext cx="305952" cy="491697"/>
            </a:xfrm>
            <a:custGeom>
              <a:avLst/>
              <a:gdLst/>
              <a:ahLst/>
              <a:cxnLst/>
              <a:rect l="l" t="t" r="r" b="b"/>
              <a:pathLst>
                <a:path w="305952" h="491697" extrusionOk="0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5809360" y="2908700"/>
              <a:ext cx="471048" cy="781597"/>
            </a:xfrm>
            <a:custGeom>
              <a:avLst/>
              <a:gdLst/>
              <a:ahLst/>
              <a:cxnLst/>
              <a:rect l="l" t="t" r="r" b="b"/>
              <a:pathLst>
                <a:path w="471048" h="781597" extrusionOk="0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5348856" y="3006224"/>
              <a:ext cx="597933" cy="466333"/>
            </a:xfrm>
            <a:custGeom>
              <a:avLst/>
              <a:gdLst/>
              <a:ahLst/>
              <a:cxnLst/>
              <a:rect l="l" t="t" r="r" b="b"/>
              <a:pathLst>
                <a:path w="597933" h="466333" extrusionOk="0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5786047" y="2996305"/>
              <a:ext cx="182011" cy="266828"/>
            </a:xfrm>
            <a:custGeom>
              <a:avLst/>
              <a:gdLst/>
              <a:ahLst/>
              <a:cxnLst/>
              <a:rect l="l" t="t" r="r" b="b"/>
              <a:pathLst>
                <a:path w="182011" h="266828" extrusionOk="0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5873666" y="2538911"/>
              <a:ext cx="296973" cy="328330"/>
            </a:xfrm>
            <a:custGeom>
              <a:avLst/>
              <a:gdLst/>
              <a:ahLst/>
              <a:cxnLst/>
              <a:rect l="l" t="t" r="r" b="b"/>
              <a:pathLst>
                <a:path w="296973" h="328330" extrusionOk="0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4255557" y="1955958"/>
              <a:ext cx="334153" cy="334898"/>
            </a:xfrm>
            <a:custGeom>
              <a:avLst/>
              <a:gdLst/>
              <a:ahLst/>
              <a:cxnLst/>
              <a:rect l="l" t="t" r="r" b="b"/>
              <a:pathLst>
                <a:path w="334153" h="334898" extrusionOk="0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4197204" y="1948719"/>
              <a:ext cx="450859" cy="225075"/>
            </a:xfrm>
            <a:custGeom>
              <a:avLst/>
              <a:gdLst/>
              <a:ahLst/>
              <a:cxnLst/>
              <a:rect l="l" t="t" r="r" b="b"/>
              <a:pathLst>
                <a:path w="450859" h="225075" extrusionOk="0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4129822" y="1856041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4129822" y="1818703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4066052" y="1720024"/>
              <a:ext cx="713163" cy="355663"/>
            </a:xfrm>
            <a:custGeom>
              <a:avLst/>
              <a:gdLst/>
              <a:ahLst/>
              <a:cxnLst/>
              <a:rect l="l" t="t" r="r" b="b"/>
              <a:pathLst>
                <a:path w="713163" h="355663" extrusionOk="0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4066052" y="1674590"/>
              <a:ext cx="713163" cy="355568"/>
            </a:xfrm>
            <a:custGeom>
              <a:avLst/>
              <a:gdLst/>
              <a:ahLst/>
              <a:cxnLst/>
              <a:rect l="l" t="t" r="r" b="b"/>
              <a:pathLst>
                <a:path w="713163" h="355568" extrusionOk="0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4013211" y="1574958"/>
              <a:ext cx="818751" cy="408241"/>
            </a:xfrm>
            <a:custGeom>
              <a:avLst/>
              <a:gdLst/>
              <a:ahLst/>
              <a:cxnLst/>
              <a:rect l="l" t="t" r="r" b="b"/>
              <a:pathLst>
                <a:path w="818751" h="408241" extrusionOk="0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013211" y="1522666"/>
              <a:ext cx="818751" cy="408336"/>
            </a:xfrm>
            <a:custGeom>
              <a:avLst/>
              <a:gdLst/>
              <a:ahLst/>
              <a:cxnLst/>
              <a:rect l="l" t="t" r="r" b="b"/>
              <a:pathLst>
                <a:path w="818751" h="408336" extrusionOk="0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3962270" y="1359312"/>
              <a:ext cx="920726" cy="532828"/>
            </a:xfrm>
            <a:custGeom>
              <a:avLst/>
              <a:gdLst/>
              <a:ahLst/>
              <a:cxnLst/>
              <a:rect l="l" t="t" r="r" b="b"/>
              <a:pathLst>
                <a:path w="920726" h="532828" extrusionOk="0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264396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4543522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4264396" y="901827"/>
              <a:ext cx="319897" cy="108775"/>
            </a:xfrm>
            <a:custGeom>
              <a:avLst/>
              <a:gdLst/>
              <a:ahLst/>
              <a:cxnLst/>
              <a:rect l="l" t="t" r="r" b="b"/>
              <a:pathLst>
                <a:path w="319897" h="108775" extrusionOk="0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3749667" y="190500"/>
              <a:ext cx="1343462" cy="1451800"/>
            </a:xfrm>
            <a:custGeom>
              <a:avLst/>
              <a:gdLst/>
              <a:ahLst/>
              <a:cxnLst/>
              <a:rect l="l" t="t" r="r" b="b"/>
              <a:pathLst>
                <a:path w="1343462" h="1451800" extrusionOk="0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9" name="Google Shape;819;p18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820" name="Google Shape;820;p18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177232" h="100744" extrusionOk="0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18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avLst/>
                <a:gdLst/>
                <a:ahLst/>
                <a:cxnLst/>
                <a:rect l="l" t="t" r="r" b="b"/>
                <a:pathLst>
                  <a:path w="155883" h="109857" extrusionOk="0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192169" h="73375" extrusionOk="0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8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avLst/>
                <a:gdLst/>
                <a:ahLst/>
                <a:cxnLst/>
                <a:rect l="l" t="t" r="r" b="b"/>
                <a:pathLst>
                  <a:path w="156130" h="127583" extrusionOk="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8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62054" extrusionOk="0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avLst/>
                <a:gdLst/>
                <a:ahLst/>
                <a:cxnLst/>
                <a:rect l="l" t="t" r="r" b="b"/>
                <a:pathLst>
                  <a:path w="183510" h="128783" extrusionOk="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64221" h="49275" extrusionOk="0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avLst/>
                <a:gdLst/>
                <a:ahLst/>
                <a:cxnLst/>
                <a:rect l="l" t="t" r="r" b="b"/>
                <a:pathLst>
                  <a:path w="68642" h="51616" extrusionOk="0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avLst/>
                <a:gdLst/>
                <a:ahLst/>
                <a:cxnLst/>
                <a:rect l="l" t="t" r="r" b="b"/>
                <a:pathLst>
                  <a:path w="68187" h="61619" extrusionOk="0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9" name="Google Shape;829;p18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830" name="Google Shape;830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5" name="Google Shape;835;p18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5777153" y="2115925"/>
              <a:ext cx="669353" cy="387341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5964040" y="276791"/>
              <a:ext cx="375852" cy="551229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5952425" y="673402"/>
              <a:ext cx="70057" cy="407712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5992903" y="271657"/>
              <a:ext cx="179035" cy="222681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6027515" y="513497"/>
              <a:ext cx="222025" cy="248990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5963282" y="594790"/>
              <a:ext cx="323371" cy="372912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6020709" y="289521"/>
              <a:ext cx="238064" cy="294179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6029967" y="288305"/>
              <a:ext cx="239492" cy="225171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6069645" y="2237688"/>
              <a:ext cx="188076" cy="143860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6070415" y="2283614"/>
              <a:ext cx="187263" cy="97891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5927157" y="2205996"/>
              <a:ext cx="172547" cy="133696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5927737" y="2249998"/>
              <a:ext cx="171800" cy="89748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5955035" y="963103"/>
              <a:ext cx="368082" cy="128814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5939457" y="937334"/>
              <a:ext cx="391797" cy="856741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5733626" y="681017"/>
              <a:ext cx="564393" cy="49234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6171801" y="649512"/>
              <a:ext cx="135912" cy="159574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5953447" y="594810"/>
              <a:ext cx="109819" cy="11544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194010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Key Features</a:t>
            </a:r>
            <a:endParaRPr sz="2400" dirty="0"/>
          </a:p>
        </p:txBody>
      </p:sp>
      <p:sp>
        <p:nvSpPr>
          <p:cNvPr id="3813" name="Google Shape;3813;p47"/>
          <p:cNvSpPr txBox="1"/>
          <p:nvPr/>
        </p:nvSpPr>
        <p:spPr>
          <a:xfrm>
            <a:off x="381000" y="1466850"/>
            <a:ext cx="17826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arlow Light"/>
                <a:ea typeface="Barlow Light"/>
                <a:cs typeface="Barlow Light"/>
                <a:sym typeface="Barlow Light"/>
              </a:rPr>
              <a:t>Use all the DevOps services or choose just what you need to complement your existing workflows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CD32A8-ABB7-47E5-89BE-1F4EF3708BC1}"/>
              </a:ext>
            </a:extLst>
          </p:cNvPr>
          <p:cNvSpPr txBox="1"/>
          <p:nvPr/>
        </p:nvSpPr>
        <p:spPr>
          <a:xfrm>
            <a:off x="2496124" y="2151965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Boards</a:t>
            </a:r>
          </a:p>
        </p:txBody>
      </p:sp>
      <p:sp>
        <p:nvSpPr>
          <p:cNvPr id="1301" name="TextBox 1300">
            <a:extLst>
              <a:ext uri="{FF2B5EF4-FFF2-40B4-BE49-F238E27FC236}">
                <a16:creationId xmlns:a16="http://schemas.microsoft.com/office/drawing/2014/main" id="{231CD98D-7C84-4A29-A4E6-694BFCFE787D}"/>
              </a:ext>
            </a:extLst>
          </p:cNvPr>
          <p:cNvSpPr txBox="1"/>
          <p:nvPr/>
        </p:nvSpPr>
        <p:spPr>
          <a:xfrm>
            <a:off x="4782776" y="2141638"/>
            <a:ext cx="1430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Pipelines</a:t>
            </a:r>
          </a:p>
        </p:txBody>
      </p:sp>
      <p:sp>
        <p:nvSpPr>
          <p:cNvPr id="1302" name="TextBox 1301">
            <a:extLst>
              <a:ext uri="{FF2B5EF4-FFF2-40B4-BE49-F238E27FC236}">
                <a16:creationId xmlns:a16="http://schemas.microsoft.com/office/drawing/2014/main" id="{A3A9DB0E-1E03-43CA-B6F5-C6C1AA1091AB}"/>
              </a:ext>
            </a:extLst>
          </p:cNvPr>
          <p:cNvSpPr txBox="1"/>
          <p:nvPr/>
        </p:nvSpPr>
        <p:spPr>
          <a:xfrm>
            <a:off x="7348029" y="2151964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Repos</a:t>
            </a:r>
          </a:p>
        </p:txBody>
      </p:sp>
      <p:sp>
        <p:nvSpPr>
          <p:cNvPr id="1303" name="TextBox 1302">
            <a:extLst>
              <a:ext uri="{FF2B5EF4-FFF2-40B4-BE49-F238E27FC236}">
                <a16:creationId xmlns:a16="http://schemas.microsoft.com/office/drawing/2014/main" id="{B93179FB-22C8-4355-A115-C460B9B449DE}"/>
              </a:ext>
            </a:extLst>
          </p:cNvPr>
          <p:cNvSpPr txBox="1"/>
          <p:nvPr/>
        </p:nvSpPr>
        <p:spPr>
          <a:xfrm>
            <a:off x="3474176" y="4328973"/>
            <a:ext cx="1548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Test Plans</a:t>
            </a:r>
          </a:p>
        </p:txBody>
      </p:sp>
      <p:sp>
        <p:nvSpPr>
          <p:cNvPr id="1304" name="TextBox 1303">
            <a:extLst>
              <a:ext uri="{FF2B5EF4-FFF2-40B4-BE49-F238E27FC236}">
                <a16:creationId xmlns:a16="http://schemas.microsoft.com/office/drawing/2014/main" id="{89B99F6A-1C6B-49BC-8579-194EF3C39442}"/>
              </a:ext>
            </a:extLst>
          </p:cNvPr>
          <p:cNvSpPr txBox="1"/>
          <p:nvPr/>
        </p:nvSpPr>
        <p:spPr>
          <a:xfrm>
            <a:off x="6161567" y="4328972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Artifacts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0DFC90A-4530-4078-A413-70E351A39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877" y="1098186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7A8DC89-008F-42B7-8FE3-5C390E80D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876" y="1098186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2791CED-2F5B-4E31-A5B1-88073E815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132" y="10932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BFD92AB-B70D-4B5E-B25C-29845E923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587" y="3197358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943D8CD4-354B-4E02-B565-019C3D976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155" y="3235458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223" name="Google Shape;2223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Welcome!</a:t>
            </a:r>
            <a:endParaRPr sz="7200" dirty="0"/>
          </a:p>
        </p:txBody>
      </p:sp>
      <p:sp>
        <p:nvSpPr>
          <p:cNvPr id="2224" name="Google Shape;2224;p34"/>
          <p:cNvSpPr txBox="1">
            <a:spLocks noGrp="1"/>
          </p:cNvSpPr>
          <p:nvPr>
            <p:ph type="subTitle" idx="4294967295"/>
          </p:nvPr>
        </p:nvSpPr>
        <p:spPr>
          <a:xfrm>
            <a:off x="1234683" y="2878422"/>
            <a:ext cx="4343700" cy="19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Let’s get Started</a:t>
            </a:r>
            <a:endParaRPr sz="3600" b="1" dirty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ECE9CC-B0A7-4114-8857-AA9DD2A0C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987" y="646052"/>
            <a:ext cx="3762091" cy="323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9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Blazor WebAssembly</a:t>
            </a:r>
            <a:endParaRPr b="1" dirty="0"/>
          </a:p>
          <a:p>
            <a:r>
              <a:rPr lang="en-US" sz="1800" dirty="0"/>
              <a:t>Used to create a simple client app to interface with our Function App</a:t>
            </a:r>
          </a:p>
        </p:txBody>
      </p:sp>
      <p:sp>
        <p:nvSpPr>
          <p:cNvPr id="858" name="Google Shape;858;p1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Other Techhnologies</a:t>
            </a:r>
            <a:endParaRPr dirty="0"/>
          </a:p>
        </p:txBody>
      </p:sp>
      <p:sp>
        <p:nvSpPr>
          <p:cNvPr id="859" name="Google Shape;859;p19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Microsoft Azure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Allow you to host .NET Web Applications.</a:t>
            </a:r>
            <a:endParaRPr dirty="0"/>
          </a:p>
        </p:txBody>
      </p:sp>
      <p:sp>
        <p:nvSpPr>
          <p:cNvPr id="860" name="Google Shape;860;p1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861" name="Google Shape;861;p19"/>
          <p:cNvGrpSpPr/>
          <p:nvPr/>
        </p:nvGrpSpPr>
        <p:grpSpPr>
          <a:xfrm>
            <a:off x="6495404" y="1849734"/>
            <a:ext cx="2297431" cy="2787028"/>
            <a:chOff x="2533225" y="322726"/>
            <a:chExt cx="3925890" cy="4762523"/>
          </a:xfrm>
        </p:grpSpPr>
        <p:sp>
          <p:nvSpPr>
            <p:cNvPr id="862" name="Google Shape;862;p19"/>
            <p:cNvSpPr/>
            <p:nvPr/>
          </p:nvSpPr>
          <p:spPr>
            <a:xfrm>
              <a:off x="3796336" y="2589414"/>
              <a:ext cx="682110" cy="393573"/>
            </a:xfrm>
            <a:custGeom>
              <a:avLst/>
              <a:gdLst/>
              <a:ahLst/>
              <a:cxnLst/>
              <a:rect l="l" t="t" r="r" b="b"/>
              <a:pathLst>
                <a:path w="682110" h="393573" extrusionOk="0">
                  <a:moveTo>
                    <a:pt x="329082" y="393573"/>
                  </a:moveTo>
                  <a:lnTo>
                    <a:pt x="0" y="204216"/>
                  </a:lnTo>
                  <a:lnTo>
                    <a:pt x="353029" y="0"/>
                  </a:lnTo>
                  <a:lnTo>
                    <a:pt x="682111" y="189357"/>
                  </a:lnTo>
                  <a:lnTo>
                    <a:pt x="329082" y="393573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3809355" y="2149168"/>
              <a:ext cx="705962" cy="408622"/>
            </a:xfrm>
            <a:custGeom>
              <a:avLst/>
              <a:gdLst/>
              <a:ahLst/>
              <a:cxnLst/>
              <a:rect l="l" t="t" r="r" b="b"/>
              <a:pathLst>
                <a:path w="705962" h="408622" extrusionOk="0">
                  <a:moveTo>
                    <a:pt x="352934" y="408622"/>
                  </a:moveTo>
                  <a:lnTo>
                    <a:pt x="0" y="204311"/>
                  </a:lnTo>
                  <a:lnTo>
                    <a:pt x="352934" y="0"/>
                  </a:lnTo>
                  <a:lnTo>
                    <a:pt x="705963" y="204311"/>
                  </a:lnTo>
                  <a:lnTo>
                    <a:pt x="352934" y="4086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4162289" y="2390151"/>
              <a:ext cx="329177" cy="571404"/>
            </a:xfrm>
            <a:custGeom>
              <a:avLst/>
              <a:gdLst/>
              <a:ahLst/>
              <a:cxnLst/>
              <a:rect l="l" t="t" r="r" b="b"/>
              <a:pathLst>
                <a:path w="329177" h="571404" extrusionOk="0">
                  <a:moveTo>
                    <a:pt x="329177" y="380905"/>
                  </a:moveTo>
                  <a:lnTo>
                    <a:pt x="0" y="571405"/>
                  </a:lnTo>
                  <a:lnTo>
                    <a:pt x="0" y="190405"/>
                  </a:lnTo>
                  <a:lnTo>
                    <a:pt x="329177" y="0"/>
                  </a:lnTo>
                  <a:lnTo>
                    <a:pt x="329177" y="380905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3833207" y="2390151"/>
              <a:ext cx="329081" cy="571404"/>
            </a:xfrm>
            <a:custGeom>
              <a:avLst/>
              <a:gdLst/>
              <a:ahLst/>
              <a:cxnLst/>
              <a:rect l="l" t="t" r="r" b="b"/>
              <a:pathLst>
                <a:path w="329081" h="571404" extrusionOk="0">
                  <a:moveTo>
                    <a:pt x="329082" y="571405"/>
                  </a:moveTo>
                  <a:lnTo>
                    <a:pt x="0" y="380905"/>
                  </a:lnTo>
                  <a:lnTo>
                    <a:pt x="0" y="0"/>
                  </a:lnTo>
                  <a:lnTo>
                    <a:pt x="329082" y="190405"/>
                  </a:lnTo>
                  <a:lnTo>
                    <a:pt x="329082" y="571405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3833207" y="2390151"/>
              <a:ext cx="329081" cy="287940"/>
            </a:xfrm>
            <a:custGeom>
              <a:avLst/>
              <a:gdLst/>
              <a:ahLst/>
              <a:cxnLst/>
              <a:rect l="l" t="t" r="r" b="b"/>
              <a:pathLst>
                <a:path w="329081" h="287940" extrusionOk="0">
                  <a:moveTo>
                    <a:pt x="0" y="0"/>
                  </a:moveTo>
                  <a:lnTo>
                    <a:pt x="0" y="99631"/>
                  </a:lnTo>
                  <a:lnTo>
                    <a:pt x="329082" y="287941"/>
                  </a:lnTo>
                  <a:lnTo>
                    <a:pt x="329082" y="190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4162289" y="2390151"/>
              <a:ext cx="329177" cy="287940"/>
            </a:xfrm>
            <a:custGeom>
              <a:avLst/>
              <a:gdLst/>
              <a:ahLst/>
              <a:cxnLst/>
              <a:rect l="l" t="t" r="r" b="b"/>
              <a:pathLst>
                <a:path w="329177" h="287940" extrusionOk="0">
                  <a:moveTo>
                    <a:pt x="329177" y="0"/>
                  </a:moveTo>
                  <a:lnTo>
                    <a:pt x="329177" y="106775"/>
                  </a:lnTo>
                  <a:lnTo>
                    <a:pt x="0" y="287941"/>
                  </a:lnTo>
                  <a:lnTo>
                    <a:pt x="0" y="190881"/>
                  </a:lnTo>
                  <a:lnTo>
                    <a:pt x="329177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3809355" y="2353479"/>
              <a:ext cx="352933" cy="307181"/>
            </a:xfrm>
            <a:custGeom>
              <a:avLst/>
              <a:gdLst/>
              <a:ahLst/>
              <a:cxnLst/>
              <a:rect l="l" t="t" r="r" b="b"/>
              <a:pathLst>
                <a:path w="352933" h="307181" extrusionOk="0">
                  <a:moveTo>
                    <a:pt x="0" y="0"/>
                  </a:moveTo>
                  <a:lnTo>
                    <a:pt x="0" y="105632"/>
                  </a:lnTo>
                  <a:lnTo>
                    <a:pt x="352934" y="307181"/>
                  </a:lnTo>
                  <a:lnTo>
                    <a:pt x="352934" y="20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4162289" y="2353479"/>
              <a:ext cx="353029" cy="307181"/>
            </a:xfrm>
            <a:custGeom>
              <a:avLst/>
              <a:gdLst/>
              <a:ahLst/>
              <a:cxnLst/>
              <a:rect l="l" t="t" r="r" b="b"/>
              <a:pathLst>
                <a:path w="353029" h="307181" extrusionOk="0">
                  <a:moveTo>
                    <a:pt x="0" y="307181"/>
                  </a:moveTo>
                  <a:lnTo>
                    <a:pt x="353029" y="113919"/>
                  </a:lnTo>
                  <a:lnTo>
                    <a:pt x="353029" y="0"/>
                  </a:lnTo>
                  <a:lnTo>
                    <a:pt x="0" y="204311"/>
                  </a:lnTo>
                  <a:lnTo>
                    <a:pt x="0" y="307181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4379054" y="3098705"/>
              <a:ext cx="1297601" cy="763520"/>
            </a:xfrm>
            <a:custGeom>
              <a:avLst/>
              <a:gdLst/>
              <a:ahLst/>
              <a:cxnLst/>
              <a:rect l="l" t="t" r="r" b="b"/>
              <a:pathLst>
                <a:path w="1297601" h="763520" extrusionOk="0">
                  <a:moveTo>
                    <a:pt x="1071529" y="748294"/>
                  </a:moveTo>
                  <a:lnTo>
                    <a:pt x="19379" y="140980"/>
                  </a:lnTo>
                  <a:cubicBezTo>
                    <a:pt x="811" y="130189"/>
                    <a:pt x="-5518" y="106348"/>
                    <a:pt x="5248" y="87736"/>
                  </a:cubicBezTo>
                  <a:cubicBezTo>
                    <a:pt x="8964" y="81316"/>
                    <a:pt x="14419" y="76096"/>
                    <a:pt x="20994" y="72686"/>
                  </a:cubicBezTo>
                  <a:lnTo>
                    <a:pt x="153369" y="4297"/>
                  </a:lnTo>
                  <a:cubicBezTo>
                    <a:pt x="165105" y="-1723"/>
                    <a:pt x="179074" y="-1399"/>
                    <a:pt x="190524" y="5154"/>
                  </a:cubicBezTo>
                  <a:lnTo>
                    <a:pt x="1278120" y="632851"/>
                  </a:lnTo>
                  <a:cubicBezTo>
                    <a:pt x="1296688" y="643529"/>
                    <a:pt x="1303112" y="667284"/>
                    <a:pt x="1292450" y="685896"/>
                  </a:cubicBezTo>
                  <a:cubicBezTo>
                    <a:pt x="1288725" y="692421"/>
                    <a:pt x="1283185" y="697717"/>
                    <a:pt x="1276504" y="701146"/>
                  </a:cubicBezTo>
                  <a:lnTo>
                    <a:pt x="1180431" y="750771"/>
                  </a:lnTo>
                  <a:cubicBezTo>
                    <a:pt x="1146078" y="768611"/>
                    <a:pt x="1105036" y="767678"/>
                    <a:pt x="1071529" y="74829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4481013" y="322726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189" y="3409974"/>
                  </a:moveTo>
                  <a:lnTo>
                    <a:pt x="137505" y="2891051"/>
                  </a:lnTo>
                  <a:cubicBezTo>
                    <a:pt x="61483" y="2847141"/>
                    <a:pt x="0" y="2729126"/>
                    <a:pt x="0" y="2627685"/>
                  </a:cubicBezTo>
                  <a:lnTo>
                    <a:pt x="0" y="120800"/>
                  </a:lnTo>
                  <a:cubicBezTo>
                    <a:pt x="285" y="19073"/>
                    <a:pt x="61578" y="-27409"/>
                    <a:pt x="137505" y="16597"/>
                  </a:cubicBezTo>
                  <a:lnTo>
                    <a:pt x="1034189" y="535424"/>
                  </a:lnTo>
                  <a:cubicBezTo>
                    <a:pt x="1110212" y="579429"/>
                    <a:pt x="1171695" y="697349"/>
                    <a:pt x="1171695" y="798790"/>
                  </a:cubicBezTo>
                  <a:lnTo>
                    <a:pt x="1171695" y="3305770"/>
                  </a:lnTo>
                  <a:cubicBezTo>
                    <a:pt x="1171695" y="3407307"/>
                    <a:pt x="1110117" y="3453884"/>
                    <a:pt x="1034189" y="340997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5530597" y="3624781"/>
              <a:ext cx="70985" cy="153066"/>
            </a:xfrm>
            <a:custGeom>
              <a:avLst/>
              <a:gdLst/>
              <a:ahLst/>
              <a:cxnLst/>
              <a:rect l="l" t="t" r="r" b="b"/>
              <a:pathLst>
                <a:path w="70985" h="153066" extrusionOk="0">
                  <a:moveTo>
                    <a:pt x="0" y="153067"/>
                  </a:moveTo>
                  <a:lnTo>
                    <a:pt x="70986" y="117062"/>
                  </a:lnTo>
                  <a:lnTo>
                    <a:pt x="2851" y="0"/>
                  </a:lnTo>
                  <a:lnTo>
                    <a:pt x="0" y="15306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4467139" y="329893"/>
              <a:ext cx="65379" cy="96678"/>
            </a:xfrm>
            <a:custGeom>
              <a:avLst/>
              <a:gdLst/>
              <a:ahLst/>
              <a:cxnLst/>
              <a:rect l="l" t="t" r="r" b="b"/>
              <a:pathLst>
                <a:path w="65379" h="96678" extrusionOk="0">
                  <a:moveTo>
                    <a:pt x="0" y="34385"/>
                  </a:moveTo>
                  <a:lnTo>
                    <a:pt x="65379" y="0"/>
                  </a:lnTo>
                  <a:lnTo>
                    <a:pt x="52170" y="96679"/>
                  </a:lnTo>
                  <a:lnTo>
                    <a:pt x="0" y="343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4423901" y="351343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094" y="3409931"/>
                  </a:moveTo>
                  <a:lnTo>
                    <a:pt x="137505" y="2891009"/>
                  </a:lnTo>
                  <a:cubicBezTo>
                    <a:pt x="61483" y="2847099"/>
                    <a:pt x="0" y="2729084"/>
                    <a:pt x="0" y="2627643"/>
                  </a:cubicBezTo>
                  <a:lnTo>
                    <a:pt x="0" y="120854"/>
                  </a:lnTo>
                  <a:cubicBezTo>
                    <a:pt x="380" y="19031"/>
                    <a:pt x="61578" y="-27355"/>
                    <a:pt x="137505" y="16555"/>
                  </a:cubicBezTo>
                  <a:lnTo>
                    <a:pt x="1034094" y="535477"/>
                  </a:lnTo>
                  <a:cubicBezTo>
                    <a:pt x="1110117" y="579482"/>
                    <a:pt x="1171695" y="697402"/>
                    <a:pt x="1171695" y="798843"/>
                  </a:cubicBezTo>
                  <a:lnTo>
                    <a:pt x="1171695" y="3305823"/>
                  </a:lnTo>
                  <a:cubicBezTo>
                    <a:pt x="1171695" y="3407264"/>
                    <a:pt x="1110117" y="3453937"/>
                    <a:pt x="1034094" y="3409931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4414398" y="357753"/>
              <a:ext cx="1171599" cy="3426525"/>
            </a:xfrm>
            <a:custGeom>
              <a:avLst/>
              <a:gdLst/>
              <a:ahLst/>
              <a:cxnLst/>
              <a:rect l="l" t="t" r="r" b="b"/>
              <a:pathLst>
                <a:path w="1171599" h="3426525" extrusionOk="0">
                  <a:moveTo>
                    <a:pt x="1171600" y="798815"/>
                  </a:moveTo>
                  <a:lnTo>
                    <a:pt x="1171600" y="3305700"/>
                  </a:lnTo>
                  <a:cubicBezTo>
                    <a:pt x="1171600" y="3407332"/>
                    <a:pt x="1110117" y="3453909"/>
                    <a:pt x="1034094" y="3409999"/>
                  </a:cubicBezTo>
                  <a:lnTo>
                    <a:pt x="682491" y="3206545"/>
                  </a:lnTo>
                  <a:lnTo>
                    <a:pt x="573114" y="3143204"/>
                  </a:lnTo>
                  <a:lnTo>
                    <a:pt x="137410" y="2891077"/>
                  </a:lnTo>
                  <a:cubicBezTo>
                    <a:pt x="61388" y="2847071"/>
                    <a:pt x="0" y="2729152"/>
                    <a:pt x="0" y="2627711"/>
                  </a:cubicBezTo>
                  <a:lnTo>
                    <a:pt x="0" y="120826"/>
                  </a:lnTo>
                  <a:cubicBezTo>
                    <a:pt x="380" y="19194"/>
                    <a:pt x="61483" y="-27383"/>
                    <a:pt x="137410" y="16527"/>
                  </a:cubicBezTo>
                  <a:lnTo>
                    <a:pt x="1034094" y="535449"/>
                  </a:lnTo>
                  <a:cubicBezTo>
                    <a:pt x="1110117" y="579455"/>
                    <a:pt x="1171600" y="697279"/>
                    <a:pt x="1171600" y="798815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4479777" y="459022"/>
              <a:ext cx="1041506" cy="3182614"/>
            </a:xfrm>
            <a:custGeom>
              <a:avLst/>
              <a:gdLst/>
              <a:ahLst/>
              <a:cxnLst/>
              <a:rect l="l" t="t" r="r" b="b"/>
              <a:pathLst>
                <a:path w="1041506" h="3182614" extrusionOk="0">
                  <a:moveTo>
                    <a:pt x="1041507" y="672114"/>
                  </a:moveTo>
                  <a:lnTo>
                    <a:pt x="1041507" y="3113753"/>
                  </a:lnTo>
                  <a:cubicBezTo>
                    <a:pt x="1041507" y="3175284"/>
                    <a:pt x="998459" y="3200240"/>
                    <a:pt x="945433" y="3169379"/>
                  </a:cubicBezTo>
                  <a:lnTo>
                    <a:pt x="897919" y="3141756"/>
                  </a:lnTo>
                  <a:lnTo>
                    <a:pt x="735041" y="3047554"/>
                  </a:lnTo>
                  <a:lnTo>
                    <a:pt x="665006" y="3006978"/>
                  </a:lnTo>
                  <a:lnTo>
                    <a:pt x="640299" y="2992595"/>
                  </a:lnTo>
                  <a:lnTo>
                    <a:pt x="632031" y="2987737"/>
                  </a:lnTo>
                  <a:lnTo>
                    <a:pt x="571688" y="2952971"/>
                  </a:lnTo>
                  <a:lnTo>
                    <a:pt x="396362" y="2851625"/>
                  </a:lnTo>
                  <a:lnTo>
                    <a:pt x="396362" y="2851625"/>
                  </a:lnTo>
                  <a:lnTo>
                    <a:pt x="324140" y="2809810"/>
                  </a:lnTo>
                  <a:lnTo>
                    <a:pt x="324140" y="2809810"/>
                  </a:lnTo>
                  <a:lnTo>
                    <a:pt x="294872" y="2792855"/>
                  </a:lnTo>
                  <a:lnTo>
                    <a:pt x="120020" y="2691700"/>
                  </a:lnTo>
                  <a:lnTo>
                    <a:pt x="96168" y="2677889"/>
                  </a:lnTo>
                  <a:cubicBezTo>
                    <a:pt x="42953" y="2647123"/>
                    <a:pt x="0" y="2572352"/>
                    <a:pt x="0" y="2510725"/>
                  </a:cubicBezTo>
                  <a:lnTo>
                    <a:pt x="0" y="68896"/>
                  </a:lnTo>
                  <a:cubicBezTo>
                    <a:pt x="0" y="7364"/>
                    <a:pt x="42953" y="-17591"/>
                    <a:pt x="96168" y="13175"/>
                  </a:cubicBezTo>
                  <a:lnTo>
                    <a:pt x="445491" y="216152"/>
                  </a:lnTo>
                  <a:lnTo>
                    <a:pt x="445491" y="217105"/>
                  </a:lnTo>
                  <a:cubicBezTo>
                    <a:pt x="448332" y="269961"/>
                    <a:pt x="476147" y="318291"/>
                    <a:pt x="520373" y="347216"/>
                  </a:cubicBezTo>
                  <a:cubicBezTo>
                    <a:pt x="561805" y="371029"/>
                    <a:pt x="595350" y="351693"/>
                    <a:pt x="595350" y="303878"/>
                  </a:cubicBezTo>
                  <a:cubicBezTo>
                    <a:pt x="595350" y="303878"/>
                    <a:pt x="595350" y="303116"/>
                    <a:pt x="595350" y="302830"/>
                  </a:cubicBezTo>
                  <a:lnTo>
                    <a:pt x="945528" y="505427"/>
                  </a:lnTo>
                  <a:cubicBezTo>
                    <a:pt x="998459" y="535811"/>
                    <a:pt x="1041507" y="610583"/>
                    <a:pt x="1041507" y="67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9"/>
            <p:cNvSpPr/>
            <p:nvPr/>
          </p:nvSpPr>
          <p:spPr>
            <a:xfrm rot="-1790023">
              <a:off x="4986670" y="707058"/>
              <a:ext cx="46534" cy="80862"/>
            </a:xfrm>
            <a:custGeom>
              <a:avLst/>
              <a:gdLst/>
              <a:ahLst/>
              <a:cxnLst/>
              <a:rect l="l" t="t" r="r" b="b"/>
              <a:pathLst>
                <a:path w="46533" h="80859" extrusionOk="0">
                  <a:moveTo>
                    <a:pt x="46534" y="40430"/>
                  </a:moveTo>
                  <a:cubicBezTo>
                    <a:pt x="46534" y="62758"/>
                    <a:pt x="36118" y="80859"/>
                    <a:pt x="23268" y="80859"/>
                  </a:cubicBezTo>
                  <a:cubicBezTo>
                    <a:pt x="10418" y="80859"/>
                    <a:pt x="1" y="62758"/>
                    <a:pt x="1" y="40430"/>
                  </a:cubicBezTo>
                  <a:cubicBezTo>
                    <a:pt x="1" y="18101"/>
                    <a:pt x="10418" y="0"/>
                    <a:pt x="23268" y="0"/>
                  </a:cubicBezTo>
                  <a:cubicBezTo>
                    <a:pt x="36118" y="0"/>
                    <a:pt x="46534" y="18101"/>
                    <a:pt x="46534" y="4043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4988272" y="730303"/>
              <a:ext cx="23851" cy="30807"/>
            </a:xfrm>
            <a:custGeom>
              <a:avLst/>
              <a:gdLst/>
              <a:ahLst/>
              <a:cxnLst/>
              <a:rect l="l" t="t" r="r" b="b"/>
              <a:pathLst>
                <a:path w="23851" h="30807" extrusionOk="0">
                  <a:moveTo>
                    <a:pt x="11878" y="29167"/>
                  </a:moveTo>
                  <a:cubicBezTo>
                    <a:pt x="4856" y="24568"/>
                    <a:pt x="447" y="16891"/>
                    <a:pt x="0" y="8498"/>
                  </a:cubicBezTo>
                  <a:cubicBezTo>
                    <a:pt x="0" y="878"/>
                    <a:pt x="5322" y="-2170"/>
                    <a:pt x="11878" y="1640"/>
                  </a:cubicBezTo>
                  <a:cubicBezTo>
                    <a:pt x="18958" y="6197"/>
                    <a:pt x="23415" y="13889"/>
                    <a:pt x="23852" y="22310"/>
                  </a:cubicBezTo>
                  <a:cubicBezTo>
                    <a:pt x="23852" y="29930"/>
                    <a:pt x="18530" y="32978"/>
                    <a:pt x="11878" y="2916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5609185" y="1342555"/>
              <a:ext cx="26417" cy="145526"/>
            </a:xfrm>
            <a:custGeom>
              <a:avLst/>
              <a:gdLst/>
              <a:ahLst/>
              <a:cxnLst/>
              <a:rect l="l" t="t" r="r" b="b"/>
              <a:pathLst>
                <a:path w="26417" h="145526" extrusionOk="0">
                  <a:moveTo>
                    <a:pt x="13209" y="143863"/>
                  </a:moveTo>
                  <a:lnTo>
                    <a:pt x="13209" y="143863"/>
                  </a:lnTo>
                  <a:cubicBezTo>
                    <a:pt x="5892" y="148150"/>
                    <a:pt x="0" y="143863"/>
                    <a:pt x="0" y="134338"/>
                  </a:cubicBezTo>
                  <a:lnTo>
                    <a:pt x="0" y="26992"/>
                  </a:lnTo>
                  <a:cubicBezTo>
                    <a:pt x="124" y="16924"/>
                    <a:pt x="5027" y="7513"/>
                    <a:pt x="13209" y="1655"/>
                  </a:cubicBezTo>
                  <a:lnTo>
                    <a:pt x="13209" y="1655"/>
                  </a:lnTo>
                  <a:cubicBezTo>
                    <a:pt x="20526" y="-2631"/>
                    <a:pt x="26418" y="1655"/>
                    <a:pt x="26418" y="11656"/>
                  </a:cubicBezTo>
                  <a:lnTo>
                    <a:pt x="26418" y="118527"/>
                  </a:lnTo>
                  <a:cubicBezTo>
                    <a:pt x="26294" y="128595"/>
                    <a:pt x="21391" y="138005"/>
                    <a:pt x="13209" y="1438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5609185" y="1517667"/>
              <a:ext cx="26417" cy="145530"/>
            </a:xfrm>
            <a:custGeom>
              <a:avLst/>
              <a:gdLst/>
              <a:ahLst/>
              <a:cxnLst/>
              <a:rect l="l" t="t" r="r" b="b"/>
              <a:pathLst>
                <a:path w="26417" h="145530" extrusionOk="0">
                  <a:moveTo>
                    <a:pt x="13209" y="143916"/>
                  </a:moveTo>
                  <a:lnTo>
                    <a:pt x="13209" y="143916"/>
                  </a:lnTo>
                  <a:cubicBezTo>
                    <a:pt x="5892" y="148107"/>
                    <a:pt x="0" y="143916"/>
                    <a:pt x="0" y="133915"/>
                  </a:cubicBezTo>
                  <a:lnTo>
                    <a:pt x="0" y="26949"/>
                  </a:lnTo>
                  <a:cubicBezTo>
                    <a:pt x="171" y="16891"/>
                    <a:pt x="5065" y="7499"/>
                    <a:pt x="13209" y="1613"/>
                  </a:cubicBezTo>
                  <a:lnTo>
                    <a:pt x="13209" y="1613"/>
                  </a:lnTo>
                  <a:cubicBezTo>
                    <a:pt x="20526" y="-2578"/>
                    <a:pt x="26418" y="1613"/>
                    <a:pt x="26418" y="11709"/>
                  </a:cubicBezTo>
                  <a:lnTo>
                    <a:pt x="26418" y="118580"/>
                  </a:lnTo>
                  <a:cubicBezTo>
                    <a:pt x="26275" y="128648"/>
                    <a:pt x="21372" y="138049"/>
                    <a:pt x="13209" y="14391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4598943" y="668398"/>
              <a:ext cx="778468" cy="1303739"/>
            </a:xfrm>
            <a:custGeom>
              <a:avLst/>
              <a:gdLst/>
              <a:ahLst/>
              <a:cxnLst/>
              <a:rect l="l" t="t" r="r" b="b"/>
              <a:pathLst>
                <a:path w="778468" h="1303739" extrusionOk="0">
                  <a:moveTo>
                    <a:pt x="726584" y="1297509"/>
                  </a:moveTo>
                  <a:lnTo>
                    <a:pt x="51885" y="906984"/>
                  </a:lnTo>
                  <a:cubicBezTo>
                    <a:pt x="23377" y="890411"/>
                    <a:pt x="0" y="845929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076"/>
                  </a:cubicBezTo>
                  <a:lnTo>
                    <a:pt x="778469" y="1258076"/>
                  </a:lnTo>
                  <a:cubicBezTo>
                    <a:pt x="778469" y="1296461"/>
                    <a:pt x="755282" y="1314083"/>
                    <a:pt x="726584" y="12975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4598943" y="1688145"/>
              <a:ext cx="778468" cy="1303647"/>
            </a:xfrm>
            <a:custGeom>
              <a:avLst/>
              <a:gdLst/>
              <a:ahLst/>
              <a:cxnLst/>
              <a:rect l="l" t="t" r="r" b="b"/>
              <a:pathLst>
                <a:path w="778468" h="1303647" extrusionOk="0">
                  <a:moveTo>
                    <a:pt x="726584" y="1297414"/>
                  </a:moveTo>
                  <a:lnTo>
                    <a:pt x="51885" y="906889"/>
                  </a:lnTo>
                  <a:cubicBezTo>
                    <a:pt x="23377" y="890315"/>
                    <a:pt x="0" y="845834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171"/>
                  </a:cubicBezTo>
                  <a:lnTo>
                    <a:pt x="778469" y="1258171"/>
                  </a:lnTo>
                  <a:cubicBezTo>
                    <a:pt x="778469" y="1296366"/>
                    <a:pt x="755282" y="1313987"/>
                    <a:pt x="726584" y="129741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4599323" y="2707876"/>
              <a:ext cx="778184" cy="892902"/>
            </a:xfrm>
            <a:custGeom>
              <a:avLst/>
              <a:gdLst/>
              <a:ahLst/>
              <a:cxnLst/>
              <a:rect l="l" t="t" r="r" b="b"/>
              <a:pathLst>
                <a:path w="778184" h="892902" extrusionOk="0">
                  <a:moveTo>
                    <a:pt x="778184" y="495805"/>
                  </a:moveTo>
                  <a:lnTo>
                    <a:pt x="778184" y="892902"/>
                  </a:lnTo>
                  <a:lnTo>
                    <a:pt x="545461" y="758124"/>
                  </a:lnTo>
                  <a:lnTo>
                    <a:pt x="520753" y="743741"/>
                  </a:lnTo>
                  <a:lnTo>
                    <a:pt x="512486" y="738883"/>
                  </a:lnTo>
                  <a:lnTo>
                    <a:pt x="452143" y="704117"/>
                  </a:lnTo>
                  <a:lnTo>
                    <a:pt x="276817" y="602771"/>
                  </a:lnTo>
                  <a:lnTo>
                    <a:pt x="276817" y="602771"/>
                  </a:lnTo>
                  <a:lnTo>
                    <a:pt x="204120" y="560766"/>
                  </a:lnTo>
                  <a:lnTo>
                    <a:pt x="174852" y="543811"/>
                  </a:lnTo>
                  <a:lnTo>
                    <a:pt x="0" y="442656"/>
                  </a:lnTo>
                  <a:lnTo>
                    <a:pt x="0" y="45463"/>
                  </a:lnTo>
                  <a:cubicBezTo>
                    <a:pt x="0" y="7363"/>
                    <a:pt x="23282" y="-10353"/>
                    <a:pt x="51885" y="6220"/>
                  </a:cubicBezTo>
                  <a:lnTo>
                    <a:pt x="726584" y="396745"/>
                  </a:lnTo>
                  <a:cubicBezTo>
                    <a:pt x="754902" y="413033"/>
                    <a:pt x="778184" y="457515"/>
                    <a:pt x="778184" y="49580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4781159" y="1048176"/>
              <a:ext cx="416151" cy="544252"/>
            </a:xfrm>
            <a:custGeom>
              <a:avLst/>
              <a:gdLst/>
              <a:ahLst/>
              <a:cxnLst/>
              <a:rect l="l" t="t" r="r" b="b"/>
              <a:pathLst>
                <a:path w="416151" h="544252" extrusionOk="0">
                  <a:moveTo>
                    <a:pt x="410093" y="288701"/>
                  </a:moveTo>
                  <a:lnTo>
                    <a:pt x="317821" y="128395"/>
                  </a:lnTo>
                  <a:cubicBezTo>
                    <a:pt x="314315" y="122019"/>
                    <a:pt x="309250" y="116642"/>
                    <a:pt x="303092" y="112774"/>
                  </a:cubicBezTo>
                  <a:lnTo>
                    <a:pt x="303092" y="112774"/>
                  </a:lnTo>
                  <a:cubicBezTo>
                    <a:pt x="302275" y="112284"/>
                    <a:pt x="301419" y="111870"/>
                    <a:pt x="300526" y="111536"/>
                  </a:cubicBezTo>
                  <a:cubicBezTo>
                    <a:pt x="299680" y="110897"/>
                    <a:pt x="298796" y="110324"/>
                    <a:pt x="297865" y="109821"/>
                  </a:cubicBezTo>
                  <a:lnTo>
                    <a:pt x="272208" y="94962"/>
                  </a:lnTo>
                  <a:cubicBezTo>
                    <a:pt x="265176" y="90866"/>
                    <a:pt x="258619" y="91152"/>
                    <a:pt x="254818" y="95819"/>
                  </a:cubicBezTo>
                  <a:cubicBezTo>
                    <a:pt x="246645" y="105344"/>
                    <a:pt x="228210" y="104487"/>
                    <a:pt x="207874" y="92676"/>
                  </a:cubicBezTo>
                  <a:cubicBezTo>
                    <a:pt x="187395" y="80812"/>
                    <a:pt x="171022" y="62968"/>
                    <a:pt x="160930" y="41527"/>
                  </a:cubicBezTo>
                  <a:cubicBezTo>
                    <a:pt x="157471" y="32831"/>
                    <a:pt x="151351" y="25460"/>
                    <a:pt x="143445" y="20477"/>
                  </a:cubicBezTo>
                  <a:lnTo>
                    <a:pt x="118262" y="5713"/>
                  </a:lnTo>
                  <a:cubicBezTo>
                    <a:pt x="117445" y="5194"/>
                    <a:pt x="116590" y="4748"/>
                    <a:pt x="115697" y="4379"/>
                  </a:cubicBezTo>
                  <a:cubicBezTo>
                    <a:pt x="111040" y="27"/>
                    <a:pt x="104284" y="-1201"/>
                    <a:pt x="98402" y="1236"/>
                  </a:cubicBezTo>
                  <a:lnTo>
                    <a:pt x="6129" y="54671"/>
                  </a:lnTo>
                  <a:cubicBezTo>
                    <a:pt x="-2043" y="59434"/>
                    <a:pt x="-2043" y="74579"/>
                    <a:pt x="6129" y="88676"/>
                  </a:cubicBezTo>
                  <a:lnTo>
                    <a:pt x="56589" y="176306"/>
                  </a:lnTo>
                  <a:cubicBezTo>
                    <a:pt x="59944" y="182607"/>
                    <a:pt x="64809" y="187975"/>
                    <a:pt x="70748" y="191927"/>
                  </a:cubicBezTo>
                  <a:cubicBezTo>
                    <a:pt x="75053" y="195000"/>
                    <a:pt x="80669" y="195545"/>
                    <a:pt x="85478" y="193355"/>
                  </a:cubicBezTo>
                  <a:lnTo>
                    <a:pt x="97071" y="186593"/>
                  </a:lnTo>
                  <a:lnTo>
                    <a:pt x="97071" y="400905"/>
                  </a:lnTo>
                  <a:cubicBezTo>
                    <a:pt x="98107" y="415497"/>
                    <a:pt x="105966" y="428747"/>
                    <a:pt x="118262" y="436624"/>
                  </a:cubicBezTo>
                  <a:lnTo>
                    <a:pt x="297865" y="541399"/>
                  </a:lnTo>
                  <a:cubicBezTo>
                    <a:pt x="309363" y="548066"/>
                    <a:pt x="318581" y="542637"/>
                    <a:pt x="318581" y="529397"/>
                  </a:cubicBezTo>
                  <a:lnTo>
                    <a:pt x="318581" y="315085"/>
                  </a:lnTo>
                  <a:lnTo>
                    <a:pt x="330270" y="335278"/>
                  </a:lnTo>
                  <a:cubicBezTo>
                    <a:pt x="333738" y="341631"/>
                    <a:pt x="338775" y="346975"/>
                    <a:pt x="344904" y="350804"/>
                  </a:cubicBezTo>
                  <a:lnTo>
                    <a:pt x="344904" y="350804"/>
                  </a:lnTo>
                  <a:cubicBezTo>
                    <a:pt x="349209" y="353880"/>
                    <a:pt x="354825" y="354423"/>
                    <a:pt x="359633" y="352232"/>
                  </a:cubicBezTo>
                  <a:lnTo>
                    <a:pt x="410093" y="322991"/>
                  </a:lnTo>
                  <a:cubicBezTo>
                    <a:pt x="418171" y="317942"/>
                    <a:pt x="418171" y="303274"/>
                    <a:pt x="410093" y="288701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4812185" y="2127070"/>
              <a:ext cx="353313" cy="495871"/>
            </a:xfrm>
            <a:custGeom>
              <a:avLst/>
              <a:gdLst/>
              <a:ahLst/>
              <a:cxnLst/>
              <a:rect l="l" t="t" r="r" b="b"/>
              <a:pathLst>
                <a:path w="353313" h="495871" extrusionOk="0">
                  <a:moveTo>
                    <a:pt x="340010" y="188881"/>
                  </a:moveTo>
                  <a:lnTo>
                    <a:pt x="13589" y="0"/>
                  </a:lnTo>
                  <a:cubicBezTo>
                    <a:pt x="4960" y="28061"/>
                    <a:pt x="380" y="57217"/>
                    <a:pt x="0" y="86582"/>
                  </a:cubicBezTo>
                  <a:lnTo>
                    <a:pt x="0" y="291179"/>
                  </a:lnTo>
                  <a:lnTo>
                    <a:pt x="149574" y="377762"/>
                  </a:lnTo>
                  <a:lnTo>
                    <a:pt x="176847" y="220409"/>
                  </a:lnTo>
                  <a:lnTo>
                    <a:pt x="204025" y="409289"/>
                  </a:lnTo>
                  <a:lnTo>
                    <a:pt x="353314" y="495872"/>
                  </a:lnTo>
                  <a:lnTo>
                    <a:pt x="353314" y="291179"/>
                  </a:lnTo>
                  <a:cubicBezTo>
                    <a:pt x="352592" y="256699"/>
                    <a:pt x="348126" y="222399"/>
                    <a:pt x="340010" y="1888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4825774" y="2064110"/>
              <a:ext cx="326421" cy="236124"/>
            </a:xfrm>
            <a:custGeom>
              <a:avLst/>
              <a:gdLst/>
              <a:ahLst/>
              <a:cxnLst/>
              <a:rect l="l" t="t" r="r" b="b"/>
              <a:pathLst>
                <a:path w="326421" h="236124" extrusionOk="0">
                  <a:moveTo>
                    <a:pt x="326421" y="188881"/>
                  </a:moveTo>
                  <a:lnTo>
                    <a:pt x="0" y="0"/>
                  </a:lnTo>
                  <a:lnTo>
                    <a:pt x="0" y="47244"/>
                  </a:lnTo>
                  <a:lnTo>
                    <a:pt x="326421" y="236125"/>
                  </a:lnTo>
                  <a:lnTo>
                    <a:pt x="326421" y="188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4803918" y="3156860"/>
              <a:ext cx="410711" cy="349715"/>
            </a:xfrm>
            <a:custGeom>
              <a:avLst/>
              <a:gdLst/>
              <a:ahLst/>
              <a:cxnLst/>
              <a:rect l="l" t="t" r="r" b="b"/>
              <a:pathLst>
                <a:path w="410711" h="349715" extrusionOk="0">
                  <a:moveTo>
                    <a:pt x="410711" y="349716"/>
                  </a:moveTo>
                  <a:lnTo>
                    <a:pt x="340865" y="309139"/>
                  </a:lnTo>
                  <a:lnTo>
                    <a:pt x="316158" y="294757"/>
                  </a:lnTo>
                  <a:lnTo>
                    <a:pt x="307891" y="289899"/>
                  </a:lnTo>
                  <a:lnTo>
                    <a:pt x="247548" y="255132"/>
                  </a:lnTo>
                  <a:lnTo>
                    <a:pt x="72221" y="153787"/>
                  </a:lnTo>
                  <a:lnTo>
                    <a:pt x="72221" y="153787"/>
                  </a:lnTo>
                  <a:lnTo>
                    <a:pt x="0" y="111972"/>
                  </a:lnTo>
                  <a:lnTo>
                    <a:pt x="0" y="11388"/>
                  </a:lnTo>
                  <a:cubicBezTo>
                    <a:pt x="0" y="1387"/>
                    <a:pt x="6937" y="-2709"/>
                    <a:pt x="15680" y="1863"/>
                  </a:cubicBezTo>
                  <a:cubicBezTo>
                    <a:pt x="22417" y="6425"/>
                    <a:pt x="27406" y="13141"/>
                    <a:pt x="29839" y="20913"/>
                  </a:cubicBezTo>
                  <a:lnTo>
                    <a:pt x="32785" y="30438"/>
                  </a:lnTo>
                  <a:cubicBezTo>
                    <a:pt x="42696" y="61556"/>
                    <a:pt x="63042" y="88274"/>
                    <a:pt x="90372" y="106066"/>
                  </a:cubicBezTo>
                  <a:cubicBezTo>
                    <a:pt x="125247" y="126259"/>
                    <a:pt x="153755" y="109781"/>
                    <a:pt x="153755" y="69300"/>
                  </a:cubicBezTo>
                  <a:lnTo>
                    <a:pt x="153755" y="57108"/>
                  </a:lnTo>
                  <a:cubicBezTo>
                    <a:pt x="153755" y="44725"/>
                    <a:pt x="162498" y="39487"/>
                    <a:pt x="172761" y="45773"/>
                  </a:cubicBezTo>
                  <a:cubicBezTo>
                    <a:pt x="177826" y="48897"/>
                    <a:pt x="182093" y="53174"/>
                    <a:pt x="185210" y="58251"/>
                  </a:cubicBezTo>
                  <a:lnTo>
                    <a:pt x="213053" y="101018"/>
                  </a:lnTo>
                  <a:lnTo>
                    <a:pt x="181694" y="118639"/>
                  </a:lnTo>
                  <a:lnTo>
                    <a:pt x="199084" y="148548"/>
                  </a:lnTo>
                  <a:lnTo>
                    <a:pt x="231963" y="129498"/>
                  </a:lnTo>
                  <a:lnTo>
                    <a:pt x="246217" y="151501"/>
                  </a:lnTo>
                  <a:lnTo>
                    <a:pt x="216284" y="168836"/>
                  </a:lnTo>
                  <a:lnTo>
                    <a:pt x="233484" y="198840"/>
                  </a:lnTo>
                  <a:lnTo>
                    <a:pt x="265128" y="180552"/>
                  </a:lnTo>
                  <a:lnTo>
                    <a:pt x="279382" y="202555"/>
                  </a:lnTo>
                  <a:lnTo>
                    <a:pt x="250874" y="219128"/>
                  </a:lnTo>
                  <a:lnTo>
                    <a:pt x="268074" y="249132"/>
                  </a:lnTo>
                  <a:lnTo>
                    <a:pt x="298388" y="231606"/>
                  </a:lnTo>
                  <a:cubicBezTo>
                    <a:pt x="316054" y="257676"/>
                    <a:pt x="339012" y="279717"/>
                    <a:pt x="365763" y="296281"/>
                  </a:cubicBezTo>
                  <a:lnTo>
                    <a:pt x="371274" y="299329"/>
                  </a:lnTo>
                  <a:cubicBezTo>
                    <a:pt x="389567" y="311340"/>
                    <a:pt x="403422" y="329047"/>
                    <a:pt x="410711" y="349716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4593051" y="480769"/>
              <a:ext cx="842423" cy="783621"/>
            </a:xfrm>
            <a:custGeom>
              <a:avLst/>
              <a:gdLst/>
              <a:ahLst/>
              <a:cxnLst/>
              <a:rect l="l" t="t" r="r" b="b"/>
              <a:pathLst>
                <a:path w="842423" h="783621" extrusionOk="0">
                  <a:moveTo>
                    <a:pt x="842423" y="783622"/>
                  </a:moveTo>
                  <a:lnTo>
                    <a:pt x="0" y="299180"/>
                  </a:lnTo>
                  <a:lnTo>
                    <a:pt x="0" y="0"/>
                  </a:lnTo>
                  <a:lnTo>
                    <a:pt x="842423" y="484346"/>
                  </a:lnTo>
                  <a:lnTo>
                    <a:pt x="842423" y="783622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9"/>
            <p:cNvSpPr/>
            <p:nvPr/>
          </p:nvSpPr>
          <p:spPr>
            <a:xfrm>
              <a:off x="4315759" y="484198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238" y="0"/>
                  </a:lnTo>
                  <a:lnTo>
                    <a:pt x="384008" y="60007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9"/>
            <p:cNvSpPr/>
            <p:nvPr/>
          </p:nvSpPr>
          <p:spPr>
            <a:xfrm>
              <a:off x="4419530" y="544206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866" y="270224"/>
                  </a:moveTo>
                  <a:lnTo>
                    <a:pt x="0" y="210217"/>
                  </a:lnTo>
                  <a:lnTo>
                    <a:pt x="280238" y="0"/>
                  </a:lnTo>
                  <a:lnTo>
                    <a:pt x="384008" y="60103"/>
                  </a:lnTo>
                  <a:lnTo>
                    <a:pt x="103866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4523395" y="604308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3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4627166" y="66431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2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4730936" y="72441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4834707" y="78442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4938478" y="84452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5042248" y="904537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4008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4316519" y="69355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2005" y="36601"/>
                    <a:pt x="21267" y="70060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4420290" y="753661"/>
              <a:ext cx="103865" cy="97152"/>
            </a:xfrm>
            <a:custGeom>
              <a:avLst/>
              <a:gdLst/>
              <a:ahLst/>
              <a:cxnLst/>
              <a:rect l="l" t="t" r="r" b="b"/>
              <a:pathLst>
                <a:path w="103865" h="97152" extrusionOk="0">
                  <a:moveTo>
                    <a:pt x="51980" y="90011"/>
                  </a:moveTo>
                  <a:cubicBezTo>
                    <a:pt x="80489" y="106680"/>
                    <a:pt x="103866" y="93154"/>
                    <a:pt x="103866" y="60007"/>
                  </a:cubicBezTo>
                  <a:lnTo>
                    <a:pt x="0" y="0"/>
                  </a:lnTo>
                  <a:cubicBezTo>
                    <a:pt x="2005" y="36598"/>
                    <a:pt x="21315" y="70038"/>
                    <a:pt x="51980" y="90011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4524441" y="81366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2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4627926" y="873771"/>
              <a:ext cx="103770" cy="97187"/>
            </a:xfrm>
            <a:custGeom>
              <a:avLst/>
              <a:gdLst/>
              <a:ahLst/>
              <a:cxnLst/>
              <a:rect l="l" t="t" r="r" b="b"/>
              <a:pathLst>
                <a:path w="103770" h="97187" extrusionOk="0">
                  <a:moveTo>
                    <a:pt x="51885" y="90106"/>
                  </a:moveTo>
                  <a:cubicBezTo>
                    <a:pt x="80394" y="106680"/>
                    <a:pt x="103771" y="93154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4731697" y="93377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3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4835467" y="99388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939238" y="1053889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0" y="93250"/>
                    <a:pt x="103770" y="60103"/>
                  </a:cubicBezTo>
                  <a:lnTo>
                    <a:pt x="0" y="0"/>
                  </a:lnTo>
                  <a:cubicBezTo>
                    <a:pt x="1863" y="36642"/>
                    <a:pt x="21163" y="70158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5043008" y="111399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5" name="Google Shape;905;p19"/>
            <p:cNvGrpSpPr/>
            <p:nvPr/>
          </p:nvGrpSpPr>
          <p:grpSpPr>
            <a:xfrm>
              <a:off x="4316519" y="693558"/>
              <a:ext cx="830259" cy="517637"/>
              <a:chOff x="5840944" y="1418558"/>
              <a:chExt cx="830259" cy="517637"/>
            </a:xfrm>
          </p:grpSpPr>
          <p:sp>
            <p:nvSpPr>
              <p:cNvPr id="906" name="Google Shape;906;p19"/>
              <p:cNvSpPr/>
              <p:nvPr/>
            </p:nvSpPr>
            <p:spPr>
              <a:xfrm>
                <a:off x="5840944" y="141855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2005" y="36601"/>
                      <a:pt x="21267" y="70060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5944715" y="1478661"/>
                <a:ext cx="103865" cy="97152"/>
              </a:xfrm>
              <a:custGeom>
                <a:avLst/>
                <a:gdLst/>
                <a:ahLst/>
                <a:cxnLst/>
                <a:rect l="l" t="t" r="r" b="b"/>
                <a:pathLst>
                  <a:path w="103865" h="97152" extrusionOk="0">
                    <a:moveTo>
                      <a:pt x="51980" y="90011"/>
                    </a:moveTo>
                    <a:cubicBezTo>
                      <a:pt x="80489" y="106680"/>
                      <a:pt x="103866" y="93154"/>
                      <a:pt x="103866" y="60007"/>
                    </a:cubicBezTo>
                    <a:lnTo>
                      <a:pt x="0" y="0"/>
                    </a:lnTo>
                    <a:cubicBezTo>
                      <a:pt x="2005" y="36598"/>
                      <a:pt x="21315" y="70038"/>
                      <a:pt x="51980" y="9001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6048866" y="153866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2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6152351" y="1598771"/>
                <a:ext cx="103770" cy="97187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187" extrusionOk="0">
                    <a:moveTo>
                      <a:pt x="51885" y="90106"/>
                    </a:moveTo>
                    <a:cubicBezTo>
                      <a:pt x="80394" y="106680"/>
                      <a:pt x="103771" y="93154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6256122" y="165877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3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6359892" y="171888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6463663" y="1778889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0" y="93250"/>
                      <a:pt x="103770" y="60103"/>
                    </a:cubicBezTo>
                    <a:lnTo>
                      <a:pt x="0" y="0"/>
                    </a:lnTo>
                    <a:cubicBezTo>
                      <a:pt x="1863" y="36642"/>
                      <a:pt x="21163" y="70158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6567433" y="183899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4" name="Google Shape;914;p19"/>
            <p:cNvSpPr/>
            <p:nvPr/>
          </p:nvSpPr>
          <p:spPr>
            <a:xfrm>
              <a:off x="5776434" y="3835950"/>
              <a:ext cx="422399" cy="244506"/>
            </a:xfrm>
            <a:custGeom>
              <a:avLst/>
              <a:gdLst/>
              <a:ahLst/>
              <a:cxnLst/>
              <a:rect l="l" t="t" r="r" b="b"/>
              <a:pathLst>
                <a:path w="422399" h="244506" extrusionOk="0">
                  <a:moveTo>
                    <a:pt x="375265" y="244507"/>
                  </a:moveTo>
                  <a:lnTo>
                    <a:pt x="0" y="27337"/>
                  </a:lnTo>
                  <a:lnTo>
                    <a:pt x="47039" y="0"/>
                  </a:lnTo>
                  <a:lnTo>
                    <a:pt x="422399" y="217075"/>
                  </a:lnTo>
                  <a:lnTo>
                    <a:pt x="375265" y="24450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5919927" y="3349699"/>
              <a:ext cx="376785" cy="648842"/>
            </a:xfrm>
            <a:custGeom>
              <a:avLst/>
              <a:gdLst/>
              <a:ahLst/>
              <a:cxnLst/>
              <a:rect l="l" t="t" r="r" b="b"/>
              <a:pathLst>
                <a:path w="376785" h="648842" extrusionOk="0">
                  <a:moveTo>
                    <a:pt x="376786" y="648843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786" y="648843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5821952" y="3404277"/>
              <a:ext cx="376880" cy="648747"/>
            </a:xfrm>
            <a:custGeom>
              <a:avLst/>
              <a:gdLst/>
              <a:ahLst/>
              <a:cxnLst/>
              <a:rect l="l" t="t" r="r" b="b"/>
              <a:pathLst>
                <a:path w="376880" h="648747" extrusionOk="0">
                  <a:moveTo>
                    <a:pt x="376881" y="648748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881" y="648748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6151700" y="3513243"/>
              <a:ext cx="145012" cy="539781"/>
            </a:xfrm>
            <a:custGeom>
              <a:avLst/>
              <a:gdLst/>
              <a:ahLst/>
              <a:cxnLst/>
              <a:rect l="l" t="t" r="r" b="b"/>
              <a:pathLst>
                <a:path w="145012" h="539781" extrusionOk="0">
                  <a:moveTo>
                    <a:pt x="47134" y="539782"/>
                  </a:moveTo>
                  <a:lnTo>
                    <a:pt x="145013" y="485299"/>
                  </a:lnTo>
                  <a:lnTo>
                    <a:pt x="97974" y="0"/>
                  </a:lnTo>
                  <a:lnTo>
                    <a:pt x="0" y="54578"/>
                  </a:lnTo>
                  <a:lnTo>
                    <a:pt x="47134" y="539782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5869087" y="3349699"/>
              <a:ext cx="97973" cy="104584"/>
            </a:xfrm>
            <a:custGeom>
              <a:avLst/>
              <a:gdLst/>
              <a:ahLst/>
              <a:cxnLst/>
              <a:rect l="l" t="t" r="r" b="b"/>
              <a:pathLst>
                <a:path w="97973" h="104584" extrusionOk="0">
                  <a:moveTo>
                    <a:pt x="0" y="54578"/>
                  </a:moveTo>
                  <a:lnTo>
                    <a:pt x="97974" y="0"/>
                  </a:lnTo>
                  <a:lnTo>
                    <a:pt x="86476" y="104584"/>
                  </a:lnTo>
                  <a:lnTo>
                    <a:pt x="0" y="54578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5939787" y="3382376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5"/>
                    <a:pt x="31739" y="-14008"/>
                    <a:pt x="70606" y="8471"/>
                  </a:cubicBezTo>
                  <a:cubicBezTo>
                    <a:pt x="109472" y="30950"/>
                    <a:pt x="141211" y="91815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6031584" y="3326084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4"/>
                    <a:pt x="31739" y="-14008"/>
                    <a:pt x="70606" y="8471"/>
                  </a:cubicBezTo>
                  <a:cubicBezTo>
                    <a:pt x="109472" y="30950"/>
                    <a:pt x="141211" y="92291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5273451" y="4003686"/>
              <a:ext cx="608559" cy="352234"/>
            </a:xfrm>
            <a:custGeom>
              <a:avLst/>
              <a:gdLst/>
              <a:ahLst/>
              <a:cxnLst/>
              <a:rect l="l" t="t" r="r" b="b"/>
              <a:pathLst>
                <a:path w="608559" h="352234" extrusionOk="0">
                  <a:moveTo>
                    <a:pt x="540709" y="352234"/>
                  </a:moveTo>
                  <a:lnTo>
                    <a:pt x="0" y="39529"/>
                  </a:lnTo>
                  <a:lnTo>
                    <a:pt x="67850" y="0"/>
                  </a:lnTo>
                  <a:lnTo>
                    <a:pt x="608559" y="312801"/>
                  </a:lnTo>
                  <a:lnTo>
                    <a:pt x="540709" y="35223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5480232" y="3303313"/>
              <a:ext cx="542799" cy="934592"/>
            </a:xfrm>
            <a:custGeom>
              <a:avLst/>
              <a:gdLst/>
              <a:ahLst/>
              <a:cxnLst/>
              <a:rect l="l" t="t" r="r" b="b"/>
              <a:pathLst>
                <a:path w="542799" h="934592" extrusionOk="0">
                  <a:moveTo>
                    <a:pt x="542800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4950" y="235648"/>
                  </a:lnTo>
                  <a:lnTo>
                    <a:pt x="542800" y="9345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5339115" y="3381894"/>
              <a:ext cx="542894" cy="934592"/>
            </a:xfrm>
            <a:custGeom>
              <a:avLst/>
              <a:gdLst/>
              <a:ahLst/>
              <a:cxnLst/>
              <a:rect l="l" t="t" r="r" b="b"/>
              <a:pathLst>
                <a:path w="542894" h="934592" extrusionOk="0">
                  <a:moveTo>
                    <a:pt x="542895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5045" y="235553"/>
                  </a:lnTo>
                  <a:lnTo>
                    <a:pt x="542895" y="9345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5814160" y="3538961"/>
              <a:ext cx="208871" cy="777525"/>
            </a:xfrm>
            <a:custGeom>
              <a:avLst/>
              <a:gdLst/>
              <a:ahLst/>
              <a:cxnLst/>
              <a:rect l="l" t="t" r="r" b="b"/>
              <a:pathLst>
                <a:path w="208871" h="777525" extrusionOk="0">
                  <a:moveTo>
                    <a:pt x="67850" y="777526"/>
                  </a:moveTo>
                  <a:lnTo>
                    <a:pt x="208871" y="698945"/>
                  </a:lnTo>
                  <a:lnTo>
                    <a:pt x="141021" y="0"/>
                  </a:lnTo>
                  <a:lnTo>
                    <a:pt x="0" y="78486"/>
                  </a:lnTo>
                  <a:lnTo>
                    <a:pt x="67850" y="7775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5406965" y="3303313"/>
              <a:ext cx="141116" cy="150685"/>
            </a:xfrm>
            <a:custGeom>
              <a:avLst/>
              <a:gdLst/>
              <a:ahLst/>
              <a:cxnLst/>
              <a:rect l="l" t="t" r="r" b="b"/>
              <a:pathLst>
                <a:path w="141116" h="150685" extrusionOk="0">
                  <a:moveTo>
                    <a:pt x="0" y="78581"/>
                  </a:moveTo>
                  <a:lnTo>
                    <a:pt x="141117" y="0"/>
                  </a:lnTo>
                  <a:lnTo>
                    <a:pt x="124582" y="150685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5508835" y="3350470"/>
              <a:ext cx="203454" cy="206683"/>
            </a:xfrm>
            <a:custGeom>
              <a:avLst/>
              <a:gdLst/>
              <a:ahLst/>
              <a:cxnLst/>
              <a:rect l="l" t="t" r="r" b="b"/>
              <a:pathLst>
                <a:path w="203454" h="206683" extrusionOk="0">
                  <a:moveTo>
                    <a:pt x="203455" y="206684"/>
                  </a:moveTo>
                  <a:lnTo>
                    <a:pt x="178367" y="191730"/>
                  </a:lnTo>
                  <a:cubicBezTo>
                    <a:pt x="178367" y="133151"/>
                    <a:pt x="143967" y="65619"/>
                    <a:pt x="101775" y="41235"/>
                  </a:cubicBezTo>
                  <a:cubicBezTo>
                    <a:pt x="59582" y="16851"/>
                    <a:pt x="25087" y="44473"/>
                    <a:pt x="25087" y="103052"/>
                  </a:cubicBezTo>
                  <a:lnTo>
                    <a:pt x="0" y="88574"/>
                  </a:lnTo>
                  <a:cubicBezTo>
                    <a:pt x="0" y="13993"/>
                    <a:pt x="45613" y="-20297"/>
                    <a:pt x="101775" y="12374"/>
                  </a:cubicBezTo>
                  <a:cubicBezTo>
                    <a:pt x="157936" y="45045"/>
                    <a:pt x="203455" y="132103"/>
                    <a:pt x="203455" y="206684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5641209" y="3269779"/>
              <a:ext cx="203454" cy="206316"/>
            </a:xfrm>
            <a:custGeom>
              <a:avLst/>
              <a:gdLst/>
              <a:ahLst/>
              <a:cxnLst/>
              <a:rect l="l" t="t" r="r" b="b"/>
              <a:pathLst>
                <a:path w="203454" h="206316" extrusionOk="0">
                  <a:moveTo>
                    <a:pt x="203455" y="206317"/>
                  </a:moveTo>
                  <a:lnTo>
                    <a:pt x="178367" y="191744"/>
                  </a:lnTo>
                  <a:cubicBezTo>
                    <a:pt x="178367" y="133165"/>
                    <a:pt x="143967" y="65633"/>
                    <a:pt x="101775" y="41153"/>
                  </a:cubicBezTo>
                  <a:cubicBezTo>
                    <a:pt x="59582" y="16674"/>
                    <a:pt x="25088" y="44487"/>
                    <a:pt x="25088" y="103066"/>
                  </a:cubicBezTo>
                  <a:lnTo>
                    <a:pt x="0" y="88588"/>
                  </a:lnTo>
                  <a:cubicBezTo>
                    <a:pt x="0" y="13912"/>
                    <a:pt x="45708" y="-20283"/>
                    <a:pt x="101775" y="12388"/>
                  </a:cubicBezTo>
                  <a:cubicBezTo>
                    <a:pt x="157842" y="45059"/>
                    <a:pt x="203455" y="131641"/>
                    <a:pt x="203455" y="206317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3370326" y="2746576"/>
              <a:ext cx="431236" cy="248888"/>
            </a:xfrm>
            <a:custGeom>
              <a:avLst/>
              <a:gdLst/>
              <a:ahLst/>
              <a:cxnLst/>
              <a:rect l="l" t="t" r="r" b="b"/>
              <a:pathLst>
                <a:path w="431236" h="248888" extrusionOk="0">
                  <a:moveTo>
                    <a:pt x="203170" y="248888"/>
                  </a:moveTo>
                  <a:lnTo>
                    <a:pt x="0" y="132016"/>
                  </a:lnTo>
                  <a:lnTo>
                    <a:pt x="228162" y="0"/>
                  </a:lnTo>
                  <a:lnTo>
                    <a:pt x="431237" y="116967"/>
                  </a:lnTo>
                  <a:lnTo>
                    <a:pt x="203170" y="248888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3388571" y="2474923"/>
              <a:ext cx="435798" cy="252221"/>
            </a:xfrm>
            <a:custGeom>
              <a:avLst/>
              <a:gdLst/>
              <a:ahLst/>
              <a:cxnLst/>
              <a:rect l="l" t="t" r="r" b="b"/>
              <a:pathLst>
                <a:path w="435798" h="252221" extrusionOk="0">
                  <a:moveTo>
                    <a:pt x="217899" y="252222"/>
                  </a:moveTo>
                  <a:lnTo>
                    <a:pt x="0" y="126111"/>
                  </a:lnTo>
                  <a:lnTo>
                    <a:pt x="217899" y="0"/>
                  </a:lnTo>
                  <a:lnTo>
                    <a:pt x="435798" y="126111"/>
                  </a:lnTo>
                  <a:lnTo>
                    <a:pt x="217899" y="2522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3606470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235172"/>
                  </a:moveTo>
                  <a:lnTo>
                    <a:pt x="0" y="352711"/>
                  </a:lnTo>
                  <a:lnTo>
                    <a:pt x="0" y="117538"/>
                  </a:lnTo>
                  <a:lnTo>
                    <a:pt x="203170" y="0"/>
                  </a:lnTo>
                  <a:lnTo>
                    <a:pt x="203170" y="23517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3403301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352711"/>
                  </a:moveTo>
                  <a:lnTo>
                    <a:pt x="0" y="235172"/>
                  </a:lnTo>
                  <a:lnTo>
                    <a:pt x="0" y="0"/>
                  </a:lnTo>
                  <a:lnTo>
                    <a:pt x="203170" y="117538"/>
                  </a:lnTo>
                  <a:lnTo>
                    <a:pt x="203170" y="35271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3403301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0" y="0"/>
                  </a:moveTo>
                  <a:lnTo>
                    <a:pt x="0" y="61532"/>
                  </a:lnTo>
                  <a:lnTo>
                    <a:pt x="203170" y="177737"/>
                  </a:lnTo>
                  <a:lnTo>
                    <a:pt x="203170" y="117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3606470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203170" y="0"/>
                  </a:moveTo>
                  <a:lnTo>
                    <a:pt x="203170" y="65913"/>
                  </a:lnTo>
                  <a:lnTo>
                    <a:pt x="0" y="177737"/>
                  </a:lnTo>
                  <a:lnTo>
                    <a:pt x="0" y="117824"/>
                  </a:lnTo>
                  <a:lnTo>
                    <a:pt x="20317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3388571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0"/>
                  </a:moveTo>
                  <a:lnTo>
                    <a:pt x="0" y="65151"/>
                  </a:lnTo>
                  <a:lnTo>
                    <a:pt x="217899" y="189547"/>
                  </a:lnTo>
                  <a:lnTo>
                    <a:pt x="217899" y="126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3606470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189547"/>
                  </a:moveTo>
                  <a:lnTo>
                    <a:pt x="217899" y="70295"/>
                  </a:lnTo>
                  <a:lnTo>
                    <a:pt x="217899" y="0"/>
                  </a:lnTo>
                  <a:lnTo>
                    <a:pt x="0" y="126111"/>
                  </a:lnTo>
                  <a:lnTo>
                    <a:pt x="0" y="189547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6048784" y="4120462"/>
              <a:ext cx="389804" cy="224885"/>
            </a:xfrm>
            <a:custGeom>
              <a:avLst/>
              <a:gdLst/>
              <a:ahLst/>
              <a:cxnLst/>
              <a:rect l="l" t="t" r="r" b="b"/>
              <a:pathLst>
                <a:path w="389804" h="224885" extrusionOk="0">
                  <a:moveTo>
                    <a:pt x="183404" y="224885"/>
                  </a:moveTo>
                  <a:lnTo>
                    <a:pt x="0" y="119444"/>
                  </a:lnTo>
                  <a:lnTo>
                    <a:pt x="206401" y="0"/>
                  </a:lnTo>
                  <a:lnTo>
                    <a:pt x="389805" y="105537"/>
                  </a:lnTo>
                  <a:lnTo>
                    <a:pt x="183404" y="22488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6065699" y="3875193"/>
              <a:ext cx="393415" cy="227647"/>
            </a:xfrm>
            <a:custGeom>
              <a:avLst/>
              <a:gdLst/>
              <a:ahLst/>
              <a:cxnLst/>
              <a:rect l="l" t="t" r="r" b="b"/>
              <a:pathLst>
                <a:path w="393415" h="227647" extrusionOk="0">
                  <a:moveTo>
                    <a:pt x="196708" y="227647"/>
                  </a:moveTo>
                  <a:lnTo>
                    <a:pt x="0" y="113824"/>
                  </a:lnTo>
                  <a:lnTo>
                    <a:pt x="196708" y="0"/>
                  </a:lnTo>
                  <a:lnTo>
                    <a:pt x="393416" y="113824"/>
                  </a:lnTo>
                  <a:lnTo>
                    <a:pt x="196708" y="227647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9"/>
            <p:cNvSpPr/>
            <p:nvPr/>
          </p:nvSpPr>
          <p:spPr>
            <a:xfrm>
              <a:off x="6262407" y="4009401"/>
              <a:ext cx="183404" cy="318420"/>
            </a:xfrm>
            <a:custGeom>
              <a:avLst/>
              <a:gdLst/>
              <a:ahLst/>
              <a:cxnLst/>
              <a:rect l="l" t="t" r="r" b="b"/>
              <a:pathLst>
                <a:path w="183404" h="318420" extrusionOk="0">
                  <a:moveTo>
                    <a:pt x="183404" y="212312"/>
                  </a:moveTo>
                  <a:lnTo>
                    <a:pt x="0" y="318421"/>
                  </a:lnTo>
                  <a:lnTo>
                    <a:pt x="0" y="106109"/>
                  </a:lnTo>
                  <a:lnTo>
                    <a:pt x="183404" y="0"/>
                  </a:lnTo>
                  <a:lnTo>
                    <a:pt x="183404" y="21231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6079003" y="4009401"/>
              <a:ext cx="183403" cy="318420"/>
            </a:xfrm>
            <a:custGeom>
              <a:avLst/>
              <a:gdLst/>
              <a:ahLst/>
              <a:cxnLst/>
              <a:rect l="l" t="t" r="r" b="b"/>
              <a:pathLst>
                <a:path w="183403" h="318420" extrusionOk="0">
                  <a:moveTo>
                    <a:pt x="183404" y="318421"/>
                  </a:moveTo>
                  <a:lnTo>
                    <a:pt x="0" y="212312"/>
                  </a:lnTo>
                  <a:lnTo>
                    <a:pt x="0" y="0"/>
                  </a:lnTo>
                  <a:lnTo>
                    <a:pt x="183404" y="106109"/>
                  </a:lnTo>
                  <a:lnTo>
                    <a:pt x="183404" y="31842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6079003" y="4009401"/>
              <a:ext cx="183403" cy="160496"/>
            </a:xfrm>
            <a:custGeom>
              <a:avLst/>
              <a:gdLst/>
              <a:ahLst/>
              <a:cxnLst/>
              <a:rect l="l" t="t" r="r" b="b"/>
              <a:pathLst>
                <a:path w="183403" h="160496" extrusionOk="0">
                  <a:moveTo>
                    <a:pt x="0" y="0"/>
                  </a:moveTo>
                  <a:lnTo>
                    <a:pt x="0" y="55531"/>
                  </a:lnTo>
                  <a:lnTo>
                    <a:pt x="183404" y="160496"/>
                  </a:lnTo>
                  <a:lnTo>
                    <a:pt x="183404" y="106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6262407" y="4009401"/>
              <a:ext cx="183404" cy="160496"/>
            </a:xfrm>
            <a:custGeom>
              <a:avLst/>
              <a:gdLst/>
              <a:ahLst/>
              <a:cxnLst/>
              <a:rect l="l" t="t" r="r" b="b"/>
              <a:pathLst>
                <a:path w="183404" h="160496" extrusionOk="0">
                  <a:moveTo>
                    <a:pt x="183404" y="0"/>
                  </a:moveTo>
                  <a:lnTo>
                    <a:pt x="183404" y="59531"/>
                  </a:lnTo>
                  <a:lnTo>
                    <a:pt x="0" y="160496"/>
                  </a:lnTo>
                  <a:lnTo>
                    <a:pt x="0" y="106394"/>
                  </a:lnTo>
                  <a:lnTo>
                    <a:pt x="183404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6065699" y="3989017"/>
              <a:ext cx="196707" cy="171164"/>
            </a:xfrm>
            <a:custGeom>
              <a:avLst/>
              <a:gdLst/>
              <a:ahLst/>
              <a:cxnLst/>
              <a:rect l="l" t="t" r="r" b="b"/>
              <a:pathLst>
                <a:path w="196707" h="171164" extrusionOk="0">
                  <a:moveTo>
                    <a:pt x="0" y="0"/>
                  </a:moveTo>
                  <a:lnTo>
                    <a:pt x="0" y="58864"/>
                  </a:lnTo>
                  <a:lnTo>
                    <a:pt x="196708" y="171164"/>
                  </a:lnTo>
                  <a:lnTo>
                    <a:pt x="196708" y="11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6262407" y="3989017"/>
              <a:ext cx="196708" cy="171164"/>
            </a:xfrm>
            <a:custGeom>
              <a:avLst/>
              <a:gdLst/>
              <a:ahLst/>
              <a:cxnLst/>
              <a:rect l="l" t="t" r="r" b="b"/>
              <a:pathLst>
                <a:path w="196708" h="171164" extrusionOk="0">
                  <a:moveTo>
                    <a:pt x="0" y="171164"/>
                  </a:moveTo>
                  <a:lnTo>
                    <a:pt x="196708" y="63437"/>
                  </a:lnTo>
                  <a:lnTo>
                    <a:pt x="196708" y="0"/>
                  </a:lnTo>
                  <a:lnTo>
                    <a:pt x="0" y="113824"/>
                  </a:lnTo>
                  <a:lnTo>
                    <a:pt x="0" y="171164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3676221" y="3054710"/>
              <a:ext cx="439504" cy="254317"/>
            </a:xfrm>
            <a:custGeom>
              <a:avLst/>
              <a:gdLst/>
              <a:ahLst/>
              <a:cxnLst/>
              <a:rect l="l" t="t" r="r" b="b"/>
              <a:pathLst>
                <a:path w="439504" h="254317" extrusionOk="0">
                  <a:moveTo>
                    <a:pt x="390470" y="254317"/>
                  </a:moveTo>
                  <a:lnTo>
                    <a:pt x="0" y="28480"/>
                  </a:lnTo>
                  <a:lnTo>
                    <a:pt x="49034" y="0"/>
                  </a:lnTo>
                  <a:lnTo>
                    <a:pt x="439504" y="225838"/>
                  </a:lnTo>
                  <a:lnTo>
                    <a:pt x="390470" y="25431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3825510" y="2548837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212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3723640" y="2605606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117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4066691" y="2719049"/>
              <a:ext cx="150904" cy="561498"/>
            </a:xfrm>
            <a:custGeom>
              <a:avLst/>
              <a:gdLst/>
              <a:ahLst/>
              <a:cxnLst/>
              <a:rect l="l" t="t" r="r" b="b"/>
              <a:pathLst>
                <a:path w="150904" h="561498" extrusionOk="0">
                  <a:moveTo>
                    <a:pt x="49034" y="561499"/>
                  </a:moveTo>
                  <a:lnTo>
                    <a:pt x="150904" y="504730"/>
                  </a:lnTo>
                  <a:lnTo>
                    <a:pt x="101870" y="0"/>
                  </a:lnTo>
                  <a:lnTo>
                    <a:pt x="0" y="56674"/>
                  </a:lnTo>
                  <a:lnTo>
                    <a:pt x="49034" y="561499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3772674" y="2548837"/>
              <a:ext cx="101869" cy="108775"/>
            </a:xfrm>
            <a:custGeom>
              <a:avLst/>
              <a:gdLst/>
              <a:ahLst/>
              <a:cxnLst/>
              <a:rect l="l" t="t" r="r" b="b"/>
              <a:pathLst>
                <a:path w="101869" h="108775" extrusionOk="0">
                  <a:moveTo>
                    <a:pt x="0" y="56769"/>
                  </a:moveTo>
                  <a:lnTo>
                    <a:pt x="101870" y="0"/>
                  </a:lnTo>
                  <a:lnTo>
                    <a:pt x="89992" y="108775"/>
                  </a:lnTo>
                  <a:lnTo>
                    <a:pt x="0" y="56769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3846226" y="258352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185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4756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9"/>
            <p:cNvSpPr/>
            <p:nvPr/>
          </p:nvSpPr>
          <p:spPr>
            <a:xfrm>
              <a:off x="3941824" y="252456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280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5137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9"/>
            <p:cNvSpPr/>
            <p:nvPr/>
          </p:nvSpPr>
          <p:spPr>
            <a:xfrm>
              <a:off x="2533225" y="4605761"/>
              <a:ext cx="828643" cy="479488"/>
            </a:xfrm>
            <a:custGeom>
              <a:avLst/>
              <a:gdLst/>
              <a:ahLst/>
              <a:cxnLst/>
              <a:rect l="l" t="t" r="r" b="b"/>
              <a:pathLst>
                <a:path w="828643" h="479488" extrusionOk="0">
                  <a:moveTo>
                    <a:pt x="828644" y="239744"/>
                  </a:moveTo>
                  <a:cubicBezTo>
                    <a:pt x="828644" y="372151"/>
                    <a:pt x="643146" y="479489"/>
                    <a:pt x="414322" y="479489"/>
                  </a:cubicBezTo>
                  <a:cubicBezTo>
                    <a:pt x="185498" y="479489"/>
                    <a:pt x="0" y="372151"/>
                    <a:pt x="0" y="239744"/>
                  </a:cubicBezTo>
                  <a:cubicBezTo>
                    <a:pt x="0" y="107337"/>
                    <a:pt x="185498" y="0"/>
                    <a:pt x="414322" y="0"/>
                  </a:cubicBezTo>
                  <a:cubicBezTo>
                    <a:pt x="643146" y="0"/>
                    <a:pt x="828644" y="107337"/>
                    <a:pt x="828644" y="23974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2599924" y="3049662"/>
              <a:ext cx="198618" cy="433482"/>
            </a:xfrm>
            <a:custGeom>
              <a:avLst/>
              <a:gdLst/>
              <a:ahLst/>
              <a:cxnLst/>
              <a:rect l="l" t="t" r="r" b="b"/>
              <a:pathLst>
                <a:path w="198618" h="433482" extrusionOk="0">
                  <a:moveTo>
                    <a:pt x="43818" y="0"/>
                  </a:moveTo>
                  <a:cubicBezTo>
                    <a:pt x="39161" y="40386"/>
                    <a:pt x="-8828" y="214503"/>
                    <a:pt x="1435" y="274130"/>
                  </a:cubicBezTo>
                  <a:cubicBezTo>
                    <a:pt x="11698" y="333756"/>
                    <a:pt x="175811" y="433483"/>
                    <a:pt x="175811" y="433483"/>
                  </a:cubicBezTo>
                  <a:lnTo>
                    <a:pt x="198618" y="331375"/>
                  </a:lnTo>
                  <a:lnTo>
                    <a:pt x="107676" y="242221"/>
                  </a:lnTo>
                  <a:lnTo>
                    <a:pt x="132289" y="73438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2627967" y="2871431"/>
              <a:ext cx="142827" cy="275330"/>
            </a:xfrm>
            <a:custGeom>
              <a:avLst/>
              <a:gdLst/>
              <a:ahLst/>
              <a:cxnLst/>
              <a:rect l="l" t="t" r="r" b="b"/>
              <a:pathLst>
                <a:path w="142827" h="275330" extrusionOk="0">
                  <a:moveTo>
                    <a:pt x="142827" y="6685"/>
                  </a:moveTo>
                  <a:cubicBezTo>
                    <a:pt x="109783" y="-8688"/>
                    <a:pt x="70489" y="3237"/>
                    <a:pt x="51505" y="34403"/>
                  </a:cubicBezTo>
                  <a:cubicBezTo>
                    <a:pt x="27368" y="74408"/>
                    <a:pt x="2281" y="211949"/>
                    <a:pt x="0" y="235381"/>
                  </a:cubicBezTo>
                  <a:cubicBezTo>
                    <a:pt x="0" y="235381"/>
                    <a:pt x="33925" y="282339"/>
                    <a:pt x="84670" y="27443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2942472" y="4777576"/>
              <a:ext cx="307903" cy="173671"/>
            </a:xfrm>
            <a:custGeom>
              <a:avLst/>
              <a:gdLst/>
              <a:ahLst/>
              <a:cxnLst/>
              <a:rect l="l" t="t" r="r" b="b"/>
              <a:pathLst>
                <a:path w="307903" h="173671" extrusionOk="0">
                  <a:moveTo>
                    <a:pt x="15623" y="41640"/>
                  </a:moveTo>
                  <a:cubicBezTo>
                    <a:pt x="51311" y="51556"/>
                    <a:pt x="89465" y="46936"/>
                    <a:pt x="121769" y="28781"/>
                  </a:cubicBezTo>
                  <a:cubicBezTo>
                    <a:pt x="147332" y="29543"/>
                    <a:pt x="286167" y="-29988"/>
                    <a:pt x="305078" y="20018"/>
                  </a:cubicBezTo>
                  <a:cubicBezTo>
                    <a:pt x="321613" y="63833"/>
                    <a:pt x="261555" y="104410"/>
                    <a:pt x="229056" y="112221"/>
                  </a:cubicBezTo>
                  <a:cubicBezTo>
                    <a:pt x="158925" y="129270"/>
                    <a:pt x="107040" y="164322"/>
                    <a:pt x="78911" y="170228"/>
                  </a:cubicBezTo>
                  <a:cubicBezTo>
                    <a:pt x="57910" y="174705"/>
                    <a:pt x="30732" y="177562"/>
                    <a:pt x="14007" y="160703"/>
                  </a:cubicBezTo>
                  <a:cubicBezTo>
                    <a:pt x="-5759" y="141176"/>
                    <a:pt x="-4048" y="67834"/>
                    <a:pt x="15623" y="4164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2947261" y="4806358"/>
              <a:ext cx="303072" cy="144889"/>
            </a:xfrm>
            <a:custGeom>
              <a:avLst/>
              <a:gdLst/>
              <a:ahLst/>
              <a:cxnLst/>
              <a:rect l="l" t="t" r="r" b="b"/>
              <a:pathLst>
                <a:path w="303072" h="144889" extrusionOk="0">
                  <a:moveTo>
                    <a:pt x="74407" y="129349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243"/>
                    <a:pt x="302569" y="0"/>
                  </a:cubicBezTo>
                  <a:cubicBezTo>
                    <a:pt x="308841" y="40386"/>
                    <a:pt x="255055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0"/>
                    <a:pt x="9503" y="131921"/>
                  </a:cubicBezTo>
                  <a:cubicBezTo>
                    <a:pt x="5060" y="127130"/>
                    <a:pt x="1805" y="121348"/>
                    <a:pt x="0" y="115062"/>
                  </a:cubicBezTo>
                  <a:cubicBezTo>
                    <a:pt x="24707" y="136017"/>
                    <a:pt x="53406" y="133731"/>
                    <a:pt x="74407" y="12934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2717232" y="4676188"/>
              <a:ext cx="307831" cy="173712"/>
            </a:xfrm>
            <a:custGeom>
              <a:avLst/>
              <a:gdLst/>
              <a:ahLst/>
              <a:cxnLst/>
              <a:rect l="l" t="t" r="r" b="b"/>
              <a:pathLst>
                <a:path w="307831" h="173712" extrusionOk="0">
                  <a:moveTo>
                    <a:pt x="15552" y="41682"/>
                  </a:moveTo>
                  <a:cubicBezTo>
                    <a:pt x="51240" y="51598"/>
                    <a:pt x="89394" y="46978"/>
                    <a:pt x="121698" y="28823"/>
                  </a:cubicBezTo>
                  <a:cubicBezTo>
                    <a:pt x="147260" y="29585"/>
                    <a:pt x="286096" y="-30041"/>
                    <a:pt x="305007" y="20060"/>
                  </a:cubicBezTo>
                  <a:cubicBezTo>
                    <a:pt x="321542" y="63875"/>
                    <a:pt x="261484" y="104452"/>
                    <a:pt x="228984" y="112262"/>
                  </a:cubicBezTo>
                  <a:cubicBezTo>
                    <a:pt x="158854" y="129312"/>
                    <a:pt x="106969" y="164364"/>
                    <a:pt x="78840" y="170269"/>
                  </a:cubicBezTo>
                  <a:cubicBezTo>
                    <a:pt x="57839" y="174746"/>
                    <a:pt x="30661" y="177604"/>
                    <a:pt x="13936" y="160744"/>
                  </a:cubicBezTo>
                  <a:cubicBezTo>
                    <a:pt x="-5735" y="141218"/>
                    <a:pt x="-4024" y="67781"/>
                    <a:pt x="15552" y="4168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9"/>
            <p:cNvSpPr/>
            <p:nvPr/>
          </p:nvSpPr>
          <p:spPr>
            <a:xfrm>
              <a:off x="2722045" y="4705011"/>
              <a:ext cx="303068" cy="144889"/>
            </a:xfrm>
            <a:custGeom>
              <a:avLst/>
              <a:gdLst/>
              <a:ahLst/>
              <a:cxnLst/>
              <a:rect l="l" t="t" r="r" b="b"/>
              <a:pathLst>
                <a:path w="303068" h="144889" extrusionOk="0">
                  <a:moveTo>
                    <a:pt x="74407" y="129254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147"/>
                    <a:pt x="302569" y="0"/>
                  </a:cubicBezTo>
                  <a:cubicBezTo>
                    <a:pt x="308841" y="40386"/>
                    <a:pt x="254580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1"/>
                    <a:pt x="9503" y="131921"/>
                  </a:cubicBezTo>
                  <a:cubicBezTo>
                    <a:pt x="5040" y="127178"/>
                    <a:pt x="1781" y="121425"/>
                    <a:pt x="0" y="115158"/>
                  </a:cubicBezTo>
                  <a:cubicBezTo>
                    <a:pt x="24707" y="135827"/>
                    <a:pt x="53406" y="133731"/>
                    <a:pt x="74407" y="12925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9"/>
            <p:cNvSpPr/>
            <p:nvPr/>
          </p:nvSpPr>
          <p:spPr>
            <a:xfrm>
              <a:off x="2717265" y="3551725"/>
              <a:ext cx="450461" cy="1274557"/>
            </a:xfrm>
            <a:custGeom>
              <a:avLst/>
              <a:gdLst/>
              <a:ahLst/>
              <a:cxnLst/>
              <a:rect l="l" t="t" r="r" b="b"/>
              <a:pathLst>
                <a:path w="450461" h="1274557" extrusionOk="0">
                  <a:moveTo>
                    <a:pt x="12857" y="788003"/>
                  </a:moveTo>
                  <a:cubicBezTo>
                    <a:pt x="18809" y="736320"/>
                    <a:pt x="29529" y="685305"/>
                    <a:pt x="44882" y="635603"/>
                  </a:cubicBezTo>
                  <a:cubicBezTo>
                    <a:pt x="44882" y="635603"/>
                    <a:pt x="35379" y="504063"/>
                    <a:pt x="30532" y="379381"/>
                  </a:cubicBezTo>
                  <a:cubicBezTo>
                    <a:pt x="25021" y="238125"/>
                    <a:pt x="-23919" y="113157"/>
                    <a:pt x="14758" y="0"/>
                  </a:cubicBezTo>
                  <a:lnTo>
                    <a:pt x="450461" y="97155"/>
                  </a:lnTo>
                  <a:cubicBezTo>
                    <a:pt x="450461" y="97155"/>
                    <a:pt x="424138" y="661606"/>
                    <a:pt x="418247" y="729901"/>
                  </a:cubicBezTo>
                  <a:cubicBezTo>
                    <a:pt x="415050" y="783088"/>
                    <a:pt x="408543" y="836019"/>
                    <a:pt x="398766" y="888397"/>
                  </a:cubicBezTo>
                  <a:cubicBezTo>
                    <a:pt x="378810" y="997934"/>
                    <a:pt x="346500" y="1258538"/>
                    <a:pt x="346500" y="1258538"/>
                  </a:cubicBezTo>
                  <a:cubicBezTo>
                    <a:pt x="300412" y="1285304"/>
                    <a:pt x="239974" y="1270445"/>
                    <a:pt x="239974" y="1270445"/>
                  </a:cubicBezTo>
                  <a:cubicBezTo>
                    <a:pt x="239974" y="1270445"/>
                    <a:pt x="243300" y="940975"/>
                    <a:pt x="246246" y="862013"/>
                  </a:cubicBezTo>
                  <a:cubicBezTo>
                    <a:pt x="249857" y="765620"/>
                    <a:pt x="252803" y="772954"/>
                    <a:pt x="252803" y="772954"/>
                  </a:cubicBezTo>
                  <a:lnTo>
                    <a:pt x="238454" y="533400"/>
                  </a:lnTo>
                  <a:lnTo>
                    <a:pt x="228951" y="413956"/>
                  </a:lnTo>
                  <a:cubicBezTo>
                    <a:pt x="228951" y="413956"/>
                    <a:pt x="216882" y="501587"/>
                    <a:pt x="209090" y="579882"/>
                  </a:cubicBezTo>
                  <a:cubicBezTo>
                    <a:pt x="202248" y="648176"/>
                    <a:pt x="185808" y="709898"/>
                    <a:pt x="167373" y="837057"/>
                  </a:cubicBezTo>
                  <a:cubicBezTo>
                    <a:pt x="151503" y="947261"/>
                    <a:pt x="125655" y="1168813"/>
                    <a:pt x="125655" y="1168813"/>
                  </a:cubicBezTo>
                  <a:cubicBezTo>
                    <a:pt x="79567" y="1195673"/>
                    <a:pt x="17038" y="1173385"/>
                    <a:pt x="17038" y="1173385"/>
                  </a:cubicBezTo>
                  <a:cubicBezTo>
                    <a:pt x="17038" y="1173385"/>
                    <a:pt x="314" y="883634"/>
                    <a:pt x="12857" y="788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2775050" y="2505974"/>
              <a:ext cx="327076" cy="524521"/>
            </a:xfrm>
            <a:custGeom>
              <a:avLst/>
              <a:gdLst/>
              <a:ahLst/>
              <a:cxnLst/>
              <a:rect l="l" t="t" r="r" b="b"/>
              <a:pathLst>
                <a:path w="327076" h="524521" extrusionOk="0">
                  <a:moveTo>
                    <a:pt x="18646" y="374524"/>
                  </a:moveTo>
                  <a:cubicBezTo>
                    <a:pt x="51811" y="376143"/>
                    <a:pt x="76518" y="384716"/>
                    <a:pt x="80699" y="374524"/>
                  </a:cubicBezTo>
                  <a:cubicBezTo>
                    <a:pt x="84240" y="357350"/>
                    <a:pt x="86779" y="339986"/>
                    <a:pt x="88302" y="322518"/>
                  </a:cubicBezTo>
                  <a:cubicBezTo>
                    <a:pt x="84406" y="312993"/>
                    <a:pt x="81175" y="302515"/>
                    <a:pt x="81175" y="302515"/>
                  </a:cubicBezTo>
                  <a:cubicBezTo>
                    <a:pt x="39457" y="276797"/>
                    <a:pt x="26343" y="231649"/>
                    <a:pt x="20832" y="178690"/>
                  </a:cubicBezTo>
                  <a:cubicBezTo>
                    <a:pt x="11329" y="88869"/>
                    <a:pt x="59888" y="10288"/>
                    <a:pt x="149595" y="858"/>
                  </a:cubicBezTo>
                  <a:cubicBezTo>
                    <a:pt x="233790" y="-7905"/>
                    <a:pt x="295843" y="51436"/>
                    <a:pt x="312378" y="132875"/>
                  </a:cubicBezTo>
                  <a:cubicBezTo>
                    <a:pt x="321310" y="173166"/>
                    <a:pt x="338986" y="249175"/>
                    <a:pt x="315038" y="315374"/>
                  </a:cubicBezTo>
                  <a:cubicBezTo>
                    <a:pt x="301640" y="352426"/>
                    <a:pt x="284344" y="382049"/>
                    <a:pt x="267049" y="387478"/>
                  </a:cubicBezTo>
                  <a:cubicBezTo>
                    <a:pt x="250377" y="387059"/>
                    <a:pt x="233746" y="385592"/>
                    <a:pt x="217255" y="383096"/>
                  </a:cubicBezTo>
                  <a:lnTo>
                    <a:pt x="217255" y="383096"/>
                  </a:lnTo>
                  <a:cubicBezTo>
                    <a:pt x="217255" y="383096"/>
                    <a:pt x="212788" y="408052"/>
                    <a:pt x="209747" y="424054"/>
                  </a:cubicBezTo>
                  <a:cubicBezTo>
                    <a:pt x="206707" y="440056"/>
                    <a:pt x="207847" y="448533"/>
                    <a:pt x="239681" y="468155"/>
                  </a:cubicBezTo>
                  <a:cubicBezTo>
                    <a:pt x="271516" y="487776"/>
                    <a:pt x="191597" y="528162"/>
                    <a:pt x="139332" y="524257"/>
                  </a:cubicBezTo>
                  <a:cubicBezTo>
                    <a:pt x="87066" y="520352"/>
                    <a:pt x="28339" y="488634"/>
                    <a:pt x="12279" y="454820"/>
                  </a:cubicBezTo>
                  <a:cubicBezTo>
                    <a:pt x="-5681" y="417863"/>
                    <a:pt x="-4256" y="373476"/>
                    <a:pt x="18646" y="37452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2667800" y="2877512"/>
              <a:ext cx="502799" cy="834581"/>
            </a:xfrm>
            <a:custGeom>
              <a:avLst/>
              <a:gdLst/>
              <a:ahLst/>
              <a:cxnLst/>
              <a:rect l="l" t="t" r="r" b="b"/>
              <a:pathLst>
                <a:path w="502799" h="834581" extrusionOk="0">
                  <a:moveTo>
                    <a:pt x="173885" y="7939"/>
                  </a:moveTo>
                  <a:cubicBezTo>
                    <a:pt x="164383" y="30894"/>
                    <a:pt x="188044" y="58993"/>
                    <a:pt x="249908" y="78614"/>
                  </a:cubicBezTo>
                  <a:cubicBezTo>
                    <a:pt x="311771" y="98236"/>
                    <a:pt x="317853" y="72995"/>
                    <a:pt x="317853" y="72995"/>
                  </a:cubicBezTo>
                  <a:cubicBezTo>
                    <a:pt x="317853" y="72995"/>
                    <a:pt x="409270" y="114714"/>
                    <a:pt x="439013" y="135574"/>
                  </a:cubicBezTo>
                  <a:cubicBezTo>
                    <a:pt x="476359" y="161768"/>
                    <a:pt x="492989" y="237587"/>
                    <a:pt x="498026" y="365603"/>
                  </a:cubicBezTo>
                  <a:cubicBezTo>
                    <a:pt x="503822" y="513812"/>
                    <a:pt x="504393" y="733649"/>
                    <a:pt x="499451" y="771558"/>
                  </a:cubicBezTo>
                  <a:cubicBezTo>
                    <a:pt x="499451" y="771558"/>
                    <a:pt x="429511" y="841376"/>
                    <a:pt x="340089" y="834042"/>
                  </a:cubicBezTo>
                  <a:cubicBezTo>
                    <a:pt x="250668" y="826708"/>
                    <a:pt x="100144" y="747270"/>
                    <a:pt x="63558" y="686024"/>
                  </a:cubicBezTo>
                  <a:cubicBezTo>
                    <a:pt x="64603" y="556103"/>
                    <a:pt x="79808" y="534957"/>
                    <a:pt x="58806" y="460091"/>
                  </a:cubicBezTo>
                  <a:cubicBezTo>
                    <a:pt x="10722" y="288641"/>
                    <a:pt x="-14555" y="218632"/>
                    <a:pt x="8822" y="104808"/>
                  </a:cubicBezTo>
                  <a:cubicBezTo>
                    <a:pt x="27827" y="10987"/>
                    <a:pt x="55005" y="-729"/>
                    <a:pt x="91971" y="33"/>
                  </a:cubicBezTo>
                  <a:cubicBezTo>
                    <a:pt x="119400" y="1166"/>
                    <a:pt x="146745" y="3805"/>
                    <a:pt x="173885" y="793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3024379" y="2981457"/>
              <a:ext cx="633923" cy="498110"/>
            </a:xfrm>
            <a:custGeom>
              <a:avLst/>
              <a:gdLst/>
              <a:ahLst/>
              <a:cxnLst/>
              <a:rect l="l" t="t" r="r" b="b"/>
              <a:pathLst>
                <a:path w="633923" h="498110" extrusionOk="0">
                  <a:moveTo>
                    <a:pt x="282563" y="384245"/>
                  </a:moveTo>
                  <a:cubicBezTo>
                    <a:pt x="209107" y="402723"/>
                    <a:pt x="191907" y="356336"/>
                    <a:pt x="182214" y="317570"/>
                  </a:cubicBezTo>
                  <a:cubicBezTo>
                    <a:pt x="158837" y="224510"/>
                    <a:pt x="146293" y="140500"/>
                    <a:pt x="128903" y="87731"/>
                  </a:cubicBezTo>
                  <a:cubicBezTo>
                    <a:pt x="108377" y="25438"/>
                    <a:pt x="86901" y="15532"/>
                    <a:pt x="56682" y="3435"/>
                  </a:cubicBezTo>
                  <a:cubicBezTo>
                    <a:pt x="21236" y="-10853"/>
                    <a:pt x="-9268" y="19151"/>
                    <a:pt x="2611" y="98685"/>
                  </a:cubicBezTo>
                  <a:cubicBezTo>
                    <a:pt x="16485" y="192506"/>
                    <a:pt x="34825" y="258324"/>
                    <a:pt x="69796" y="369195"/>
                  </a:cubicBezTo>
                  <a:cubicBezTo>
                    <a:pt x="79298" y="397770"/>
                    <a:pt x="99444" y="449681"/>
                    <a:pt x="130138" y="474542"/>
                  </a:cubicBezTo>
                  <a:cubicBezTo>
                    <a:pt x="168150" y="505212"/>
                    <a:pt x="225166" y="503879"/>
                    <a:pt x="311357" y="482447"/>
                  </a:cubicBezTo>
                  <a:cubicBezTo>
                    <a:pt x="348133" y="472922"/>
                    <a:pt x="388519" y="451205"/>
                    <a:pt x="458175" y="418630"/>
                  </a:cubicBezTo>
                  <a:cubicBezTo>
                    <a:pt x="477181" y="409867"/>
                    <a:pt x="491435" y="404056"/>
                    <a:pt x="527260" y="387293"/>
                  </a:cubicBezTo>
                  <a:cubicBezTo>
                    <a:pt x="563086" y="370529"/>
                    <a:pt x="600432" y="342620"/>
                    <a:pt x="619247" y="315284"/>
                  </a:cubicBezTo>
                  <a:cubicBezTo>
                    <a:pt x="638063" y="287947"/>
                    <a:pt x="634832" y="270706"/>
                    <a:pt x="630936" y="264515"/>
                  </a:cubicBezTo>
                  <a:cubicBezTo>
                    <a:pt x="626089" y="256705"/>
                    <a:pt x="623429" y="262896"/>
                    <a:pt x="613356" y="274040"/>
                  </a:cubicBezTo>
                  <a:cubicBezTo>
                    <a:pt x="598835" y="293424"/>
                    <a:pt x="580932" y="310007"/>
                    <a:pt x="560520" y="322999"/>
                  </a:cubicBezTo>
                  <a:cubicBezTo>
                    <a:pt x="560520" y="322999"/>
                    <a:pt x="583707" y="298996"/>
                    <a:pt x="596346" y="283375"/>
                  </a:cubicBezTo>
                  <a:cubicBezTo>
                    <a:pt x="607569" y="269535"/>
                    <a:pt x="616900" y="254257"/>
                    <a:pt x="624094" y="237940"/>
                  </a:cubicBezTo>
                  <a:cubicBezTo>
                    <a:pt x="630746" y="222034"/>
                    <a:pt x="617062" y="200412"/>
                    <a:pt x="606609" y="211747"/>
                  </a:cubicBezTo>
                  <a:cubicBezTo>
                    <a:pt x="596156" y="223081"/>
                    <a:pt x="591309" y="234607"/>
                    <a:pt x="572304" y="257467"/>
                  </a:cubicBezTo>
                  <a:cubicBezTo>
                    <a:pt x="562297" y="269621"/>
                    <a:pt x="550875" y="280527"/>
                    <a:pt x="538284" y="289947"/>
                  </a:cubicBezTo>
                  <a:cubicBezTo>
                    <a:pt x="550048" y="273974"/>
                    <a:pt x="560539" y="257095"/>
                    <a:pt x="569643" y="239464"/>
                  </a:cubicBezTo>
                  <a:cubicBezTo>
                    <a:pt x="581711" y="214795"/>
                    <a:pt x="541134" y="227654"/>
                    <a:pt x="518423" y="251656"/>
                  </a:cubicBezTo>
                  <a:cubicBezTo>
                    <a:pt x="501603" y="269087"/>
                    <a:pt x="487349" y="279184"/>
                    <a:pt x="486968" y="274326"/>
                  </a:cubicBezTo>
                  <a:cubicBezTo>
                    <a:pt x="486588" y="269468"/>
                    <a:pt x="453804" y="304711"/>
                    <a:pt x="437174" y="321951"/>
                  </a:cubicBezTo>
                  <a:cubicBezTo>
                    <a:pt x="419119" y="342144"/>
                    <a:pt x="352314" y="366623"/>
                    <a:pt x="282563" y="38424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19"/>
            <p:cNvSpPr/>
            <p:nvPr/>
          </p:nvSpPr>
          <p:spPr>
            <a:xfrm>
              <a:off x="3001678" y="2971210"/>
              <a:ext cx="194366" cy="284908"/>
            </a:xfrm>
            <a:custGeom>
              <a:avLst/>
              <a:gdLst/>
              <a:ahLst/>
              <a:cxnLst/>
              <a:rect l="l" t="t" r="r" b="b"/>
              <a:pathLst>
                <a:path w="194366" h="284908" extrusionOk="0">
                  <a:moveTo>
                    <a:pt x="52205" y="1299"/>
                  </a:moveTo>
                  <a:cubicBezTo>
                    <a:pt x="101239" y="-5940"/>
                    <a:pt x="135925" y="16158"/>
                    <a:pt x="157496" y="90644"/>
                  </a:cubicBezTo>
                  <a:cubicBezTo>
                    <a:pt x="179067" y="165129"/>
                    <a:pt x="194367" y="226184"/>
                    <a:pt x="194367" y="226184"/>
                  </a:cubicBezTo>
                  <a:cubicBezTo>
                    <a:pt x="174970" y="254293"/>
                    <a:pt x="145545" y="273867"/>
                    <a:pt x="112168" y="280858"/>
                  </a:cubicBezTo>
                  <a:cubicBezTo>
                    <a:pt x="53535" y="295146"/>
                    <a:pt x="32439" y="267047"/>
                    <a:pt x="32439" y="267047"/>
                  </a:cubicBezTo>
                  <a:cubicBezTo>
                    <a:pt x="32439" y="267047"/>
                    <a:pt x="16189" y="189037"/>
                    <a:pt x="6021" y="135888"/>
                  </a:cubicBezTo>
                  <a:cubicBezTo>
                    <a:pt x="-4147" y="82738"/>
                    <a:pt x="-8423" y="10348"/>
                    <a:pt x="52205" y="129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19"/>
            <p:cNvSpPr/>
            <p:nvPr/>
          </p:nvSpPr>
          <p:spPr>
            <a:xfrm>
              <a:off x="2785215" y="2483249"/>
              <a:ext cx="317013" cy="350275"/>
            </a:xfrm>
            <a:custGeom>
              <a:avLst/>
              <a:gdLst/>
              <a:ahLst/>
              <a:cxnLst/>
              <a:rect l="l" t="t" r="r" b="b"/>
              <a:pathLst>
                <a:path w="317013" h="350275" extrusionOk="0">
                  <a:moveTo>
                    <a:pt x="299172" y="144551"/>
                  </a:moveTo>
                  <a:cubicBezTo>
                    <a:pt x="299172" y="144551"/>
                    <a:pt x="376620" y="26441"/>
                    <a:pt x="208800" y="2438"/>
                  </a:cubicBezTo>
                  <a:cubicBezTo>
                    <a:pt x="87735" y="-14898"/>
                    <a:pt x="10002" y="63017"/>
                    <a:pt x="974" y="147599"/>
                  </a:cubicBezTo>
                  <a:cubicBezTo>
                    <a:pt x="-7579" y="228466"/>
                    <a:pt x="42026" y="312381"/>
                    <a:pt x="77947" y="345623"/>
                  </a:cubicBezTo>
                  <a:cubicBezTo>
                    <a:pt x="95432" y="351910"/>
                    <a:pt x="133063" y="355148"/>
                    <a:pt x="182477" y="332955"/>
                  </a:cubicBezTo>
                  <a:cubicBezTo>
                    <a:pt x="184492" y="310952"/>
                    <a:pt x="185285" y="288854"/>
                    <a:pt x="184853" y="266756"/>
                  </a:cubicBezTo>
                  <a:cubicBezTo>
                    <a:pt x="184853" y="266756"/>
                    <a:pt x="126031" y="142360"/>
                    <a:pt x="299172" y="14455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3466812" y="3201065"/>
              <a:ext cx="95905" cy="84340"/>
            </a:xfrm>
            <a:custGeom>
              <a:avLst/>
              <a:gdLst/>
              <a:ahLst/>
              <a:cxnLst/>
              <a:rect l="l" t="t" r="r" b="b"/>
              <a:pathLst>
                <a:path w="95905" h="84340" extrusionOk="0">
                  <a:moveTo>
                    <a:pt x="10991" y="71863"/>
                  </a:moveTo>
                  <a:cubicBezTo>
                    <a:pt x="10991" y="71863"/>
                    <a:pt x="-8015" y="37097"/>
                    <a:pt x="3959" y="28429"/>
                  </a:cubicBezTo>
                  <a:cubicBezTo>
                    <a:pt x="15932" y="19761"/>
                    <a:pt x="33322" y="52337"/>
                    <a:pt x="36838" y="65100"/>
                  </a:cubicBezTo>
                  <a:cubicBezTo>
                    <a:pt x="40354" y="77864"/>
                    <a:pt x="35508" y="61195"/>
                    <a:pt x="35508" y="61195"/>
                  </a:cubicBezTo>
                  <a:cubicBezTo>
                    <a:pt x="35508" y="61195"/>
                    <a:pt x="22489" y="21952"/>
                    <a:pt x="30947" y="14427"/>
                  </a:cubicBezTo>
                  <a:cubicBezTo>
                    <a:pt x="39404" y="6903"/>
                    <a:pt x="50807" y="23952"/>
                    <a:pt x="62116" y="48336"/>
                  </a:cubicBezTo>
                  <a:cubicBezTo>
                    <a:pt x="73424" y="72720"/>
                    <a:pt x="64967" y="46146"/>
                    <a:pt x="64967" y="46146"/>
                  </a:cubicBezTo>
                  <a:cubicBezTo>
                    <a:pt x="64967" y="46146"/>
                    <a:pt x="45961" y="6807"/>
                    <a:pt x="54228" y="1378"/>
                  </a:cubicBezTo>
                  <a:cubicBezTo>
                    <a:pt x="64967" y="-5956"/>
                    <a:pt x="82737" y="17380"/>
                    <a:pt x="93285" y="38430"/>
                  </a:cubicBezTo>
                  <a:cubicBezTo>
                    <a:pt x="103833" y="59480"/>
                    <a:pt x="79126" y="84341"/>
                    <a:pt x="79126" y="843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19"/>
            <p:cNvGrpSpPr/>
            <p:nvPr/>
          </p:nvGrpSpPr>
          <p:grpSpPr>
            <a:xfrm>
              <a:off x="3439221" y="3170887"/>
              <a:ext cx="276341" cy="167131"/>
              <a:chOff x="4963646" y="3895887"/>
              <a:chExt cx="276341" cy="167131"/>
            </a:xfrm>
          </p:grpSpPr>
          <p:sp>
            <p:nvSpPr>
              <p:cNvPr id="966" name="Google Shape;966;p19"/>
              <p:cNvSpPr/>
              <p:nvPr/>
            </p:nvSpPr>
            <p:spPr>
              <a:xfrm>
                <a:off x="4963697" y="3902424"/>
                <a:ext cx="275954" cy="159820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820" extrusionOk="0">
                    <a:moveTo>
                      <a:pt x="75211" y="157607"/>
                    </a:moveTo>
                    <a:lnTo>
                      <a:pt x="4035" y="116363"/>
                    </a:lnTo>
                    <a:cubicBezTo>
                      <a:pt x="-1951" y="112934"/>
                      <a:pt x="-1191" y="106838"/>
                      <a:pt x="5746" y="102838"/>
                    </a:cubicBezTo>
                    <a:lnTo>
                      <a:pt x="177271" y="3301"/>
                    </a:lnTo>
                    <a:cubicBezTo>
                      <a:pt x="184503" y="-737"/>
                      <a:pt x="193217" y="-1090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95" y="160502"/>
                      <a:pt x="82652" y="160893"/>
                      <a:pt x="75211" y="157607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4963646" y="4006310"/>
                <a:ext cx="7697" cy="6572"/>
              </a:xfrm>
              <a:custGeom>
                <a:avLst/>
                <a:gdLst/>
                <a:ahLst/>
                <a:cxnLst/>
                <a:rect l="l" t="t" r="r" b="b"/>
                <a:pathLst>
                  <a:path w="7697" h="6572" extrusionOk="0">
                    <a:moveTo>
                      <a:pt x="0" y="6572"/>
                    </a:moveTo>
                    <a:lnTo>
                      <a:pt x="0" y="0"/>
                    </a:lnTo>
                    <a:lnTo>
                      <a:pt x="7697" y="2858"/>
                    </a:lnTo>
                    <a:lnTo>
                      <a:pt x="0" y="657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5233906" y="3945350"/>
                <a:ext cx="6081" cy="6286"/>
              </a:xfrm>
              <a:custGeom>
                <a:avLst/>
                <a:gdLst/>
                <a:ahLst/>
                <a:cxnLst/>
                <a:rect l="l" t="t" r="r" b="b"/>
                <a:pathLst>
                  <a:path w="6081" h="6286" extrusionOk="0">
                    <a:moveTo>
                      <a:pt x="6082" y="6287"/>
                    </a:moveTo>
                    <a:lnTo>
                      <a:pt x="6082" y="0"/>
                    </a:lnTo>
                    <a:lnTo>
                      <a:pt x="0" y="3905"/>
                    </a:lnTo>
                    <a:lnTo>
                      <a:pt x="6082" y="6287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4963697" y="3896900"/>
                <a:ext cx="275954" cy="159768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68" extrusionOk="0">
                    <a:moveTo>
                      <a:pt x="75211" y="157511"/>
                    </a:moveTo>
                    <a:lnTo>
                      <a:pt x="4035" y="116363"/>
                    </a:lnTo>
                    <a:cubicBezTo>
                      <a:pt x="-1951" y="112839"/>
                      <a:pt x="-1191" y="106838"/>
                      <a:pt x="5746" y="102743"/>
                    </a:cubicBezTo>
                    <a:lnTo>
                      <a:pt x="177271" y="3302"/>
                    </a:lnTo>
                    <a:cubicBezTo>
                      <a:pt x="184503" y="-737"/>
                      <a:pt x="193217" y="-1089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76" y="160474"/>
                      <a:pt x="82633" y="160826"/>
                      <a:pt x="75211" y="157511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 rot="-1790023">
                <a:off x="4978521" y="4031078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8"/>
                      <a:pt x="1185" y="2677"/>
                      <a:pt x="763" y="2677"/>
                    </a:cubicBezTo>
                    <a:cubicBezTo>
                      <a:pt x="342" y="2677"/>
                      <a:pt x="0" y="2078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 rot="-1801764">
                <a:off x="4978313" y="402120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 rot="-1801764">
                <a:off x="4981704" y="4023218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 rot="-1801764">
                <a:off x="4985189" y="4025236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 rot="-1801764">
                <a:off x="5014562" y="404224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 rot="-1801764">
                <a:off x="5017905" y="4044175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 rot="-1801764">
                <a:off x="5021390" y="4046193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 rot="-1790023">
                <a:off x="5028625" y="4060140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9"/>
                      <a:pt x="1185" y="2678"/>
                      <a:pt x="763" y="2678"/>
                    </a:cubicBezTo>
                    <a:cubicBezTo>
                      <a:pt x="342" y="2678"/>
                      <a:pt x="0" y="2079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9"/>
              <p:cNvSpPr/>
              <p:nvPr/>
            </p:nvSpPr>
            <p:spPr>
              <a:xfrm>
                <a:off x="4994815" y="4030735"/>
                <a:ext cx="11593" cy="8583"/>
              </a:xfrm>
              <a:custGeom>
                <a:avLst/>
                <a:gdLst/>
                <a:ahLst/>
                <a:cxnLst/>
                <a:rect l="l" t="t" r="r" b="b"/>
                <a:pathLst>
                  <a:path w="11593" h="8583" extrusionOk="0">
                    <a:moveTo>
                      <a:pt x="10548" y="8436"/>
                    </a:moveTo>
                    <a:lnTo>
                      <a:pt x="1045" y="3007"/>
                    </a:lnTo>
                    <a:cubicBezTo>
                      <a:pt x="393" y="2512"/>
                      <a:pt x="8" y="1731"/>
                      <a:pt x="0" y="911"/>
                    </a:cubicBezTo>
                    <a:lnTo>
                      <a:pt x="0" y="911"/>
                    </a:lnTo>
                    <a:cubicBezTo>
                      <a:pt x="0" y="150"/>
                      <a:pt x="475" y="-232"/>
                      <a:pt x="1045" y="150"/>
                    </a:cubicBezTo>
                    <a:lnTo>
                      <a:pt x="10548" y="5579"/>
                    </a:lnTo>
                    <a:cubicBezTo>
                      <a:pt x="11197" y="6036"/>
                      <a:pt x="11586" y="6779"/>
                      <a:pt x="11593" y="7579"/>
                    </a:cubicBezTo>
                    <a:lnTo>
                      <a:pt x="11593" y="7579"/>
                    </a:lnTo>
                    <a:cubicBezTo>
                      <a:pt x="11593" y="8436"/>
                      <a:pt x="11118" y="8817"/>
                      <a:pt x="10548" y="843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9"/>
              <p:cNvSpPr/>
              <p:nvPr/>
            </p:nvSpPr>
            <p:spPr>
              <a:xfrm>
                <a:off x="5208723" y="3964590"/>
                <a:ext cx="10739" cy="7715"/>
              </a:xfrm>
              <a:custGeom>
                <a:avLst/>
                <a:gdLst/>
                <a:ahLst/>
                <a:cxnLst/>
                <a:rect l="l" t="t" r="r" b="b"/>
                <a:pathLst>
                  <a:path w="10739" h="7715" extrusionOk="0">
                    <a:moveTo>
                      <a:pt x="9788" y="2667"/>
                    </a:moveTo>
                    <a:lnTo>
                      <a:pt x="1045" y="7715"/>
                    </a:lnTo>
                    <a:cubicBezTo>
                      <a:pt x="475" y="7715"/>
                      <a:pt x="0" y="7715"/>
                      <a:pt x="0" y="6953"/>
                    </a:cubicBezTo>
                    <a:lnTo>
                      <a:pt x="0" y="6953"/>
                    </a:lnTo>
                    <a:cubicBezTo>
                      <a:pt x="48" y="6191"/>
                      <a:pt x="437" y="5496"/>
                      <a:pt x="1045" y="5048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67" y="1514"/>
                      <a:pt x="10415" y="2238"/>
                      <a:pt x="9788" y="2667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9"/>
              <p:cNvSpPr/>
              <p:nvPr/>
            </p:nvSpPr>
            <p:spPr>
              <a:xfrm>
                <a:off x="5195324" y="3972306"/>
                <a:ext cx="10738" cy="7810"/>
              </a:xfrm>
              <a:custGeom>
                <a:avLst/>
                <a:gdLst/>
                <a:ahLst/>
                <a:cxnLst/>
                <a:rect l="l" t="t" r="r" b="b"/>
                <a:pathLst>
                  <a:path w="10738" h="7810" extrusionOk="0">
                    <a:moveTo>
                      <a:pt x="9788" y="2762"/>
                    </a:moveTo>
                    <a:lnTo>
                      <a:pt x="1045" y="7810"/>
                    </a:lnTo>
                    <a:cubicBezTo>
                      <a:pt x="475" y="7810"/>
                      <a:pt x="0" y="7810"/>
                      <a:pt x="0" y="7048"/>
                    </a:cubicBezTo>
                    <a:lnTo>
                      <a:pt x="0" y="7048"/>
                    </a:lnTo>
                    <a:cubicBezTo>
                      <a:pt x="9" y="6277"/>
                      <a:pt x="399" y="5562"/>
                      <a:pt x="1045" y="5143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38" y="1543"/>
                      <a:pt x="10387" y="2276"/>
                      <a:pt x="9788" y="276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9"/>
              <p:cNvSpPr/>
              <p:nvPr/>
            </p:nvSpPr>
            <p:spPr>
              <a:xfrm>
                <a:off x="4963697" y="3895887"/>
                <a:ext cx="275954" cy="159785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85" extrusionOk="0">
                    <a:moveTo>
                      <a:pt x="75211" y="157571"/>
                    </a:moveTo>
                    <a:lnTo>
                      <a:pt x="4035" y="116328"/>
                    </a:lnTo>
                    <a:cubicBezTo>
                      <a:pt x="-1951" y="112899"/>
                      <a:pt x="-1191" y="106803"/>
                      <a:pt x="5746" y="102802"/>
                    </a:cubicBezTo>
                    <a:lnTo>
                      <a:pt x="177271" y="3266"/>
                    </a:lnTo>
                    <a:cubicBezTo>
                      <a:pt x="184513" y="-725"/>
                      <a:pt x="193208" y="-1077"/>
                      <a:pt x="200743" y="2314"/>
                    </a:cubicBezTo>
                    <a:lnTo>
                      <a:pt x="271919" y="43461"/>
                    </a:lnTo>
                    <a:cubicBezTo>
                      <a:pt x="277906" y="46986"/>
                      <a:pt x="277146" y="52986"/>
                      <a:pt x="270209" y="57082"/>
                    </a:cubicBezTo>
                    <a:lnTo>
                      <a:pt x="98303" y="156523"/>
                    </a:lnTo>
                    <a:cubicBezTo>
                      <a:pt x="91195" y="160467"/>
                      <a:pt x="82652" y="160857"/>
                      <a:pt x="75211" y="157571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9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9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19"/>
              <p:cNvSpPr/>
              <p:nvPr/>
            </p:nvSpPr>
            <p:spPr>
              <a:xfrm>
                <a:off x="5189528" y="3920775"/>
                <a:ext cx="6461" cy="3619"/>
              </a:xfrm>
              <a:custGeom>
                <a:avLst/>
                <a:gdLst/>
                <a:ahLst/>
                <a:cxnLst/>
                <a:rect l="l" t="t" r="r" b="b"/>
                <a:pathLst>
                  <a:path w="6461" h="3619" extrusionOk="0">
                    <a:moveTo>
                      <a:pt x="6462" y="1810"/>
                    </a:moveTo>
                    <a:cubicBezTo>
                      <a:pt x="6462" y="2809"/>
                      <a:pt x="5015" y="3620"/>
                      <a:pt x="3231" y="3620"/>
                    </a:cubicBezTo>
                    <a:cubicBezTo>
                      <a:pt x="1447" y="3620"/>
                      <a:pt x="0" y="2809"/>
                      <a:pt x="0" y="1810"/>
                    </a:cubicBezTo>
                    <a:cubicBezTo>
                      <a:pt x="0" y="810"/>
                      <a:pt x="1447" y="0"/>
                      <a:pt x="3231" y="0"/>
                    </a:cubicBezTo>
                    <a:cubicBezTo>
                      <a:pt x="5015" y="0"/>
                      <a:pt x="6462" y="810"/>
                      <a:pt x="6462" y="18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19"/>
              <p:cNvSpPr/>
              <p:nvPr/>
            </p:nvSpPr>
            <p:spPr>
              <a:xfrm>
                <a:off x="5191381" y="3921823"/>
                <a:ext cx="2668" cy="1547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1547" extrusionOk="0">
                    <a:moveTo>
                      <a:pt x="428" y="1333"/>
                    </a:moveTo>
                    <a:cubicBezTo>
                      <a:pt x="-143" y="1333"/>
                      <a:pt x="-143" y="571"/>
                      <a:pt x="428" y="286"/>
                    </a:cubicBezTo>
                    <a:cubicBezTo>
                      <a:pt x="1007" y="-95"/>
                      <a:pt x="1748" y="-95"/>
                      <a:pt x="2328" y="286"/>
                    </a:cubicBezTo>
                    <a:cubicBezTo>
                      <a:pt x="2613" y="409"/>
                      <a:pt x="2746" y="752"/>
                      <a:pt x="2623" y="1038"/>
                    </a:cubicBezTo>
                    <a:cubicBezTo>
                      <a:pt x="2566" y="1172"/>
                      <a:pt x="2461" y="1276"/>
                      <a:pt x="2328" y="1333"/>
                    </a:cubicBezTo>
                    <a:cubicBezTo>
                      <a:pt x="1730" y="1619"/>
                      <a:pt x="1026" y="1619"/>
                      <a:pt x="428" y="1333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6" name="Google Shape;986;p19"/>
            <p:cNvSpPr/>
            <p:nvPr/>
          </p:nvSpPr>
          <p:spPr>
            <a:xfrm>
              <a:off x="3497758" y="3222825"/>
              <a:ext cx="163253" cy="135636"/>
            </a:xfrm>
            <a:custGeom>
              <a:avLst/>
              <a:gdLst/>
              <a:ahLst/>
              <a:cxnLst/>
              <a:rect l="l" t="t" r="r" b="b"/>
              <a:pathLst>
                <a:path w="163253" h="135636" extrusionOk="0">
                  <a:moveTo>
                    <a:pt x="127338" y="95727"/>
                  </a:moveTo>
                  <a:cubicBezTo>
                    <a:pt x="127338" y="95727"/>
                    <a:pt x="165349" y="61723"/>
                    <a:pt x="163163" y="16670"/>
                  </a:cubicBezTo>
                  <a:cubicBezTo>
                    <a:pt x="160882" y="-14763"/>
                    <a:pt x="141972" y="7906"/>
                    <a:pt x="141972" y="7906"/>
                  </a:cubicBezTo>
                  <a:lnTo>
                    <a:pt x="122966" y="42482"/>
                  </a:lnTo>
                  <a:cubicBezTo>
                    <a:pt x="122966" y="42482"/>
                    <a:pt x="103961" y="67152"/>
                    <a:pt x="86475" y="72772"/>
                  </a:cubicBezTo>
                  <a:cubicBezTo>
                    <a:pt x="73115" y="74058"/>
                    <a:pt x="59820" y="76029"/>
                    <a:pt x="46659" y="78677"/>
                  </a:cubicBezTo>
                  <a:cubicBezTo>
                    <a:pt x="23282" y="83249"/>
                    <a:pt x="0" y="112491"/>
                    <a:pt x="0" y="112491"/>
                  </a:cubicBezTo>
                  <a:lnTo>
                    <a:pt x="30124" y="13563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5866407" y="1508477"/>
              <a:ext cx="336298" cy="520294"/>
            </a:xfrm>
            <a:custGeom>
              <a:avLst/>
              <a:gdLst/>
              <a:ahLst/>
              <a:cxnLst/>
              <a:rect l="l" t="t" r="r" b="b"/>
              <a:pathLst>
                <a:path w="336298" h="520294" extrusionOk="0">
                  <a:moveTo>
                    <a:pt x="294302" y="134437"/>
                  </a:moveTo>
                  <a:lnTo>
                    <a:pt x="70986" y="4897"/>
                  </a:lnTo>
                  <a:cubicBezTo>
                    <a:pt x="63640" y="-75"/>
                    <a:pt x="54403" y="-1342"/>
                    <a:pt x="45994" y="1468"/>
                  </a:cubicBezTo>
                  <a:lnTo>
                    <a:pt x="45994" y="1468"/>
                  </a:lnTo>
                  <a:cubicBezTo>
                    <a:pt x="44188" y="2211"/>
                    <a:pt x="42487" y="3202"/>
                    <a:pt x="40957" y="4421"/>
                  </a:cubicBezTo>
                  <a:lnTo>
                    <a:pt x="0" y="27948"/>
                  </a:lnTo>
                  <a:lnTo>
                    <a:pt x="28508" y="67572"/>
                  </a:lnTo>
                  <a:lnTo>
                    <a:pt x="28508" y="280265"/>
                  </a:lnTo>
                  <a:cubicBezTo>
                    <a:pt x="28508" y="311507"/>
                    <a:pt x="47514" y="347797"/>
                    <a:pt x="70891" y="361323"/>
                  </a:cubicBezTo>
                  <a:lnTo>
                    <a:pt x="267884" y="475623"/>
                  </a:lnTo>
                  <a:lnTo>
                    <a:pt x="274346" y="520295"/>
                  </a:lnTo>
                  <a:cubicBezTo>
                    <a:pt x="275676" y="519628"/>
                    <a:pt x="309601" y="500102"/>
                    <a:pt x="320339" y="493815"/>
                  </a:cubicBezTo>
                  <a:cubicBezTo>
                    <a:pt x="321375" y="493339"/>
                    <a:pt x="322354" y="492768"/>
                    <a:pt x="323285" y="492101"/>
                  </a:cubicBezTo>
                  <a:lnTo>
                    <a:pt x="323285" y="492101"/>
                  </a:lnTo>
                  <a:lnTo>
                    <a:pt x="323285" y="492101"/>
                  </a:lnTo>
                  <a:cubicBezTo>
                    <a:pt x="332560" y="483709"/>
                    <a:pt x="337321" y="471413"/>
                    <a:pt x="336114" y="458954"/>
                  </a:cubicBezTo>
                  <a:lnTo>
                    <a:pt x="336114" y="215495"/>
                  </a:lnTo>
                  <a:cubicBezTo>
                    <a:pt x="336589" y="184253"/>
                    <a:pt x="317678" y="147772"/>
                    <a:pt x="294302" y="134437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5848921" y="1535134"/>
              <a:ext cx="307985" cy="495867"/>
            </a:xfrm>
            <a:custGeom>
              <a:avLst/>
              <a:gdLst/>
              <a:ahLst/>
              <a:cxnLst/>
              <a:rect l="l" t="t" r="r" b="b"/>
              <a:pathLst>
                <a:path w="307985" h="495867" extrusionOk="0">
                  <a:moveTo>
                    <a:pt x="265603" y="490781"/>
                  </a:moveTo>
                  <a:lnTo>
                    <a:pt x="42288" y="361527"/>
                  </a:lnTo>
                  <a:cubicBezTo>
                    <a:pt x="18911" y="348002"/>
                    <a:pt x="0" y="311711"/>
                    <a:pt x="0" y="280469"/>
                  </a:cubicBezTo>
                  <a:lnTo>
                    <a:pt x="0" y="37105"/>
                  </a:lnTo>
                  <a:cubicBezTo>
                    <a:pt x="0" y="5864"/>
                    <a:pt x="19006" y="-8424"/>
                    <a:pt x="42288" y="5101"/>
                  </a:cubicBezTo>
                  <a:lnTo>
                    <a:pt x="265603" y="134261"/>
                  </a:lnTo>
                  <a:cubicBezTo>
                    <a:pt x="288980" y="147786"/>
                    <a:pt x="307986" y="184171"/>
                    <a:pt x="307986" y="215413"/>
                  </a:cubicBezTo>
                  <a:lnTo>
                    <a:pt x="307986" y="458682"/>
                  </a:lnTo>
                  <a:cubicBezTo>
                    <a:pt x="307986" y="489924"/>
                    <a:pt x="288980" y="504307"/>
                    <a:pt x="265603" y="490781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5914777" y="1634489"/>
              <a:ext cx="176087" cy="297735"/>
            </a:xfrm>
            <a:custGeom>
              <a:avLst/>
              <a:gdLst/>
              <a:ahLst/>
              <a:cxnLst/>
              <a:rect l="l" t="t" r="r" b="b"/>
              <a:pathLst>
                <a:path w="176087" h="297735" extrusionOk="0">
                  <a:moveTo>
                    <a:pt x="0" y="28904"/>
                  </a:moveTo>
                  <a:cubicBezTo>
                    <a:pt x="0" y="15188"/>
                    <a:pt x="3896" y="6330"/>
                    <a:pt x="11593" y="2234"/>
                  </a:cubicBezTo>
                  <a:cubicBezTo>
                    <a:pt x="19291" y="-1862"/>
                    <a:pt x="29364" y="-338"/>
                    <a:pt x="41812" y="6901"/>
                  </a:cubicBezTo>
                  <a:cubicBezTo>
                    <a:pt x="54413" y="14198"/>
                    <a:pt x="64923" y="24627"/>
                    <a:pt x="72316" y="37191"/>
                  </a:cubicBezTo>
                  <a:cubicBezTo>
                    <a:pt x="79842" y="49516"/>
                    <a:pt x="83824" y="63699"/>
                    <a:pt x="83814" y="78148"/>
                  </a:cubicBezTo>
                  <a:lnTo>
                    <a:pt x="83814" y="89197"/>
                  </a:lnTo>
                  <a:cubicBezTo>
                    <a:pt x="83814" y="103009"/>
                    <a:pt x="80013" y="111867"/>
                    <a:pt x="72316" y="115867"/>
                  </a:cubicBezTo>
                  <a:cubicBezTo>
                    <a:pt x="64619" y="119868"/>
                    <a:pt x="54546" y="118153"/>
                    <a:pt x="42097" y="110914"/>
                  </a:cubicBezTo>
                  <a:cubicBezTo>
                    <a:pt x="29478" y="103647"/>
                    <a:pt x="18958" y="93208"/>
                    <a:pt x="11593" y="80625"/>
                  </a:cubicBezTo>
                  <a:cubicBezTo>
                    <a:pt x="4039" y="68338"/>
                    <a:pt x="28" y="54193"/>
                    <a:pt x="0" y="39763"/>
                  </a:cubicBezTo>
                  <a:close/>
                  <a:moveTo>
                    <a:pt x="25467" y="55479"/>
                  </a:moveTo>
                  <a:cubicBezTo>
                    <a:pt x="25467" y="61584"/>
                    <a:pt x="27035" y="67585"/>
                    <a:pt x="30029" y="72910"/>
                  </a:cubicBezTo>
                  <a:cubicBezTo>
                    <a:pt x="32784" y="78158"/>
                    <a:pt x="36975" y="82520"/>
                    <a:pt x="42097" y="85483"/>
                  </a:cubicBezTo>
                  <a:cubicBezTo>
                    <a:pt x="47039" y="88340"/>
                    <a:pt x="50935" y="88721"/>
                    <a:pt x="53881" y="86626"/>
                  </a:cubicBezTo>
                  <a:cubicBezTo>
                    <a:pt x="57226" y="83311"/>
                    <a:pt x="58841" y="78634"/>
                    <a:pt x="58252" y="73957"/>
                  </a:cubicBezTo>
                  <a:lnTo>
                    <a:pt x="58252" y="62623"/>
                  </a:lnTo>
                  <a:cubicBezTo>
                    <a:pt x="58252" y="56536"/>
                    <a:pt x="56751" y="50554"/>
                    <a:pt x="53881" y="45192"/>
                  </a:cubicBezTo>
                  <a:cubicBezTo>
                    <a:pt x="51154" y="39896"/>
                    <a:pt x="46963" y="35496"/>
                    <a:pt x="41812" y="32524"/>
                  </a:cubicBezTo>
                  <a:cubicBezTo>
                    <a:pt x="38581" y="30000"/>
                    <a:pt x="34201" y="29523"/>
                    <a:pt x="30504" y="31285"/>
                  </a:cubicBezTo>
                  <a:cubicBezTo>
                    <a:pt x="27463" y="33286"/>
                    <a:pt x="25942" y="37572"/>
                    <a:pt x="25942" y="44239"/>
                  </a:cubicBezTo>
                  <a:close/>
                  <a:moveTo>
                    <a:pt x="49509" y="221785"/>
                  </a:moveTo>
                  <a:lnTo>
                    <a:pt x="30504" y="199306"/>
                  </a:lnTo>
                  <a:lnTo>
                    <a:pt x="125532" y="78910"/>
                  </a:lnTo>
                  <a:lnTo>
                    <a:pt x="144537" y="101389"/>
                  </a:lnTo>
                  <a:close/>
                  <a:moveTo>
                    <a:pt x="92177" y="208451"/>
                  </a:moveTo>
                  <a:cubicBezTo>
                    <a:pt x="92177" y="194639"/>
                    <a:pt x="96073" y="185781"/>
                    <a:pt x="103866" y="181780"/>
                  </a:cubicBezTo>
                  <a:cubicBezTo>
                    <a:pt x="111658" y="177780"/>
                    <a:pt x="121731" y="179494"/>
                    <a:pt x="134084" y="186638"/>
                  </a:cubicBezTo>
                  <a:cubicBezTo>
                    <a:pt x="146600" y="193934"/>
                    <a:pt x="157062" y="204288"/>
                    <a:pt x="164493" y="216737"/>
                  </a:cubicBezTo>
                  <a:cubicBezTo>
                    <a:pt x="172124" y="229129"/>
                    <a:pt x="176144" y="243417"/>
                    <a:pt x="176087" y="257980"/>
                  </a:cubicBezTo>
                  <a:lnTo>
                    <a:pt x="176087" y="269030"/>
                  </a:lnTo>
                  <a:cubicBezTo>
                    <a:pt x="176087" y="282650"/>
                    <a:pt x="172286" y="291604"/>
                    <a:pt x="164683" y="295604"/>
                  </a:cubicBezTo>
                  <a:cubicBezTo>
                    <a:pt x="157081" y="299605"/>
                    <a:pt x="147008" y="297985"/>
                    <a:pt x="134369" y="290651"/>
                  </a:cubicBezTo>
                  <a:cubicBezTo>
                    <a:pt x="121693" y="283374"/>
                    <a:pt x="111145" y="272906"/>
                    <a:pt x="103770" y="260266"/>
                  </a:cubicBezTo>
                  <a:cubicBezTo>
                    <a:pt x="96282" y="248093"/>
                    <a:pt x="92272" y="234092"/>
                    <a:pt x="92177" y="219785"/>
                  </a:cubicBezTo>
                  <a:close/>
                  <a:moveTo>
                    <a:pt x="117645" y="235120"/>
                  </a:moveTo>
                  <a:cubicBezTo>
                    <a:pt x="117768" y="241178"/>
                    <a:pt x="119403" y="247103"/>
                    <a:pt x="122396" y="252361"/>
                  </a:cubicBezTo>
                  <a:cubicBezTo>
                    <a:pt x="125142" y="257657"/>
                    <a:pt x="129285" y="262105"/>
                    <a:pt x="134369" y="265219"/>
                  </a:cubicBezTo>
                  <a:cubicBezTo>
                    <a:pt x="145108" y="271506"/>
                    <a:pt x="150524" y="267696"/>
                    <a:pt x="150524" y="253885"/>
                  </a:cubicBezTo>
                  <a:lnTo>
                    <a:pt x="150524" y="242169"/>
                  </a:lnTo>
                  <a:cubicBezTo>
                    <a:pt x="150524" y="236102"/>
                    <a:pt x="148985" y="230139"/>
                    <a:pt x="146058" y="224834"/>
                  </a:cubicBezTo>
                  <a:cubicBezTo>
                    <a:pt x="143302" y="219614"/>
                    <a:pt x="139159" y="215261"/>
                    <a:pt x="134084" y="212260"/>
                  </a:cubicBezTo>
                  <a:cubicBezTo>
                    <a:pt x="130720" y="209527"/>
                    <a:pt x="126064" y="209041"/>
                    <a:pt x="122206" y="211022"/>
                  </a:cubicBezTo>
                  <a:cubicBezTo>
                    <a:pt x="118671" y="214175"/>
                    <a:pt x="116960" y="218899"/>
                    <a:pt x="117645" y="223595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3825908" y="830009"/>
              <a:ext cx="336307" cy="520393"/>
            </a:xfrm>
            <a:custGeom>
              <a:avLst/>
              <a:gdLst/>
              <a:ahLst/>
              <a:cxnLst/>
              <a:rect l="l" t="t" r="r" b="b"/>
              <a:pathLst>
                <a:path w="336307" h="520393" extrusionOk="0">
                  <a:moveTo>
                    <a:pt x="294302" y="134154"/>
                  </a:moveTo>
                  <a:lnTo>
                    <a:pt x="70986" y="4900"/>
                  </a:lnTo>
                  <a:cubicBezTo>
                    <a:pt x="63640" y="-76"/>
                    <a:pt x="54403" y="-1344"/>
                    <a:pt x="45994" y="1471"/>
                  </a:cubicBezTo>
                  <a:lnTo>
                    <a:pt x="45994" y="1471"/>
                  </a:lnTo>
                  <a:cubicBezTo>
                    <a:pt x="44205" y="2253"/>
                    <a:pt x="42515" y="3245"/>
                    <a:pt x="40957" y="4424"/>
                  </a:cubicBezTo>
                  <a:lnTo>
                    <a:pt x="0" y="27951"/>
                  </a:lnTo>
                  <a:lnTo>
                    <a:pt x="28508" y="67575"/>
                  </a:lnTo>
                  <a:lnTo>
                    <a:pt x="28508" y="280268"/>
                  </a:lnTo>
                  <a:cubicBezTo>
                    <a:pt x="28508" y="311510"/>
                    <a:pt x="47514" y="347800"/>
                    <a:pt x="70796" y="361326"/>
                  </a:cubicBezTo>
                  <a:lnTo>
                    <a:pt x="267789" y="475626"/>
                  </a:lnTo>
                  <a:lnTo>
                    <a:pt x="274346" y="520393"/>
                  </a:lnTo>
                  <a:lnTo>
                    <a:pt x="320244" y="493818"/>
                  </a:lnTo>
                  <a:cubicBezTo>
                    <a:pt x="321261" y="493333"/>
                    <a:pt x="322240" y="492799"/>
                    <a:pt x="323190" y="492199"/>
                  </a:cubicBezTo>
                  <a:lnTo>
                    <a:pt x="323190" y="492199"/>
                  </a:lnTo>
                  <a:lnTo>
                    <a:pt x="323190" y="492199"/>
                  </a:lnTo>
                  <a:cubicBezTo>
                    <a:pt x="332551" y="483865"/>
                    <a:pt x="337359" y="471539"/>
                    <a:pt x="336114" y="459052"/>
                  </a:cubicBezTo>
                  <a:lnTo>
                    <a:pt x="336114" y="215212"/>
                  </a:lnTo>
                  <a:cubicBezTo>
                    <a:pt x="336684" y="183970"/>
                    <a:pt x="317679" y="147680"/>
                    <a:pt x="294302" y="134154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3808424" y="856397"/>
              <a:ext cx="307985" cy="495973"/>
            </a:xfrm>
            <a:custGeom>
              <a:avLst/>
              <a:gdLst/>
              <a:ahLst/>
              <a:cxnLst/>
              <a:rect l="l" t="t" r="r" b="b"/>
              <a:pathLst>
                <a:path w="307985" h="495973" extrusionOk="0">
                  <a:moveTo>
                    <a:pt x="265698" y="490766"/>
                  </a:moveTo>
                  <a:lnTo>
                    <a:pt x="42382" y="361702"/>
                  </a:lnTo>
                  <a:cubicBezTo>
                    <a:pt x="19006" y="348177"/>
                    <a:pt x="0" y="311886"/>
                    <a:pt x="0" y="280644"/>
                  </a:cubicBezTo>
                  <a:lnTo>
                    <a:pt x="0" y="37185"/>
                  </a:lnTo>
                  <a:cubicBezTo>
                    <a:pt x="0" y="5943"/>
                    <a:pt x="19006" y="-8439"/>
                    <a:pt x="42382" y="5086"/>
                  </a:cubicBezTo>
                  <a:lnTo>
                    <a:pt x="265698" y="134340"/>
                  </a:lnTo>
                  <a:cubicBezTo>
                    <a:pt x="289075" y="147866"/>
                    <a:pt x="307986" y="184156"/>
                    <a:pt x="307986" y="215398"/>
                  </a:cubicBezTo>
                  <a:lnTo>
                    <a:pt x="307986" y="458667"/>
                  </a:lnTo>
                  <a:cubicBezTo>
                    <a:pt x="307986" y="489909"/>
                    <a:pt x="289075" y="504577"/>
                    <a:pt x="265698" y="490766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3864395" y="989404"/>
              <a:ext cx="196042" cy="250697"/>
            </a:xfrm>
            <a:custGeom>
              <a:avLst/>
              <a:gdLst/>
              <a:ahLst/>
              <a:cxnLst/>
              <a:rect l="l" t="t" r="r" b="b"/>
              <a:pathLst>
                <a:path w="196042" h="250697" extrusionOk="0">
                  <a:moveTo>
                    <a:pt x="98069" y="0"/>
                  </a:moveTo>
                  <a:lnTo>
                    <a:pt x="128288" y="88487"/>
                  </a:lnTo>
                  <a:lnTo>
                    <a:pt x="196043" y="139065"/>
                  </a:lnTo>
                  <a:lnTo>
                    <a:pt x="147008" y="166021"/>
                  </a:lnTo>
                  <a:lnTo>
                    <a:pt x="158602" y="250698"/>
                  </a:lnTo>
                  <a:lnTo>
                    <a:pt x="98069" y="178879"/>
                  </a:lnTo>
                  <a:lnTo>
                    <a:pt x="37441" y="180594"/>
                  </a:lnTo>
                  <a:lnTo>
                    <a:pt x="49034" y="109252"/>
                  </a:lnTo>
                  <a:lnTo>
                    <a:pt x="0" y="25622"/>
                  </a:lnTo>
                  <a:lnTo>
                    <a:pt x="67755" y="53435"/>
                  </a:lnTo>
                  <a:lnTo>
                    <a:pt x="98069" y="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6751812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 Studio 2022 and .NET 6</a:t>
            </a:r>
            <a:endParaRPr dirty="0"/>
          </a:p>
        </p:txBody>
      </p:sp>
      <p:sp>
        <p:nvSpPr>
          <p:cNvPr id="998" name="Google Shape;998;p20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What</a:t>
            </a:r>
            <a:endParaRPr b="1" dirty="0"/>
          </a:p>
          <a:p>
            <a:pPr marL="127000" indent="0">
              <a:buNone/>
            </a:pPr>
            <a:r>
              <a:rPr lang="en-US" dirty="0"/>
              <a:t>A fully-featured, extensible, free IDE for creating modern applications for most devices and platforms.</a:t>
            </a:r>
          </a:p>
        </p:txBody>
      </p:sp>
      <p:sp>
        <p:nvSpPr>
          <p:cNvPr id="999" name="Google Shape;999;p20"/>
          <p:cNvSpPr txBox="1">
            <a:spLocks noGrp="1"/>
          </p:cNvSpPr>
          <p:nvPr>
            <p:ph type="body" idx="2"/>
          </p:nvPr>
        </p:nvSpPr>
        <p:spPr>
          <a:xfrm>
            <a:off x="3020700" y="1995750"/>
            <a:ext cx="283305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Why</a:t>
            </a:r>
            <a:endParaRPr b="1" dirty="0"/>
          </a:p>
          <a:p>
            <a:r>
              <a:rPr lang="en-US" dirty="0"/>
              <a:t>Powerful Web Tools to allow development with ASP.NET, jQuery, Bootstrap, among other popular frameworks.</a:t>
            </a:r>
          </a:p>
          <a:p>
            <a:r>
              <a:rPr lang="en-US" dirty="0"/>
              <a:t>Git Integration - Manage your source code in Git repos hosted by any provider, including GitHub. </a:t>
            </a:r>
          </a:p>
        </p:txBody>
      </p:sp>
      <p:sp>
        <p:nvSpPr>
          <p:cNvPr id="1001" name="Google Shape;1001;p2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7" name="Google Shape;1047;p24">
            <a:extLst>
              <a:ext uri="{FF2B5EF4-FFF2-40B4-BE49-F238E27FC236}">
                <a16:creationId xmlns:a16="http://schemas.microsoft.com/office/drawing/2014/main" id="{FD71F43B-5783-4B53-BFE8-14773E868E75}"/>
              </a:ext>
            </a:extLst>
          </p:cNvPr>
          <p:cNvGrpSpPr/>
          <p:nvPr/>
        </p:nvGrpSpPr>
        <p:grpSpPr>
          <a:xfrm>
            <a:off x="5787034" y="757367"/>
            <a:ext cx="3495801" cy="3628765"/>
            <a:chOff x="2012475" y="393272"/>
            <a:chExt cx="4440240" cy="4609126"/>
          </a:xfrm>
        </p:grpSpPr>
        <p:sp>
          <p:nvSpPr>
            <p:cNvPr id="8" name="Google Shape;1048;p24">
              <a:extLst>
                <a:ext uri="{FF2B5EF4-FFF2-40B4-BE49-F238E27FC236}">
                  <a16:creationId xmlns:a16="http://schemas.microsoft.com/office/drawing/2014/main" id="{B4775955-A991-4327-85CC-40B1ED774EC4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49;p24">
              <a:extLst>
                <a:ext uri="{FF2B5EF4-FFF2-40B4-BE49-F238E27FC236}">
                  <a16:creationId xmlns:a16="http://schemas.microsoft.com/office/drawing/2014/main" id="{944FE64E-AD98-498F-B347-CF54A965F3DE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50;p24">
              <a:extLst>
                <a:ext uri="{FF2B5EF4-FFF2-40B4-BE49-F238E27FC236}">
                  <a16:creationId xmlns:a16="http://schemas.microsoft.com/office/drawing/2014/main" id="{FF72B0AA-ED59-4061-AD0C-6D7FA844F331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51;p24">
              <a:extLst>
                <a:ext uri="{FF2B5EF4-FFF2-40B4-BE49-F238E27FC236}">
                  <a16:creationId xmlns:a16="http://schemas.microsoft.com/office/drawing/2014/main" id="{6F96C41C-F432-499F-A6BE-A5588F90109D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052;p24">
              <a:extLst>
                <a:ext uri="{FF2B5EF4-FFF2-40B4-BE49-F238E27FC236}">
                  <a16:creationId xmlns:a16="http://schemas.microsoft.com/office/drawing/2014/main" id="{19ADE499-B612-453B-8253-00B826061954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53;p24">
              <a:extLst>
                <a:ext uri="{FF2B5EF4-FFF2-40B4-BE49-F238E27FC236}">
                  <a16:creationId xmlns:a16="http://schemas.microsoft.com/office/drawing/2014/main" id="{AD0B3F01-54E3-423D-93E5-706B0C670C42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054;p24">
              <a:extLst>
                <a:ext uri="{FF2B5EF4-FFF2-40B4-BE49-F238E27FC236}">
                  <a16:creationId xmlns:a16="http://schemas.microsoft.com/office/drawing/2014/main" id="{64D2DDEC-C05C-466B-A77B-C48FFA174537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55;p24">
              <a:extLst>
                <a:ext uri="{FF2B5EF4-FFF2-40B4-BE49-F238E27FC236}">
                  <a16:creationId xmlns:a16="http://schemas.microsoft.com/office/drawing/2014/main" id="{403B8AC6-255D-4D3F-9F21-D7240C1F1A5D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056;p24">
              <a:extLst>
                <a:ext uri="{FF2B5EF4-FFF2-40B4-BE49-F238E27FC236}">
                  <a16:creationId xmlns:a16="http://schemas.microsoft.com/office/drawing/2014/main" id="{F6549D08-EAD8-414A-A8CA-FC13D1A62F76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57;p24">
              <a:extLst>
                <a:ext uri="{FF2B5EF4-FFF2-40B4-BE49-F238E27FC236}">
                  <a16:creationId xmlns:a16="http://schemas.microsoft.com/office/drawing/2014/main" id="{1D52B2CF-9269-4368-A506-1027B8AEA967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058;p24">
              <a:extLst>
                <a:ext uri="{FF2B5EF4-FFF2-40B4-BE49-F238E27FC236}">
                  <a16:creationId xmlns:a16="http://schemas.microsoft.com/office/drawing/2014/main" id="{2E82B1E6-0A43-4386-BB32-CAE401EBDC21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9;p24">
              <a:extLst>
                <a:ext uri="{FF2B5EF4-FFF2-40B4-BE49-F238E27FC236}">
                  <a16:creationId xmlns:a16="http://schemas.microsoft.com/office/drawing/2014/main" id="{55B852B0-37B2-42DB-AC3C-0CF7F4190A53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60;p24">
              <a:extLst>
                <a:ext uri="{FF2B5EF4-FFF2-40B4-BE49-F238E27FC236}">
                  <a16:creationId xmlns:a16="http://schemas.microsoft.com/office/drawing/2014/main" id="{B8C220ED-71F6-4905-8582-1F140808F061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61;p24">
              <a:extLst>
                <a:ext uri="{FF2B5EF4-FFF2-40B4-BE49-F238E27FC236}">
                  <a16:creationId xmlns:a16="http://schemas.microsoft.com/office/drawing/2014/main" id="{08CC1B14-0294-45D3-903D-5E5876808528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62;p24">
              <a:extLst>
                <a:ext uri="{FF2B5EF4-FFF2-40B4-BE49-F238E27FC236}">
                  <a16:creationId xmlns:a16="http://schemas.microsoft.com/office/drawing/2014/main" id="{52873E79-7083-47C1-A6F9-883FD3BA302D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63;p24">
              <a:extLst>
                <a:ext uri="{FF2B5EF4-FFF2-40B4-BE49-F238E27FC236}">
                  <a16:creationId xmlns:a16="http://schemas.microsoft.com/office/drawing/2014/main" id="{C45986D1-3023-4166-8241-CC46986A4904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64;p24">
              <a:extLst>
                <a:ext uri="{FF2B5EF4-FFF2-40B4-BE49-F238E27FC236}">
                  <a16:creationId xmlns:a16="http://schemas.microsoft.com/office/drawing/2014/main" id="{6CF1681D-03C4-4850-865C-ECB4442DEDCA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5;p24">
              <a:extLst>
                <a:ext uri="{FF2B5EF4-FFF2-40B4-BE49-F238E27FC236}">
                  <a16:creationId xmlns:a16="http://schemas.microsoft.com/office/drawing/2014/main" id="{F8134703-971F-48A3-A239-D02BE70434CB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066;p24">
              <a:extLst>
                <a:ext uri="{FF2B5EF4-FFF2-40B4-BE49-F238E27FC236}">
                  <a16:creationId xmlns:a16="http://schemas.microsoft.com/office/drawing/2014/main" id="{A4F7EA26-42D9-4F6F-A87F-4087F90328E0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067;p24">
              <a:extLst>
                <a:ext uri="{FF2B5EF4-FFF2-40B4-BE49-F238E27FC236}">
                  <a16:creationId xmlns:a16="http://schemas.microsoft.com/office/drawing/2014/main" id="{4CFDD07A-2CB7-468B-A0C6-0FEB87D5DD8D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68;p24">
              <a:extLst>
                <a:ext uri="{FF2B5EF4-FFF2-40B4-BE49-F238E27FC236}">
                  <a16:creationId xmlns:a16="http://schemas.microsoft.com/office/drawing/2014/main" id="{02623891-969D-4016-A042-13699D28887C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69;p24">
              <a:extLst>
                <a:ext uri="{FF2B5EF4-FFF2-40B4-BE49-F238E27FC236}">
                  <a16:creationId xmlns:a16="http://schemas.microsoft.com/office/drawing/2014/main" id="{BD60A91D-FBE6-488B-9CF5-01FD41F7F476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70;p24">
              <a:extLst>
                <a:ext uri="{FF2B5EF4-FFF2-40B4-BE49-F238E27FC236}">
                  <a16:creationId xmlns:a16="http://schemas.microsoft.com/office/drawing/2014/main" id="{6ED6763F-4542-4905-AA46-C02B9AAD94C5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071;p24">
              <a:extLst>
                <a:ext uri="{FF2B5EF4-FFF2-40B4-BE49-F238E27FC236}">
                  <a16:creationId xmlns:a16="http://schemas.microsoft.com/office/drawing/2014/main" id="{D236EFE3-A31A-4AB7-B93E-44F15F1F443D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72;p24">
              <a:extLst>
                <a:ext uri="{FF2B5EF4-FFF2-40B4-BE49-F238E27FC236}">
                  <a16:creationId xmlns:a16="http://schemas.microsoft.com/office/drawing/2014/main" id="{9F0B0BF0-1280-4456-9B15-B42678AF7092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73;p24">
              <a:extLst>
                <a:ext uri="{FF2B5EF4-FFF2-40B4-BE49-F238E27FC236}">
                  <a16:creationId xmlns:a16="http://schemas.microsoft.com/office/drawing/2014/main" id="{57B359F1-DA74-4A9D-A80A-D323454F32FC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74;p24">
              <a:extLst>
                <a:ext uri="{FF2B5EF4-FFF2-40B4-BE49-F238E27FC236}">
                  <a16:creationId xmlns:a16="http://schemas.microsoft.com/office/drawing/2014/main" id="{3A77D381-FE17-4F23-B793-98A45798D831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075;p24">
              <a:extLst>
                <a:ext uri="{FF2B5EF4-FFF2-40B4-BE49-F238E27FC236}">
                  <a16:creationId xmlns:a16="http://schemas.microsoft.com/office/drawing/2014/main" id="{B21D610D-3B25-4629-854A-91DD88D7BA0A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076;p24">
              <a:extLst>
                <a:ext uri="{FF2B5EF4-FFF2-40B4-BE49-F238E27FC236}">
                  <a16:creationId xmlns:a16="http://schemas.microsoft.com/office/drawing/2014/main" id="{C20B93D6-9E37-4C75-AAB1-3DE1E5EF5C41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77;p24">
              <a:extLst>
                <a:ext uri="{FF2B5EF4-FFF2-40B4-BE49-F238E27FC236}">
                  <a16:creationId xmlns:a16="http://schemas.microsoft.com/office/drawing/2014/main" id="{08E4396F-4E8E-4EF9-8CD8-23D48958DD5E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78;p24">
              <a:extLst>
                <a:ext uri="{FF2B5EF4-FFF2-40B4-BE49-F238E27FC236}">
                  <a16:creationId xmlns:a16="http://schemas.microsoft.com/office/drawing/2014/main" id="{9DFCBBA6-6040-45B7-B06D-B25DBF4BC890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79;p24">
              <a:extLst>
                <a:ext uri="{FF2B5EF4-FFF2-40B4-BE49-F238E27FC236}">
                  <a16:creationId xmlns:a16="http://schemas.microsoft.com/office/drawing/2014/main" id="{235ED3BD-8C49-4D1E-9227-61CE09B1A06E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80;p24">
              <a:extLst>
                <a:ext uri="{FF2B5EF4-FFF2-40B4-BE49-F238E27FC236}">
                  <a16:creationId xmlns:a16="http://schemas.microsoft.com/office/drawing/2014/main" id="{4E2CBA43-0956-42A1-95A3-D878753FF270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081;p24">
              <a:extLst>
                <a:ext uri="{FF2B5EF4-FFF2-40B4-BE49-F238E27FC236}">
                  <a16:creationId xmlns:a16="http://schemas.microsoft.com/office/drawing/2014/main" id="{4AD6FB5E-9DAF-4BD6-A728-AE1A8E6FD519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082;p24">
              <a:extLst>
                <a:ext uri="{FF2B5EF4-FFF2-40B4-BE49-F238E27FC236}">
                  <a16:creationId xmlns:a16="http://schemas.microsoft.com/office/drawing/2014/main" id="{96389DDD-8D7D-4BD0-BB66-B40323297AF2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83;p24">
              <a:extLst>
                <a:ext uri="{FF2B5EF4-FFF2-40B4-BE49-F238E27FC236}">
                  <a16:creationId xmlns:a16="http://schemas.microsoft.com/office/drawing/2014/main" id="{CBDD2878-01E8-4B89-B77C-071259354E90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84;p24">
              <a:extLst>
                <a:ext uri="{FF2B5EF4-FFF2-40B4-BE49-F238E27FC236}">
                  <a16:creationId xmlns:a16="http://schemas.microsoft.com/office/drawing/2014/main" id="{AFEB0FF8-BA2E-49C8-A01A-8838DEA0182D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85;p24">
              <a:extLst>
                <a:ext uri="{FF2B5EF4-FFF2-40B4-BE49-F238E27FC236}">
                  <a16:creationId xmlns:a16="http://schemas.microsoft.com/office/drawing/2014/main" id="{AC10BD78-994F-4E1D-A0A2-A7740C748394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86;p24">
              <a:extLst>
                <a:ext uri="{FF2B5EF4-FFF2-40B4-BE49-F238E27FC236}">
                  <a16:creationId xmlns:a16="http://schemas.microsoft.com/office/drawing/2014/main" id="{CF57F89F-C79B-4C50-9C4C-1745F9DC82AF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87;p24">
              <a:extLst>
                <a:ext uri="{FF2B5EF4-FFF2-40B4-BE49-F238E27FC236}">
                  <a16:creationId xmlns:a16="http://schemas.microsoft.com/office/drawing/2014/main" id="{6FBD5986-E403-4368-9313-0C0FBAAF4024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088;p24">
              <a:extLst>
                <a:ext uri="{FF2B5EF4-FFF2-40B4-BE49-F238E27FC236}">
                  <a16:creationId xmlns:a16="http://schemas.microsoft.com/office/drawing/2014/main" id="{5D8EF8BA-3740-45B2-BC40-9BBD7F85FF57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089;p24">
              <a:extLst>
                <a:ext uri="{FF2B5EF4-FFF2-40B4-BE49-F238E27FC236}">
                  <a16:creationId xmlns:a16="http://schemas.microsoft.com/office/drawing/2014/main" id="{EA6CE356-F924-4194-99A7-7FC10A1EF681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90;p24">
              <a:extLst>
                <a:ext uri="{FF2B5EF4-FFF2-40B4-BE49-F238E27FC236}">
                  <a16:creationId xmlns:a16="http://schemas.microsoft.com/office/drawing/2014/main" id="{1BF81E65-D97F-441D-B2CD-44209F00AFB0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091;p24">
              <a:extLst>
                <a:ext uri="{FF2B5EF4-FFF2-40B4-BE49-F238E27FC236}">
                  <a16:creationId xmlns:a16="http://schemas.microsoft.com/office/drawing/2014/main" id="{0D79B877-DC89-4C2C-8987-83DC6F9373AC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92;p24">
              <a:extLst>
                <a:ext uri="{FF2B5EF4-FFF2-40B4-BE49-F238E27FC236}">
                  <a16:creationId xmlns:a16="http://schemas.microsoft.com/office/drawing/2014/main" id="{7F2E3DB0-6723-4E22-862E-346710BBE650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93;p24">
              <a:extLst>
                <a:ext uri="{FF2B5EF4-FFF2-40B4-BE49-F238E27FC236}">
                  <a16:creationId xmlns:a16="http://schemas.microsoft.com/office/drawing/2014/main" id="{EE0F9EE3-0ADF-4551-94CF-F04A9FC104DA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94;p24">
              <a:extLst>
                <a:ext uri="{FF2B5EF4-FFF2-40B4-BE49-F238E27FC236}">
                  <a16:creationId xmlns:a16="http://schemas.microsoft.com/office/drawing/2014/main" id="{C611DA82-3796-4D82-A7C4-319EB0B585F1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95;p24">
              <a:extLst>
                <a:ext uri="{FF2B5EF4-FFF2-40B4-BE49-F238E27FC236}">
                  <a16:creationId xmlns:a16="http://schemas.microsoft.com/office/drawing/2014/main" id="{B418BBAD-41F4-4078-A1FF-135E15F441DC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96;p24">
              <a:extLst>
                <a:ext uri="{FF2B5EF4-FFF2-40B4-BE49-F238E27FC236}">
                  <a16:creationId xmlns:a16="http://schemas.microsoft.com/office/drawing/2014/main" id="{5C99030B-6F40-4C6A-9BDD-9106F4D1D3E7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97;p24">
              <a:extLst>
                <a:ext uri="{FF2B5EF4-FFF2-40B4-BE49-F238E27FC236}">
                  <a16:creationId xmlns:a16="http://schemas.microsoft.com/office/drawing/2014/main" id="{268ECBE1-78C7-428B-8841-1256FB44E22F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98;p24">
              <a:extLst>
                <a:ext uri="{FF2B5EF4-FFF2-40B4-BE49-F238E27FC236}">
                  <a16:creationId xmlns:a16="http://schemas.microsoft.com/office/drawing/2014/main" id="{782F8DE2-0120-475E-AFF1-8A42C161C845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99;p24">
              <a:extLst>
                <a:ext uri="{FF2B5EF4-FFF2-40B4-BE49-F238E27FC236}">
                  <a16:creationId xmlns:a16="http://schemas.microsoft.com/office/drawing/2014/main" id="{6373CD0C-B5D1-4C6B-8C05-13C5CC87A06D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00;p24">
              <a:extLst>
                <a:ext uri="{FF2B5EF4-FFF2-40B4-BE49-F238E27FC236}">
                  <a16:creationId xmlns:a16="http://schemas.microsoft.com/office/drawing/2014/main" id="{8A1FE5A7-EFF9-4B58-833E-EB809C72E3A8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01;p24">
              <a:extLst>
                <a:ext uri="{FF2B5EF4-FFF2-40B4-BE49-F238E27FC236}">
                  <a16:creationId xmlns:a16="http://schemas.microsoft.com/office/drawing/2014/main" id="{2CCC0368-1DF7-4E91-AEC5-67C62E4794A5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102;p24">
              <a:extLst>
                <a:ext uri="{FF2B5EF4-FFF2-40B4-BE49-F238E27FC236}">
                  <a16:creationId xmlns:a16="http://schemas.microsoft.com/office/drawing/2014/main" id="{404C97C6-196B-4FA8-9C88-8114BCC7789D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103;p24">
              <a:extLst>
                <a:ext uri="{FF2B5EF4-FFF2-40B4-BE49-F238E27FC236}">
                  <a16:creationId xmlns:a16="http://schemas.microsoft.com/office/drawing/2014/main" id="{0A929FCA-513E-4D83-BD6B-7B0E70B5E100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104;p24">
              <a:extLst>
                <a:ext uri="{FF2B5EF4-FFF2-40B4-BE49-F238E27FC236}">
                  <a16:creationId xmlns:a16="http://schemas.microsoft.com/office/drawing/2014/main" id="{2318AAB3-49AA-4307-85C6-1AB629EBC866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105;p24">
              <a:extLst>
                <a:ext uri="{FF2B5EF4-FFF2-40B4-BE49-F238E27FC236}">
                  <a16:creationId xmlns:a16="http://schemas.microsoft.com/office/drawing/2014/main" id="{8EF3A687-4DA5-428A-928A-756079571B60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106;p24">
              <a:extLst>
                <a:ext uri="{FF2B5EF4-FFF2-40B4-BE49-F238E27FC236}">
                  <a16:creationId xmlns:a16="http://schemas.microsoft.com/office/drawing/2014/main" id="{C6EFC915-1D2B-4C5B-B4DB-37F509DD8660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107;p24">
              <a:extLst>
                <a:ext uri="{FF2B5EF4-FFF2-40B4-BE49-F238E27FC236}">
                  <a16:creationId xmlns:a16="http://schemas.microsoft.com/office/drawing/2014/main" id="{3271DFE4-571B-498F-8172-1563A4F55645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108;p24">
              <a:extLst>
                <a:ext uri="{FF2B5EF4-FFF2-40B4-BE49-F238E27FC236}">
                  <a16:creationId xmlns:a16="http://schemas.microsoft.com/office/drawing/2014/main" id="{02C6F5B2-48D2-4C7D-BE31-6F98606AC0D0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109;p24">
              <a:extLst>
                <a:ext uri="{FF2B5EF4-FFF2-40B4-BE49-F238E27FC236}">
                  <a16:creationId xmlns:a16="http://schemas.microsoft.com/office/drawing/2014/main" id="{564854BD-386A-4628-B3AE-5A9089CF272D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110;p24">
              <a:extLst>
                <a:ext uri="{FF2B5EF4-FFF2-40B4-BE49-F238E27FC236}">
                  <a16:creationId xmlns:a16="http://schemas.microsoft.com/office/drawing/2014/main" id="{00D2E4BF-EDD4-4192-993A-421E1BA9E2F9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111;p24">
              <a:extLst>
                <a:ext uri="{FF2B5EF4-FFF2-40B4-BE49-F238E27FC236}">
                  <a16:creationId xmlns:a16="http://schemas.microsoft.com/office/drawing/2014/main" id="{3F5C19F3-135F-4B0C-8224-F2209400E811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112;p24">
              <a:extLst>
                <a:ext uri="{FF2B5EF4-FFF2-40B4-BE49-F238E27FC236}">
                  <a16:creationId xmlns:a16="http://schemas.microsoft.com/office/drawing/2014/main" id="{2BF1DDCE-043E-4ADA-AA31-4AB70B515F8E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113;p24">
              <a:extLst>
                <a:ext uri="{FF2B5EF4-FFF2-40B4-BE49-F238E27FC236}">
                  <a16:creationId xmlns:a16="http://schemas.microsoft.com/office/drawing/2014/main" id="{86341CDB-AF9B-47C5-9FD4-DBD6CF3F827C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114;p24">
              <a:extLst>
                <a:ext uri="{FF2B5EF4-FFF2-40B4-BE49-F238E27FC236}">
                  <a16:creationId xmlns:a16="http://schemas.microsoft.com/office/drawing/2014/main" id="{FE5BC229-729A-4CEE-966F-CD296CAA81CB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115;p24">
              <a:extLst>
                <a:ext uri="{FF2B5EF4-FFF2-40B4-BE49-F238E27FC236}">
                  <a16:creationId xmlns:a16="http://schemas.microsoft.com/office/drawing/2014/main" id="{251E3BAA-4F0A-4C77-AC77-C1AE173093F8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116;p24">
              <a:extLst>
                <a:ext uri="{FF2B5EF4-FFF2-40B4-BE49-F238E27FC236}">
                  <a16:creationId xmlns:a16="http://schemas.microsoft.com/office/drawing/2014/main" id="{ED4218BC-7E7C-49F8-BC7D-F67D41BA0029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117;p24">
              <a:extLst>
                <a:ext uri="{FF2B5EF4-FFF2-40B4-BE49-F238E27FC236}">
                  <a16:creationId xmlns:a16="http://schemas.microsoft.com/office/drawing/2014/main" id="{E36ABB2A-1343-48A1-B7A6-417E90C13DA7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118;p24">
              <a:extLst>
                <a:ext uri="{FF2B5EF4-FFF2-40B4-BE49-F238E27FC236}">
                  <a16:creationId xmlns:a16="http://schemas.microsoft.com/office/drawing/2014/main" id="{74E9CB87-FF01-4B5F-B7F1-86044B99994A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119;p24">
              <a:extLst>
                <a:ext uri="{FF2B5EF4-FFF2-40B4-BE49-F238E27FC236}">
                  <a16:creationId xmlns:a16="http://schemas.microsoft.com/office/drawing/2014/main" id="{0C425E33-82A5-4653-8071-1263A6ECEC67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120;p24">
              <a:extLst>
                <a:ext uri="{FF2B5EF4-FFF2-40B4-BE49-F238E27FC236}">
                  <a16:creationId xmlns:a16="http://schemas.microsoft.com/office/drawing/2014/main" id="{82447D85-2595-4204-BD5B-D987977F7C34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121;p24">
              <a:extLst>
                <a:ext uri="{FF2B5EF4-FFF2-40B4-BE49-F238E27FC236}">
                  <a16:creationId xmlns:a16="http://schemas.microsoft.com/office/drawing/2014/main" id="{DDBE3760-A9E7-403A-AF11-031F1AB20D09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122;p24">
              <a:extLst>
                <a:ext uri="{FF2B5EF4-FFF2-40B4-BE49-F238E27FC236}">
                  <a16:creationId xmlns:a16="http://schemas.microsoft.com/office/drawing/2014/main" id="{26EE4E58-9F1A-427A-AD8D-47B79CA8DF30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123;p24">
              <a:extLst>
                <a:ext uri="{FF2B5EF4-FFF2-40B4-BE49-F238E27FC236}">
                  <a16:creationId xmlns:a16="http://schemas.microsoft.com/office/drawing/2014/main" id="{C71D6C15-E339-4BA7-B9A1-23654C997E6C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124;p24">
              <a:extLst>
                <a:ext uri="{FF2B5EF4-FFF2-40B4-BE49-F238E27FC236}">
                  <a16:creationId xmlns:a16="http://schemas.microsoft.com/office/drawing/2014/main" id="{1BBC392F-E3CE-4D87-A73A-2607127F120F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125;p24">
              <a:extLst>
                <a:ext uri="{FF2B5EF4-FFF2-40B4-BE49-F238E27FC236}">
                  <a16:creationId xmlns:a16="http://schemas.microsoft.com/office/drawing/2014/main" id="{BD56964A-52D2-4847-BC2E-38831B55A15A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126;p24">
              <a:extLst>
                <a:ext uri="{FF2B5EF4-FFF2-40B4-BE49-F238E27FC236}">
                  <a16:creationId xmlns:a16="http://schemas.microsoft.com/office/drawing/2014/main" id="{AD0905DD-0813-479A-A7D4-C4D3D60ED79A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127;p24">
              <a:extLst>
                <a:ext uri="{FF2B5EF4-FFF2-40B4-BE49-F238E27FC236}">
                  <a16:creationId xmlns:a16="http://schemas.microsoft.com/office/drawing/2014/main" id="{2F1D71D1-4B79-4DAD-A747-D7C5ABC73E77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128;p24">
              <a:extLst>
                <a:ext uri="{FF2B5EF4-FFF2-40B4-BE49-F238E27FC236}">
                  <a16:creationId xmlns:a16="http://schemas.microsoft.com/office/drawing/2014/main" id="{9CCCB72D-1983-4635-A63C-D9CCF58E7EA2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129;p24">
              <a:extLst>
                <a:ext uri="{FF2B5EF4-FFF2-40B4-BE49-F238E27FC236}">
                  <a16:creationId xmlns:a16="http://schemas.microsoft.com/office/drawing/2014/main" id="{C2858C8F-0D4B-476B-9395-6913FBB33E29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130;p24">
              <a:extLst>
                <a:ext uri="{FF2B5EF4-FFF2-40B4-BE49-F238E27FC236}">
                  <a16:creationId xmlns:a16="http://schemas.microsoft.com/office/drawing/2014/main" id="{03A5C59C-EC98-4484-8DBD-9C3DF277059D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131;p24">
              <a:extLst>
                <a:ext uri="{FF2B5EF4-FFF2-40B4-BE49-F238E27FC236}">
                  <a16:creationId xmlns:a16="http://schemas.microsoft.com/office/drawing/2014/main" id="{DCA49347-C9AE-4958-A0AD-9A7C056D0D28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132;p24">
              <a:extLst>
                <a:ext uri="{FF2B5EF4-FFF2-40B4-BE49-F238E27FC236}">
                  <a16:creationId xmlns:a16="http://schemas.microsoft.com/office/drawing/2014/main" id="{49AF2430-9D61-4657-9D82-BBD29BB05713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133;p24">
              <a:extLst>
                <a:ext uri="{FF2B5EF4-FFF2-40B4-BE49-F238E27FC236}">
                  <a16:creationId xmlns:a16="http://schemas.microsoft.com/office/drawing/2014/main" id="{D67D4C2F-45ED-47BB-B18F-4119DCAF36E0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134;p24">
              <a:extLst>
                <a:ext uri="{FF2B5EF4-FFF2-40B4-BE49-F238E27FC236}">
                  <a16:creationId xmlns:a16="http://schemas.microsoft.com/office/drawing/2014/main" id="{D6B5C18A-6A3A-418D-952D-34871A715175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135;p24">
              <a:extLst>
                <a:ext uri="{FF2B5EF4-FFF2-40B4-BE49-F238E27FC236}">
                  <a16:creationId xmlns:a16="http://schemas.microsoft.com/office/drawing/2014/main" id="{3119F774-EBBC-48DE-90B3-F9071661D47E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136;p24">
              <a:extLst>
                <a:ext uri="{FF2B5EF4-FFF2-40B4-BE49-F238E27FC236}">
                  <a16:creationId xmlns:a16="http://schemas.microsoft.com/office/drawing/2014/main" id="{72C312FC-5C1B-4243-B635-BC70850E8CA6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137;p24">
              <a:extLst>
                <a:ext uri="{FF2B5EF4-FFF2-40B4-BE49-F238E27FC236}">
                  <a16:creationId xmlns:a16="http://schemas.microsoft.com/office/drawing/2014/main" id="{6BA4D89C-42F9-4342-B0B3-6B26D96ED9C7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138;p24">
              <a:extLst>
                <a:ext uri="{FF2B5EF4-FFF2-40B4-BE49-F238E27FC236}">
                  <a16:creationId xmlns:a16="http://schemas.microsoft.com/office/drawing/2014/main" id="{DC933B12-48B4-4C0D-953C-8055F7A16EFD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139;p24">
              <a:extLst>
                <a:ext uri="{FF2B5EF4-FFF2-40B4-BE49-F238E27FC236}">
                  <a16:creationId xmlns:a16="http://schemas.microsoft.com/office/drawing/2014/main" id="{6261C325-0414-48D3-88B2-4EABBB1AB4B1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140;p24">
              <a:extLst>
                <a:ext uri="{FF2B5EF4-FFF2-40B4-BE49-F238E27FC236}">
                  <a16:creationId xmlns:a16="http://schemas.microsoft.com/office/drawing/2014/main" id="{80AE0253-95B7-4908-AFD8-500FF3E79A5F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F0263-A12A-4D51-BA75-5F5553DBB4C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Why Learn .NET Core</a:t>
            </a:r>
            <a:endParaRPr dirty="0"/>
          </a:p>
        </p:txBody>
      </p:sp>
      <p:sp>
        <p:nvSpPr>
          <p:cNvPr id="407" name="Google Shape;407;p15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08" name="Google Shape;408;p15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09" name="Google Shape;409;p15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0" name="Google Shape;430;p15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31" name="Google Shape;431;p15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5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15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15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01" name="Google Shape;501;p15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35F1821-1D36-4EDD-85C1-8624A15E01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6"/>
          <p:cNvSpPr txBox="1">
            <a:spLocks noGrp="1"/>
          </p:cNvSpPr>
          <p:nvPr>
            <p:ph type="body" idx="1"/>
          </p:nvPr>
        </p:nvSpPr>
        <p:spPr>
          <a:xfrm>
            <a:off x="1039050" y="1028325"/>
            <a:ext cx="520419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77500" lnSpcReduction="20000"/>
          </a:bodyPr>
          <a:lstStyle/>
          <a:p>
            <a:r>
              <a:rPr lang="en-US" sz="3200" dirty="0"/>
              <a:t>Microsoft .NET is the platform that drives the business technology of many of the top corporations in the United States and many other countries. </a:t>
            </a:r>
          </a:p>
          <a:p>
            <a:r>
              <a:rPr lang="en-US" sz="3200" dirty="0"/>
              <a:t>It is the predominant technology used to drive enterprise-scale business technology. </a:t>
            </a:r>
          </a:p>
        </p:txBody>
      </p:sp>
      <p:sp>
        <p:nvSpPr>
          <p:cNvPr id="519" name="Google Shape;519;p1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520" name="Google Shape;520;p16"/>
          <p:cNvGrpSpPr/>
          <p:nvPr/>
        </p:nvGrpSpPr>
        <p:grpSpPr>
          <a:xfrm>
            <a:off x="6230973" y="930400"/>
            <a:ext cx="2318495" cy="3612478"/>
            <a:chOff x="6661328" y="2103554"/>
            <a:chExt cx="850574" cy="1325339"/>
          </a:xfrm>
        </p:grpSpPr>
        <p:sp>
          <p:nvSpPr>
            <p:cNvPr id="521" name="Google Shape;521;p16"/>
            <p:cNvSpPr/>
            <p:nvPr/>
          </p:nvSpPr>
          <p:spPr>
            <a:xfrm>
              <a:off x="7216759" y="3070053"/>
              <a:ext cx="247057" cy="142875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7342016" y="3123138"/>
              <a:ext cx="71660" cy="55453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7342406" y="3141358"/>
              <a:ext cx="71304" cy="37263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7268719" y="3095364"/>
              <a:ext cx="71613" cy="53417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7268869" y="3112444"/>
              <a:ext cx="71304" cy="37267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7286737" y="2775175"/>
              <a:ext cx="123184" cy="353826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7314533" y="2554952"/>
              <a:ext cx="78868" cy="76871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7190170" y="2579409"/>
              <a:ext cx="118999" cy="169986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7180686" y="2720915"/>
              <a:ext cx="56790" cy="37169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7182331" y="2728860"/>
              <a:ext cx="37082" cy="30910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7286654" y="2565698"/>
              <a:ext cx="128280" cy="258276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7391109" y="2618517"/>
              <a:ext cx="49710" cy="228160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7311279" y="2475275"/>
              <a:ext cx="85098" cy="103818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7314515" y="2466234"/>
              <a:ext cx="89964" cy="88884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7384763" y="2604603"/>
              <a:ext cx="55737" cy="75876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7269438" y="2565933"/>
              <a:ext cx="45289" cy="73030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6661328" y="3286571"/>
              <a:ext cx="246169" cy="142323"/>
            </a:xfrm>
            <a:custGeom>
              <a:avLst/>
              <a:gdLst/>
              <a:ahLst/>
              <a:cxnLst/>
              <a:rect l="l" t="t" r="r" b="b"/>
              <a:pathLst>
                <a:path w="657677" h="380237" extrusionOk="0">
                  <a:moveTo>
                    <a:pt x="657678" y="190119"/>
                  </a:moveTo>
                  <a:cubicBezTo>
                    <a:pt x="657678" y="295119"/>
                    <a:pt x="510452" y="380238"/>
                    <a:pt x="328839" y="380238"/>
                  </a:cubicBezTo>
                  <a:cubicBezTo>
                    <a:pt x="147226" y="380238"/>
                    <a:pt x="0" y="295119"/>
                    <a:pt x="0" y="190119"/>
                  </a:cubicBezTo>
                  <a:cubicBezTo>
                    <a:pt x="0" y="85119"/>
                    <a:pt x="147226" y="0"/>
                    <a:pt x="328839" y="0"/>
                  </a:cubicBezTo>
                  <a:cubicBezTo>
                    <a:pt x="510452" y="0"/>
                    <a:pt x="657678" y="85119"/>
                    <a:pt x="657678" y="190119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6681151" y="2824698"/>
              <a:ext cx="58982" cy="128668"/>
            </a:xfrm>
            <a:custGeom>
              <a:avLst/>
              <a:gdLst/>
              <a:ahLst/>
              <a:cxnLst/>
              <a:rect l="l" t="t" r="r" b="b"/>
              <a:pathLst>
                <a:path w="157580" h="343757" extrusionOk="0">
                  <a:moveTo>
                    <a:pt x="34717" y="0"/>
                  </a:moveTo>
                  <a:cubicBezTo>
                    <a:pt x="31009" y="32004"/>
                    <a:pt x="-7029" y="170021"/>
                    <a:pt x="1149" y="217361"/>
                  </a:cubicBezTo>
                  <a:cubicBezTo>
                    <a:pt x="9327" y="264700"/>
                    <a:pt x="139512" y="343757"/>
                    <a:pt x="139512" y="343757"/>
                  </a:cubicBezTo>
                  <a:lnTo>
                    <a:pt x="157580" y="262795"/>
                  </a:lnTo>
                  <a:lnTo>
                    <a:pt x="85403" y="192024"/>
                  </a:lnTo>
                  <a:lnTo>
                    <a:pt x="104898" y="57912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6689412" y="2771791"/>
              <a:ext cx="42428" cy="81725"/>
            </a:xfrm>
            <a:custGeom>
              <a:avLst/>
              <a:gdLst/>
              <a:ahLst/>
              <a:cxnLst/>
              <a:rect l="l" t="t" r="r" b="b"/>
              <a:pathLst>
                <a:path w="113353" h="218341" extrusionOk="0">
                  <a:moveTo>
                    <a:pt x="113353" y="5238"/>
                  </a:moveTo>
                  <a:cubicBezTo>
                    <a:pt x="87120" y="-6849"/>
                    <a:pt x="56006" y="2599"/>
                    <a:pt x="40891" y="27240"/>
                  </a:cubicBezTo>
                  <a:cubicBezTo>
                    <a:pt x="21872" y="59054"/>
                    <a:pt x="1807" y="168020"/>
                    <a:pt x="0" y="186689"/>
                  </a:cubicBezTo>
                  <a:cubicBezTo>
                    <a:pt x="0" y="186689"/>
                    <a:pt x="26912" y="223836"/>
                    <a:pt x="67232" y="21764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6782889" y="3337575"/>
              <a:ext cx="91454" cy="51556"/>
            </a:xfrm>
            <a:custGeom>
              <a:avLst/>
              <a:gdLst/>
              <a:ahLst/>
              <a:cxnLst/>
              <a:rect l="l" t="t" r="r" b="b"/>
              <a:pathLst>
                <a:path w="244333" h="137739" extrusionOk="0">
                  <a:moveTo>
                    <a:pt x="12344" y="32993"/>
                  </a:moveTo>
                  <a:cubicBezTo>
                    <a:pt x="40672" y="40842"/>
                    <a:pt x="70948" y="37175"/>
                    <a:pt x="96598" y="22802"/>
                  </a:cubicBezTo>
                  <a:cubicBezTo>
                    <a:pt x="116948" y="23468"/>
                    <a:pt x="227163" y="-23775"/>
                    <a:pt x="242093" y="15848"/>
                  </a:cubicBezTo>
                  <a:cubicBezTo>
                    <a:pt x="255216" y="50615"/>
                    <a:pt x="207479" y="82523"/>
                    <a:pt x="181993" y="89001"/>
                  </a:cubicBezTo>
                  <a:cubicBezTo>
                    <a:pt x="126363" y="102431"/>
                    <a:pt x="85186" y="130244"/>
                    <a:pt x="62839" y="135006"/>
                  </a:cubicBezTo>
                  <a:cubicBezTo>
                    <a:pt x="46197" y="138530"/>
                    <a:pt x="24801" y="140817"/>
                    <a:pt x="11297" y="127672"/>
                  </a:cubicBezTo>
                  <a:cubicBezTo>
                    <a:pt x="-4583" y="111956"/>
                    <a:pt x="-3252" y="53472"/>
                    <a:pt x="12344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6784412" y="3346110"/>
              <a:ext cx="89915" cy="43199"/>
            </a:xfrm>
            <a:custGeom>
              <a:avLst/>
              <a:gdLst/>
              <a:ahLst/>
              <a:cxnLst/>
              <a:rect l="l" t="t" r="r" b="b"/>
              <a:pathLst>
                <a:path w="240222" h="115414" extrusionOk="0">
                  <a:moveTo>
                    <a:pt x="58769" y="102584"/>
                  </a:moveTo>
                  <a:cubicBezTo>
                    <a:pt x="81116" y="97822"/>
                    <a:pt x="122292" y="70009"/>
                    <a:pt x="177923" y="56579"/>
                  </a:cubicBezTo>
                  <a:cubicBezTo>
                    <a:pt x="199319" y="51340"/>
                    <a:pt x="236121" y="28004"/>
                    <a:pt x="239830" y="0"/>
                  </a:cubicBezTo>
                  <a:cubicBezTo>
                    <a:pt x="244775" y="32004"/>
                    <a:pt x="201792" y="60388"/>
                    <a:pt x="177923" y="66675"/>
                  </a:cubicBezTo>
                  <a:cubicBezTo>
                    <a:pt x="122292" y="80105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227" y="105346"/>
                  </a:cubicBezTo>
                  <a:cubicBezTo>
                    <a:pt x="3793" y="101575"/>
                    <a:pt x="1314" y="97041"/>
                    <a:pt x="0" y="92107"/>
                  </a:cubicBezTo>
                  <a:cubicBezTo>
                    <a:pt x="16840" y="104699"/>
                    <a:pt x="38626" y="108575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6715968" y="3307485"/>
              <a:ext cx="91493" cy="51556"/>
            </a:xfrm>
            <a:custGeom>
              <a:avLst/>
              <a:gdLst/>
              <a:ahLst/>
              <a:cxnLst/>
              <a:rect l="l" t="t" r="r" b="b"/>
              <a:pathLst>
                <a:path w="244438" h="137739" extrusionOk="0">
                  <a:moveTo>
                    <a:pt x="12449" y="32993"/>
                  </a:moveTo>
                  <a:cubicBezTo>
                    <a:pt x="40778" y="40842"/>
                    <a:pt x="71053" y="37175"/>
                    <a:pt x="96703" y="22802"/>
                  </a:cubicBezTo>
                  <a:cubicBezTo>
                    <a:pt x="116959" y="23468"/>
                    <a:pt x="227174" y="-23775"/>
                    <a:pt x="242199" y="15848"/>
                  </a:cubicBezTo>
                  <a:cubicBezTo>
                    <a:pt x="255322" y="50615"/>
                    <a:pt x="207584" y="82523"/>
                    <a:pt x="182099" y="89001"/>
                  </a:cubicBezTo>
                  <a:cubicBezTo>
                    <a:pt x="126468" y="102526"/>
                    <a:pt x="85197" y="130244"/>
                    <a:pt x="62849" y="135006"/>
                  </a:cubicBezTo>
                  <a:cubicBezTo>
                    <a:pt x="46208" y="138530"/>
                    <a:pt x="24811" y="140817"/>
                    <a:pt x="11403" y="127672"/>
                  </a:cubicBezTo>
                  <a:cubicBezTo>
                    <a:pt x="-4573" y="111956"/>
                    <a:pt x="-3337" y="53758"/>
                    <a:pt x="12449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6717638" y="3316019"/>
              <a:ext cx="89951" cy="43199"/>
            </a:xfrm>
            <a:custGeom>
              <a:avLst/>
              <a:gdLst/>
              <a:ahLst/>
              <a:cxnLst/>
              <a:rect l="l" t="t" r="r" b="b"/>
              <a:pathLst>
                <a:path w="240317" h="115414" extrusionOk="0">
                  <a:moveTo>
                    <a:pt x="58769" y="102584"/>
                  </a:moveTo>
                  <a:cubicBezTo>
                    <a:pt x="81116" y="97822"/>
                    <a:pt x="122387" y="70009"/>
                    <a:pt x="178018" y="56579"/>
                  </a:cubicBezTo>
                  <a:cubicBezTo>
                    <a:pt x="199319" y="51340"/>
                    <a:pt x="236216" y="28004"/>
                    <a:pt x="239925" y="0"/>
                  </a:cubicBezTo>
                  <a:cubicBezTo>
                    <a:pt x="244870" y="32004"/>
                    <a:pt x="201887" y="60388"/>
                    <a:pt x="178018" y="66675"/>
                  </a:cubicBezTo>
                  <a:cubicBezTo>
                    <a:pt x="122387" y="80201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322" y="105346"/>
                  </a:cubicBezTo>
                  <a:cubicBezTo>
                    <a:pt x="3892" y="101556"/>
                    <a:pt x="1386" y="97031"/>
                    <a:pt x="0" y="92107"/>
                  </a:cubicBezTo>
                  <a:cubicBezTo>
                    <a:pt x="16840" y="104699"/>
                    <a:pt x="38626" y="108576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6715994" y="2973759"/>
              <a:ext cx="133983" cy="378277"/>
            </a:xfrm>
            <a:custGeom>
              <a:avLst/>
              <a:gdLst/>
              <a:ahLst/>
              <a:cxnLst/>
              <a:rect l="l" t="t" r="r" b="b"/>
              <a:pathLst>
                <a:path w="357956" h="1010624" extrusionOk="0">
                  <a:moveTo>
                    <a:pt x="10194" y="624745"/>
                  </a:moveTo>
                  <a:cubicBezTo>
                    <a:pt x="14905" y="583749"/>
                    <a:pt x="23405" y="543287"/>
                    <a:pt x="35584" y="503872"/>
                  </a:cubicBezTo>
                  <a:cubicBezTo>
                    <a:pt x="35584" y="503872"/>
                    <a:pt x="28071" y="399574"/>
                    <a:pt x="24268" y="300609"/>
                  </a:cubicBezTo>
                  <a:cubicBezTo>
                    <a:pt x="19893" y="188404"/>
                    <a:pt x="-19001" y="89630"/>
                    <a:pt x="11715" y="0"/>
                  </a:cubicBezTo>
                  <a:lnTo>
                    <a:pt x="357956" y="77057"/>
                  </a:lnTo>
                  <a:cubicBezTo>
                    <a:pt x="357956" y="77057"/>
                    <a:pt x="337035" y="524732"/>
                    <a:pt x="332376" y="578739"/>
                  </a:cubicBezTo>
                  <a:cubicBezTo>
                    <a:pt x="329842" y="620897"/>
                    <a:pt x="324665" y="662864"/>
                    <a:pt x="316875" y="704374"/>
                  </a:cubicBezTo>
                  <a:cubicBezTo>
                    <a:pt x="301090" y="791242"/>
                    <a:pt x="275414" y="997839"/>
                    <a:pt x="275414" y="997839"/>
                  </a:cubicBezTo>
                  <a:cubicBezTo>
                    <a:pt x="238897" y="1019175"/>
                    <a:pt x="190874" y="1007364"/>
                    <a:pt x="190874" y="1007364"/>
                  </a:cubicBezTo>
                  <a:cubicBezTo>
                    <a:pt x="190874" y="1007364"/>
                    <a:pt x="193537" y="745998"/>
                    <a:pt x="195914" y="683514"/>
                  </a:cubicBezTo>
                  <a:cubicBezTo>
                    <a:pt x="198767" y="607314"/>
                    <a:pt x="201049" y="612934"/>
                    <a:pt x="201049" y="612934"/>
                  </a:cubicBezTo>
                  <a:lnTo>
                    <a:pt x="189638" y="422434"/>
                  </a:lnTo>
                  <a:lnTo>
                    <a:pt x="182221" y="327755"/>
                  </a:lnTo>
                  <a:cubicBezTo>
                    <a:pt x="182221" y="327755"/>
                    <a:pt x="172711" y="397288"/>
                    <a:pt x="166435" y="459391"/>
                  </a:cubicBezTo>
                  <a:cubicBezTo>
                    <a:pt x="160919" y="513493"/>
                    <a:pt x="147416" y="562451"/>
                    <a:pt x="133342" y="663226"/>
                  </a:cubicBezTo>
                  <a:cubicBezTo>
                    <a:pt x="120694" y="750665"/>
                    <a:pt x="100154" y="926306"/>
                    <a:pt x="100154" y="926306"/>
                  </a:cubicBezTo>
                  <a:cubicBezTo>
                    <a:pt x="63637" y="947547"/>
                    <a:pt x="13997" y="929926"/>
                    <a:pt x="13997" y="929926"/>
                  </a:cubicBezTo>
                  <a:cubicBezTo>
                    <a:pt x="13997" y="929926"/>
                    <a:pt x="304" y="700564"/>
                    <a:pt x="10194" y="62474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6733197" y="2663396"/>
              <a:ext cx="97219" cy="155678"/>
            </a:xfrm>
            <a:custGeom>
              <a:avLst/>
              <a:gdLst/>
              <a:ahLst/>
              <a:cxnLst/>
              <a:rect l="l" t="t" r="r" b="b"/>
              <a:pathLst>
                <a:path w="259735" h="415919" extrusionOk="0">
                  <a:moveTo>
                    <a:pt x="14728" y="296735"/>
                  </a:moveTo>
                  <a:cubicBezTo>
                    <a:pt x="41069" y="298068"/>
                    <a:pt x="60659" y="304831"/>
                    <a:pt x="63892" y="296735"/>
                  </a:cubicBezTo>
                  <a:cubicBezTo>
                    <a:pt x="66746" y="283124"/>
                    <a:pt x="68778" y="269351"/>
                    <a:pt x="69978" y="255492"/>
                  </a:cubicBezTo>
                  <a:cubicBezTo>
                    <a:pt x="66935" y="247776"/>
                    <a:pt x="64272" y="239585"/>
                    <a:pt x="64272" y="239585"/>
                  </a:cubicBezTo>
                  <a:cubicBezTo>
                    <a:pt x="31274" y="219201"/>
                    <a:pt x="20814" y="183388"/>
                    <a:pt x="16725" y="141763"/>
                  </a:cubicBezTo>
                  <a:cubicBezTo>
                    <a:pt x="9307" y="70516"/>
                    <a:pt x="47726" y="8413"/>
                    <a:pt x="118857" y="698"/>
                  </a:cubicBezTo>
                  <a:cubicBezTo>
                    <a:pt x="185424" y="-6350"/>
                    <a:pt x="234968" y="40798"/>
                    <a:pt x="248091" y="105473"/>
                  </a:cubicBezTo>
                  <a:cubicBezTo>
                    <a:pt x="255128" y="137382"/>
                    <a:pt x="269202" y="197675"/>
                    <a:pt x="250183" y="250158"/>
                  </a:cubicBezTo>
                  <a:cubicBezTo>
                    <a:pt x="239533" y="279495"/>
                    <a:pt x="225839" y="302831"/>
                    <a:pt x="212145" y="307308"/>
                  </a:cubicBezTo>
                  <a:cubicBezTo>
                    <a:pt x="198902" y="306889"/>
                    <a:pt x="185695" y="305708"/>
                    <a:pt x="172586" y="303784"/>
                  </a:cubicBezTo>
                  <a:lnTo>
                    <a:pt x="172586" y="303784"/>
                  </a:lnTo>
                  <a:cubicBezTo>
                    <a:pt x="172586" y="303784"/>
                    <a:pt x="169067" y="323500"/>
                    <a:pt x="166595" y="336264"/>
                  </a:cubicBezTo>
                  <a:cubicBezTo>
                    <a:pt x="164122" y="349027"/>
                    <a:pt x="165168" y="355314"/>
                    <a:pt x="190368" y="371221"/>
                  </a:cubicBezTo>
                  <a:cubicBezTo>
                    <a:pt x="215569" y="387127"/>
                    <a:pt x="152330" y="418846"/>
                    <a:pt x="110774" y="415702"/>
                  </a:cubicBezTo>
                  <a:cubicBezTo>
                    <a:pt x="69217" y="412559"/>
                    <a:pt x="22716" y="387127"/>
                    <a:pt x="9878" y="360648"/>
                  </a:cubicBezTo>
                  <a:cubicBezTo>
                    <a:pt x="-4577" y="331120"/>
                    <a:pt x="-3340" y="295878"/>
                    <a:pt x="14728" y="2967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6701449" y="2773633"/>
              <a:ext cx="149347" cy="247668"/>
            </a:xfrm>
            <a:custGeom>
              <a:avLst/>
              <a:gdLst/>
              <a:ahLst/>
              <a:cxnLst/>
              <a:rect l="l" t="t" r="r" b="b"/>
              <a:pathLst>
                <a:path w="399004" h="661684" extrusionOk="0">
                  <a:moveTo>
                    <a:pt x="137586" y="6128"/>
                  </a:moveTo>
                  <a:cubicBezTo>
                    <a:pt x="130359" y="24416"/>
                    <a:pt x="148903" y="46704"/>
                    <a:pt x="198352" y="62230"/>
                  </a:cubicBezTo>
                  <a:cubicBezTo>
                    <a:pt x="247801" y="77756"/>
                    <a:pt x="252271" y="57753"/>
                    <a:pt x="252271" y="57753"/>
                  </a:cubicBezTo>
                  <a:cubicBezTo>
                    <a:pt x="252271" y="57753"/>
                    <a:pt x="324733" y="90900"/>
                    <a:pt x="348317" y="107379"/>
                  </a:cubicBezTo>
                  <a:cubicBezTo>
                    <a:pt x="378082" y="128143"/>
                    <a:pt x="391205" y="188341"/>
                    <a:pt x="395199" y="289878"/>
                  </a:cubicBezTo>
                  <a:cubicBezTo>
                    <a:pt x="399859" y="407321"/>
                    <a:pt x="400239" y="581628"/>
                    <a:pt x="396340" y="611727"/>
                  </a:cubicBezTo>
                  <a:cubicBezTo>
                    <a:pt x="396340" y="611727"/>
                    <a:pt x="340900" y="667068"/>
                    <a:pt x="269864" y="661257"/>
                  </a:cubicBezTo>
                  <a:cubicBezTo>
                    <a:pt x="198827" y="655447"/>
                    <a:pt x="79673" y="592487"/>
                    <a:pt x="50479" y="543909"/>
                  </a:cubicBezTo>
                  <a:cubicBezTo>
                    <a:pt x="51240" y="440849"/>
                    <a:pt x="63317" y="424085"/>
                    <a:pt x="46675" y="364744"/>
                  </a:cubicBezTo>
                  <a:cubicBezTo>
                    <a:pt x="8637" y="228918"/>
                    <a:pt x="-11523" y="173292"/>
                    <a:pt x="6925" y="82995"/>
                  </a:cubicBezTo>
                  <a:cubicBezTo>
                    <a:pt x="22236" y="8604"/>
                    <a:pt x="43632" y="-635"/>
                    <a:pt x="73492" y="32"/>
                  </a:cubicBezTo>
                  <a:cubicBezTo>
                    <a:pt x="94947" y="956"/>
                    <a:pt x="116341" y="2985"/>
                    <a:pt x="137586" y="612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6807278" y="2804619"/>
              <a:ext cx="188299" cy="147777"/>
            </a:xfrm>
            <a:custGeom>
              <a:avLst/>
              <a:gdLst/>
              <a:ahLst/>
              <a:cxnLst/>
              <a:rect l="l" t="t" r="r" b="b"/>
              <a:pathLst>
                <a:path w="503069" h="394810" extrusionOk="0">
                  <a:moveTo>
                    <a:pt x="224008" y="304248"/>
                  </a:moveTo>
                  <a:cubicBezTo>
                    <a:pt x="165809" y="318917"/>
                    <a:pt x="152116" y="282150"/>
                    <a:pt x="144413" y="251670"/>
                  </a:cubicBezTo>
                  <a:cubicBezTo>
                    <a:pt x="125965" y="177852"/>
                    <a:pt x="115884" y="111272"/>
                    <a:pt x="102096" y="69362"/>
                  </a:cubicBezTo>
                  <a:cubicBezTo>
                    <a:pt x="85834" y="20022"/>
                    <a:pt x="68812" y="12212"/>
                    <a:pt x="45039" y="2687"/>
                  </a:cubicBezTo>
                  <a:cubicBezTo>
                    <a:pt x="16510" y="-8553"/>
                    <a:pt x="-7264" y="15260"/>
                    <a:pt x="2056" y="78125"/>
                  </a:cubicBezTo>
                  <a:cubicBezTo>
                    <a:pt x="13182" y="152420"/>
                    <a:pt x="27731" y="204617"/>
                    <a:pt x="55404" y="292628"/>
                  </a:cubicBezTo>
                  <a:cubicBezTo>
                    <a:pt x="62726" y="315583"/>
                    <a:pt x="78988" y="356350"/>
                    <a:pt x="102952" y="376067"/>
                  </a:cubicBezTo>
                  <a:cubicBezTo>
                    <a:pt x="133002" y="400451"/>
                    <a:pt x="178267" y="399403"/>
                    <a:pt x="246735" y="382353"/>
                  </a:cubicBezTo>
                  <a:cubicBezTo>
                    <a:pt x="275929" y="375019"/>
                    <a:pt x="307977" y="357588"/>
                    <a:pt x="363227" y="331776"/>
                  </a:cubicBezTo>
                  <a:cubicBezTo>
                    <a:pt x="378252" y="324822"/>
                    <a:pt x="389853" y="320060"/>
                    <a:pt x="418382" y="306725"/>
                  </a:cubicBezTo>
                  <a:cubicBezTo>
                    <a:pt x="446972" y="293856"/>
                    <a:pt x="472030" y="274245"/>
                    <a:pt x="491415" y="249575"/>
                  </a:cubicBezTo>
                  <a:cubicBezTo>
                    <a:pt x="506345" y="227953"/>
                    <a:pt x="503682" y="214142"/>
                    <a:pt x="500925" y="209284"/>
                  </a:cubicBezTo>
                  <a:cubicBezTo>
                    <a:pt x="498167" y="204426"/>
                    <a:pt x="494934" y="208046"/>
                    <a:pt x="486946" y="217095"/>
                  </a:cubicBezTo>
                  <a:cubicBezTo>
                    <a:pt x="475446" y="232497"/>
                    <a:pt x="461234" y="245670"/>
                    <a:pt x="445009" y="255956"/>
                  </a:cubicBezTo>
                  <a:cubicBezTo>
                    <a:pt x="445009" y="255956"/>
                    <a:pt x="463457" y="236906"/>
                    <a:pt x="473537" y="224524"/>
                  </a:cubicBezTo>
                  <a:cubicBezTo>
                    <a:pt x="482455" y="213561"/>
                    <a:pt x="489875" y="201445"/>
                    <a:pt x="495599" y="188520"/>
                  </a:cubicBezTo>
                  <a:cubicBezTo>
                    <a:pt x="500829" y="175851"/>
                    <a:pt x="489989" y="158706"/>
                    <a:pt x="481715" y="167755"/>
                  </a:cubicBezTo>
                  <a:cubicBezTo>
                    <a:pt x="473442" y="176804"/>
                    <a:pt x="469543" y="185853"/>
                    <a:pt x="454518" y="203950"/>
                  </a:cubicBezTo>
                  <a:cubicBezTo>
                    <a:pt x="446394" y="213542"/>
                    <a:pt x="437170" y="222143"/>
                    <a:pt x="427036" y="229572"/>
                  </a:cubicBezTo>
                  <a:cubicBezTo>
                    <a:pt x="436376" y="216895"/>
                    <a:pt x="444676" y="203483"/>
                    <a:pt x="451855" y="189472"/>
                  </a:cubicBezTo>
                  <a:cubicBezTo>
                    <a:pt x="461365" y="169946"/>
                    <a:pt x="429508" y="179947"/>
                    <a:pt x="411250" y="198997"/>
                  </a:cubicBezTo>
                  <a:cubicBezTo>
                    <a:pt x="397937" y="212808"/>
                    <a:pt x="386620" y="220809"/>
                    <a:pt x="386240" y="216999"/>
                  </a:cubicBezTo>
                  <a:cubicBezTo>
                    <a:pt x="385860" y="213189"/>
                    <a:pt x="359994" y="241097"/>
                    <a:pt x="346775" y="255099"/>
                  </a:cubicBezTo>
                  <a:cubicBezTo>
                    <a:pt x="333557" y="269101"/>
                    <a:pt x="279448" y="290246"/>
                    <a:pt x="224008" y="30424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6800502" y="2801416"/>
              <a:ext cx="57697" cy="84545"/>
            </a:xfrm>
            <a:custGeom>
              <a:avLst/>
              <a:gdLst/>
              <a:ahLst/>
              <a:cxnLst/>
              <a:rect l="l" t="t" r="r" b="b"/>
              <a:pathLst>
                <a:path w="154147" h="225876" extrusionOk="0">
                  <a:moveTo>
                    <a:pt x="41365" y="1052"/>
                  </a:moveTo>
                  <a:cubicBezTo>
                    <a:pt x="80259" y="-4758"/>
                    <a:pt x="107931" y="12768"/>
                    <a:pt x="124954" y="71823"/>
                  </a:cubicBezTo>
                  <a:cubicBezTo>
                    <a:pt x="141976" y="130878"/>
                    <a:pt x="154148" y="179360"/>
                    <a:pt x="154148" y="179360"/>
                  </a:cubicBezTo>
                  <a:cubicBezTo>
                    <a:pt x="138761" y="201611"/>
                    <a:pt x="115453" y="217117"/>
                    <a:pt x="89008" y="222699"/>
                  </a:cubicBezTo>
                  <a:cubicBezTo>
                    <a:pt x="42411" y="233939"/>
                    <a:pt x="25674" y="211745"/>
                    <a:pt x="25674" y="211745"/>
                  </a:cubicBezTo>
                  <a:cubicBezTo>
                    <a:pt x="25674" y="211745"/>
                    <a:pt x="12741" y="149833"/>
                    <a:pt x="4753" y="107732"/>
                  </a:cubicBezTo>
                  <a:cubicBezTo>
                    <a:pt x="-3235" y="65632"/>
                    <a:pt x="-6753" y="8101"/>
                    <a:pt x="41365" y="10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6736209" y="2656556"/>
              <a:ext cx="94148" cy="104017"/>
            </a:xfrm>
            <a:custGeom>
              <a:avLst/>
              <a:gdLst/>
              <a:ahLst/>
              <a:cxnLst/>
              <a:rect l="l" t="t" r="r" b="b"/>
              <a:pathLst>
                <a:path w="251532" h="277898" extrusionOk="0">
                  <a:moveTo>
                    <a:pt x="237382" y="114605"/>
                  </a:moveTo>
                  <a:cubicBezTo>
                    <a:pt x="237382" y="114605"/>
                    <a:pt x="298814" y="20974"/>
                    <a:pt x="165681" y="1924"/>
                  </a:cubicBezTo>
                  <a:cubicBezTo>
                    <a:pt x="69635" y="-11792"/>
                    <a:pt x="7918" y="50025"/>
                    <a:pt x="786" y="117081"/>
                  </a:cubicBezTo>
                  <a:cubicBezTo>
                    <a:pt x="-6061" y="181185"/>
                    <a:pt x="33308" y="247669"/>
                    <a:pt x="61837" y="274149"/>
                  </a:cubicBezTo>
                  <a:cubicBezTo>
                    <a:pt x="75721" y="279102"/>
                    <a:pt x="105581" y="281959"/>
                    <a:pt x="144855" y="264052"/>
                  </a:cubicBezTo>
                  <a:cubicBezTo>
                    <a:pt x="146420" y="246602"/>
                    <a:pt x="147024" y="229086"/>
                    <a:pt x="146662" y="211569"/>
                  </a:cubicBezTo>
                  <a:cubicBezTo>
                    <a:pt x="146662" y="211569"/>
                    <a:pt x="99875" y="112890"/>
                    <a:pt x="237382" y="11460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6938621" y="2869615"/>
              <a:ext cx="28491" cy="25068"/>
            </a:xfrm>
            <a:custGeom>
              <a:avLst/>
              <a:gdLst/>
              <a:ahLst/>
              <a:cxnLst/>
              <a:rect l="l" t="t" r="r" b="b"/>
              <a:pathLst>
                <a:path w="76119" h="66973" extrusionOk="0">
                  <a:moveTo>
                    <a:pt x="8709" y="56972"/>
                  </a:moveTo>
                  <a:cubicBezTo>
                    <a:pt x="8709" y="56972"/>
                    <a:pt x="-6411" y="29445"/>
                    <a:pt x="3194" y="22587"/>
                  </a:cubicBezTo>
                  <a:cubicBezTo>
                    <a:pt x="12798" y="15729"/>
                    <a:pt x="26492" y="41637"/>
                    <a:pt x="29250" y="51638"/>
                  </a:cubicBezTo>
                  <a:cubicBezTo>
                    <a:pt x="32008" y="61639"/>
                    <a:pt x="28204" y="48590"/>
                    <a:pt x="28204" y="48590"/>
                  </a:cubicBezTo>
                  <a:cubicBezTo>
                    <a:pt x="28204" y="48590"/>
                    <a:pt x="17838" y="17443"/>
                    <a:pt x="24590" y="11442"/>
                  </a:cubicBezTo>
                  <a:cubicBezTo>
                    <a:pt x="31342" y="5442"/>
                    <a:pt x="40376" y="18777"/>
                    <a:pt x="49410" y="38303"/>
                  </a:cubicBezTo>
                  <a:cubicBezTo>
                    <a:pt x="58444" y="57829"/>
                    <a:pt x="51597" y="36684"/>
                    <a:pt x="51597" y="36684"/>
                  </a:cubicBezTo>
                  <a:cubicBezTo>
                    <a:pt x="51597" y="36684"/>
                    <a:pt x="36667" y="5442"/>
                    <a:pt x="43039" y="1060"/>
                  </a:cubicBezTo>
                  <a:cubicBezTo>
                    <a:pt x="51597" y="-4655"/>
                    <a:pt x="65671" y="13823"/>
                    <a:pt x="74040" y="30492"/>
                  </a:cubicBezTo>
                  <a:cubicBezTo>
                    <a:pt x="82408" y="47161"/>
                    <a:pt x="62818" y="66973"/>
                    <a:pt x="62818" y="6697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1" name="Google Shape;551;p16"/>
            <p:cNvGrpSpPr/>
            <p:nvPr/>
          </p:nvGrpSpPr>
          <p:grpSpPr>
            <a:xfrm>
              <a:off x="6930455" y="2860622"/>
              <a:ext cx="82395" cy="49453"/>
              <a:chOff x="4865564" y="4292025"/>
              <a:chExt cx="220130" cy="132120"/>
            </a:xfrm>
          </p:grpSpPr>
          <p:sp>
            <p:nvSpPr>
              <p:cNvPr id="552" name="Google Shape;552;p16"/>
              <p:cNvSpPr/>
              <p:nvPr/>
            </p:nvSpPr>
            <p:spPr>
              <a:xfrm>
                <a:off x="4866015" y="4297264"/>
                <a:ext cx="219679" cy="126881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6881" extrusionOk="0">
                    <a:moveTo>
                      <a:pt x="59268" y="125002"/>
                    </a:moveTo>
                    <a:lnTo>
                      <a:pt x="3257" y="92332"/>
                    </a:lnTo>
                    <a:cubicBezTo>
                      <a:pt x="-1593" y="89569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7907" y="124240"/>
                    </a:lnTo>
                    <a:cubicBezTo>
                      <a:pt x="72174" y="127469"/>
                      <a:pt x="65245" y="127755"/>
                      <a:pt x="59268" y="125002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16"/>
              <p:cNvSpPr/>
              <p:nvPr/>
            </p:nvSpPr>
            <p:spPr>
              <a:xfrm>
                <a:off x="4865564" y="4379690"/>
                <a:ext cx="6086" cy="5238"/>
              </a:xfrm>
              <a:custGeom>
                <a:avLst/>
                <a:gdLst/>
                <a:ahLst/>
                <a:cxnLst/>
                <a:rect l="l" t="t" r="r" b="b"/>
                <a:pathLst>
                  <a:path w="6086" h="5238" extrusionOk="0">
                    <a:moveTo>
                      <a:pt x="0" y="5239"/>
                    </a:moveTo>
                    <a:lnTo>
                      <a:pt x="0" y="0"/>
                    </a:lnTo>
                    <a:lnTo>
                      <a:pt x="6086" y="2286"/>
                    </a:lnTo>
                    <a:lnTo>
                      <a:pt x="0" y="5239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16"/>
              <p:cNvSpPr/>
              <p:nvPr/>
            </p:nvSpPr>
            <p:spPr>
              <a:xfrm>
                <a:off x="5080003" y="4331398"/>
                <a:ext cx="4849" cy="4953"/>
              </a:xfrm>
              <a:custGeom>
                <a:avLst/>
                <a:gdLst/>
                <a:ahLst/>
                <a:cxnLst/>
                <a:rect l="l" t="t" r="r" b="b"/>
                <a:pathLst>
                  <a:path w="4849" h="4953" extrusionOk="0">
                    <a:moveTo>
                      <a:pt x="4850" y="4953"/>
                    </a:moveTo>
                    <a:lnTo>
                      <a:pt x="4850" y="0"/>
                    </a:lnTo>
                    <a:lnTo>
                      <a:pt x="0" y="3048"/>
                    </a:lnTo>
                    <a:lnTo>
                      <a:pt x="4850" y="4953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16"/>
              <p:cNvSpPr/>
              <p:nvPr/>
            </p:nvSpPr>
            <p:spPr>
              <a:xfrm>
                <a:off x="4866015" y="4293038"/>
                <a:ext cx="219203" cy="126874"/>
              </a:xfrm>
              <a:custGeom>
                <a:avLst/>
                <a:gdLst/>
                <a:ahLst/>
                <a:cxnLst/>
                <a:rect l="l" t="t" r="r" b="b"/>
                <a:pathLst>
                  <a:path w="219203" h="126874" extrusionOk="0">
                    <a:moveTo>
                      <a:pt x="59268" y="124847"/>
                    </a:moveTo>
                    <a:lnTo>
                      <a:pt x="3257" y="92177"/>
                    </a:lnTo>
                    <a:cubicBezTo>
                      <a:pt x="-1593" y="89414"/>
                      <a:pt x="-927" y="84556"/>
                      <a:pt x="4589" y="81413"/>
                    </a:cubicBezTo>
                    <a:lnTo>
                      <a:pt x="140480" y="2737"/>
                    </a:lnTo>
                    <a:cubicBezTo>
                      <a:pt x="146312" y="-626"/>
                      <a:pt x="153417" y="-902"/>
                      <a:pt x="159499" y="1975"/>
                    </a:cubicBezTo>
                    <a:lnTo>
                      <a:pt x="215985" y="34646"/>
                    </a:lnTo>
                    <a:cubicBezTo>
                      <a:pt x="220740" y="37408"/>
                      <a:pt x="220169" y="42170"/>
                      <a:pt x="214654" y="45409"/>
                    </a:cubicBezTo>
                    <a:lnTo>
                      <a:pt x="78287" y="124276"/>
                    </a:lnTo>
                    <a:cubicBezTo>
                      <a:pt x="72411" y="127524"/>
                      <a:pt x="65330" y="127743"/>
                      <a:pt x="59268" y="124847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6"/>
              <p:cNvSpPr/>
              <p:nvPr/>
            </p:nvSpPr>
            <p:spPr>
              <a:xfrm rot="-1790023">
                <a:off x="4877359" y="4403357"/>
                <a:ext cx="1145" cy="2102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2102" extrusionOk="0">
                    <a:moveTo>
                      <a:pt x="1145" y="1053"/>
                    </a:moveTo>
                    <a:cubicBezTo>
                      <a:pt x="1145" y="1634"/>
                      <a:pt x="889" y="2104"/>
                      <a:pt x="573" y="2104"/>
                    </a:cubicBezTo>
                    <a:cubicBezTo>
                      <a:pt x="257" y="2104"/>
                      <a:pt x="0" y="1633"/>
                      <a:pt x="0" y="1053"/>
                    </a:cubicBezTo>
                    <a:cubicBezTo>
                      <a:pt x="0" y="472"/>
                      <a:pt x="257" y="2"/>
                      <a:pt x="573" y="2"/>
                    </a:cubicBezTo>
                    <a:cubicBezTo>
                      <a:pt x="889" y="2"/>
                      <a:pt x="1145" y="472"/>
                      <a:pt x="1145" y="105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16"/>
              <p:cNvSpPr/>
              <p:nvPr/>
            </p:nvSpPr>
            <p:spPr>
              <a:xfrm rot="-1801764">
                <a:off x="4877140" y="439153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16"/>
              <p:cNvSpPr/>
              <p:nvPr/>
            </p:nvSpPr>
            <p:spPr>
              <a:xfrm rot="-1801764">
                <a:off x="4879874" y="4393221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16"/>
              <p:cNvSpPr/>
              <p:nvPr/>
            </p:nvSpPr>
            <p:spPr>
              <a:xfrm rot="-1801764">
                <a:off x="4882642" y="439468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16"/>
              <p:cNvSpPr/>
              <p:nvPr/>
            </p:nvSpPr>
            <p:spPr>
              <a:xfrm rot="-1801764">
                <a:off x="4905957" y="4408254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16"/>
              <p:cNvSpPr/>
              <p:nvPr/>
            </p:nvSpPr>
            <p:spPr>
              <a:xfrm rot="-1801764">
                <a:off x="4908679" y="4409799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16"/>
              <p:cNvSpPr/>
              <p:nvPr/>
            </p:nvSpPr>
            <p:spPr>
              <a:xfrm rot="-1801764">
                <a:off x="4911365" y="4411405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16"/>
              <p:cNvSpPr/>
              <p:nvPr/>
            </p:nvSpPr>
            <p:spPr>
              <a:xfrm rot="-1801764">
                <a:off x="4914086" y="4412950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16"/>
              <p:cNvSpPr/>
              <p:nvPr/>
            </p:nvSpPr>
            <p:spPr>
              <a:xfrm>
                <a:off x="4890288" y="4399104"/>
                <a:ext cx="9224" cy="6794"/>
              </a:xfrm>
              <a:custGeom>
                <a:avLst/>
                <a:gdLst/>
                <a:ahLst/>
                <a:cxnLst/>
                <a:rect l="l" t="t" r="r" b="b"/>
                <a:pathLst>
                  <a:path w="9224" h="6794" extrusionOk="0">
                    <a:moveTo>
                      <a:pt x="8368" y="6684"/>
                    </a:moveTo>
                    <a:lnTo>
                      <a:pt x="856" y="2398"/>
                    </a:lnTo>
                    <a:cubicBezTo>
                      <a:pt x="322" y="1989"/>
                      <a:pt x="8" y="1360"/>
                      <a:pt x="0" y="684"/>
                    </a:cubicBezTo>
                    <a:lnTo>
                      <a:pt x="0" y="684"/>
                    </a:lnTo>
                    <a:cubicBezTo>
                      <a:pt x="0" y="112"/>
                      <a:pt x="0" y="-174"/>
                      <a:pt x="856" y="112"/>
                    </a:cubicBezTo>
                    <a:lnTo>
                      <a:pt x="8368" y="4398"/>
                    </a:lnTo>
                    <a:cubicBezTo>
                      <a:pt x="8898" y="4770"/>
                      <a:pt x="9217" y="5370"/>
                      <a:pt x="9224" y="6018"/>
                    </a:cubicBezTo>
                    <a:lnTo>
                      <a:pt x="9224" y="6018"/>
                    </a:lnTo>
                    <a:cubicBezTo>
                      <a:pt x="9224" y="6684"/>
                      <a:pt x="8844" y="6970"/>
                      <a:pt x="8368" y="668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6"/>
              <p:cNvSpPr/>
              <p:nvPr/>
            </p:nvSpPr>
            <p:spPr>
              <a:xfrm>
                <a:off x="5060033" y="4346638"/>
                <a:ext cx="8558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8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0" y="6096"/>
                      <a:pt x="0" y="5525"/>
                    </a:cubicBezTo>
                    <a:lnTo>
                      <a:pt x="0" y="5525"/>
                    </a:lnTo>
                    <a:cubicBezTo>
                      <a:pt x="38" y="4934"/>
                      <a:pt x="312" y="4381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54" y="1191"/>
                      <a:pt x="8230" y="1772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16"/>
              <p:cNvSpPr/>
              <p:nvPr/>
            </p:nvSpPr>
            <p:spPr>
              <a:xfrm>
                <a:off x="5049382" y="4352829"/>
                <a:ext cx="8559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9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1" y="6096"/>
                      <a:pt x="1" y="5525"/>
                    </a:cubicBezTo>
                    <a:lnTo>
                      <a:pt x="1" y="5525"/>
                    </a:lnTo>
                    <a:cubicBezTo>
                      <a:pt x="-16" y="4924"/>
                      <a:pt x="270" y="4353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37" y="1191"/>
                      <a:pt x="8218" y="1753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16"/>
              <p:cNvSpPr/>
              <p:nvPr/>
            </p:nvSpPr>
            <p:spPr>
              <a:xfrm>
                <a:off x="4866015" y="4292025"/>
                <a:ext cx="219679" cy="127142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7142" extrusionOk="0">
                    <a:moveTo>
                      <a:pt x="59268" y="125097"/>
                    </a:moveTo>
                    <a:lnTo>
                      <a:pt x="3257" y="92427"/>
                    </a:lnTo>
                    <a:cubicBezTo>
                      <a:pt x="-1593" y="89664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8763" y="124240"/>
                    </a:lnTo>
                    <a:cubicBezTo>
                      <a:pt x="72819" y="127784"/>
                      <a:pt x="65499" y="128098"/>
                      <a:pt x="59268" y="125097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16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6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6"/>
              <p:cNvSpPr/>
              <p:nvPr/>
            </p:nvSpPr>
            <p:spPr>
              <a:xfrm>
                <a:off x="5044723" y="4311872"/>
                <a:ext cx="5135" cy="2857"/>
              </a:xfrm>
              <a:custGeom>
                <a:avLst/>
                <a:gdLst/>
                <a:ahLst/>
                <a:cxnLst/>
                <a:rect l="l" t="t" r="r" b="b"/>
                <a:pathLst>
                  <a:path w="5135" h="2857" extrusionOk="0">
                    <a:moveTo>
                      <a:pt x="5135" y="1429"/>
                    </a:moveTo>
                    <a:cubicBezTo>
                      <a:pt x="5135" y="2218"/>
                      <a:pt x="3986" y="2857"/>
                      <a:pt x="2568" y="2857"/>
                    </a:cubicBezTo>
                    <a:cubicBezTo>
                      <a:pt x="1150" y="2857"/>
                      <a:pt x="0" y="2218"/>
                      <a:pt x="0" y="1429"/>
                    </a:cubicBezTo>
                    <a:cubicBezTo>
                      <a:pt x="0" y="640"/>
                      <a:pt x="1150" y="0"/>
                      <a:pt x="2568" y="0"/>
                    </a:cubicBezTo>
                    <a:cubicBezTo>
                      <a:pt x="3986" y="0"/>
                      <a:pt x="5135" y="640"/>
                      <a:pt x="5135" y="142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6"/>
              <p:cNvSpPr/>
              <p:nvPr/>
            </p:nvSpPr>
            <p:spPr>
              <a:xfrm>
                <a:off x="5046530" y="4312698"/>
                <a:ext cx="1521" cy="1221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221" extrusionOk="0">
                    <a:moveTo>
                      <a:pt x="0" y="1079"/>
                    </a:moveTo>
                    <a:cubicBezTo>
                      <a:pt x="0" y="1079"/>
                      <a:pt x="0" y="412"/>
                      <a:pt x="0" y="221"/>
                    </a:cubicBezTo>
                    <a:cubicBezTo>
                      <a:pt x="465" y="-74"/>
                      <a:pt x="1056" y="-74"/>
                      <a:pt x="1522" y="221"/>
                    </a:cubicBezTo>
                    <a:cubicBezTo>
                      <a:pt x="1522" y="221"/>
                      <a:pt x="1522" y="793"/>
                      <a:pt x="1522" y="1079"/>
                    </a:cubicBezTo>
                    <a:cubicBezTo>
                      <a:pt x="1033" y="1269"/>
                      <a:pt x="489" y="1269"/>
                      <a:pt x="0" y="1079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2" name="Google Shape;572;p16"/>
            <p:cNvSpPr/>
            <p:nvPr/>
          </p:nvSpPr>
          <p:spPr>
            <a:xfrm>
              <a:off x="6948039" y="2876090"/>
              <a:ext cx="48317" cy="40269"/>
            </a:xfrm>
            <a:custGeom>
              <a:avLst/>
              <a:gdLst/>
              <a:ahLst/>
              <a:cxnLst/>
              <a:rect l="l" t="t" r="r" b="b"/>
              <a:pathLst>
                <a:path w="129087" h="107584" extrusionOk="0">
                  <a:moveTo>
                    <a:pt x="100516" y="75867"/>
                  </a:moveTo>
                  <a:cubicBezTo>
                    <a:pt x="100516" y="75867"/>
                    <a:pt x="130375" y="48911"/>
                    <a:pt x="129044" y="13192"/>
                  </a:cubicBezTo>
                  <a:cubicBezTo>
                    <a:pt x="127237" y="-11668"/>
                    <a:pt x="112212" y="6239"/>
                    <a:pt x="112212" y="6239"/>
                  </a:cubicBezTo>
                  <a:lnTo>
                    <a:pt x="97092" y="33671"/>
                  </a:lnTo>
                  <a:cubicBezTo>
                    <a:pt x="89594" y="43806"/>
                    <a:pt x="79821" y="52026"/>
                    <a:pt x="68564" y="57674"/>
                  </a:cubicBezTo>
                  <a:cubicBezTo>
                    <a:pt x="57968" y="58693"/>
                    <a:pt x="47431" y="60255"/>
                    <a:pt x="36992" y="62341"/>
                  </a:cubicBezTo>
                  <a:cubicBezTo>
                    <a:pt x="18448" y="65961"/>
                    <a:pt x="0" y="89202"/>
                    <a:pt x="0" y="89202"/>
                  </a:cubicBezTo>
                  <a:lnTo>
                    <a:pt x="23298" y="1075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6688913" y="2310158"/>
              <a:ext cx="266346" cy="294746"/>
            </a:xfrm>
            <a:custGeom>
              <a:avLst/>
              <a:gdLst/>
              <a:ahLst/>
              <a:cxnLst/>
              <a:rect l="l" t="t" r="r" b="b"/>
              <a:pathLst>
                <a:path w="711585" h="787458" extrusionOk="0">
                  <a:moveTo>
                    <a:pt x="654254" y="325496"/>
                  </a:moveTo>
                  <a:lnTo>
                    <a:pt x="104510" y="7551"/>
                  </a:lnTo>
                  <a:cubicBezTo>
                    <a:pt x="93809" y="169"/>
                    <a:pt x="80334" y="-1936"/>
                    <a:pt x="67898" y="1836"/>
                  </a:cubicBezTo>
                  <a:lnTo>
                    <a:pt x="67898" y="1836"/>
                  </a:lnTo>
                  <a:cubicBezTo>
                    <a:pt x="65551" y="2808"/>
                    <a:pt x="63345" y="4093"/>
                    <a:pt x="61336" y="5646"/>
                  </a:cubicBezTo>
                  <a:lnTo>
                    <a:pt x="0" y="40793"/>
                  </a:lnTo>
                  <a:lnTo>
                    <a:pt x="47548" y="96705"/>
                  </a:lnTo>
                  <a:lnTo>
                    <a:pt x="47548" y="326258"/>
                  </a:lnTo>
                  <a:cubicBezTo>
                    <a:pt x="49713" y="366529"/>
                    <a:pt x="70903" y="403353"/>
                    <a:pt x="104605" y="425413"/>
                  </a:cubicBezTo>
                  <a:lnTo>
                    <a:pt x="275776" y="533140"/>
                  </a:lnTo>
                  <a:lnTo>
                    <a:pt x="322277" y="639916"/>
                  </a:lnTo>
                  <a:lnTo>
                    <a:pt x="273303" y="723069"/>
                  </a:lnTo>
                  <a:lnTo>
                    <a:pt x="341487" y="684016"/>
                  </a:lnTo>
                  <a:lnTo>
                    <a:pt x="406246" y="608674"/>
                  </a:lnTo>
                  <a:lnTo>
                    <a:pt x="612888" y="720783"/>
                  </a:lnTo>
                  <a:lnTo>
                    <a:pt x="624014" y="787458"/>
                  </a:lnTo>
                  <a:lnTo>
                    <a:pt x="693624" y="747644"/>
                  </a:lnTo>
                  <a:lnTo>
                    <a:pt x="695526" y="746500"/>
                  </a:lnTo>
                  <a:lnTo>
                    <a:pt x="696191" y="746500"/>
                  </a:lnTo>
                  <a:lnTo>
                    <a:pt x="696191" y="746500"/>
                  </a:lnTo>
                  <a:cubicBezTo>
                    <a:pt x="706983" y="737785"/>
                    <a:pt x="712695" y="724231"/>
                    <a:pt x="711407" y="710401"/>
                  </a:cubicBezTo>
                  <a:lnTo>
                    <a:pt x="711407" y="424651"/>
                  </a:lnTo>
                  <a:cubicBezTo>
                    <a:pt x="709219" y="384370"/>
                    <a:pt x="687992" y="347536"/>
                    <a:pt x="654254" y="325496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6681190" y="2324699"/>
              <a:ext cx="248446" cy="281264"/>
            </a:xfrm>
            <a:custGeom>
              <a:avLst/>
              <a:gdLst/>
              <a:ahLst/>
              <a:cxnLst/>
              <a:rect l="l" t="t" r="r" b="b"/>
              <a:pathLst>
                <a:path w="663763" h="751441" extrusionOk="0">
                  <a:moveTo>
                    <a:pt x="606802" y="325697"/>
                  </a:moveTo>
                  <a:lnTo>
                    <a:pt x="57057" y="7848"/>
                  </a:lnTo>
                  <a:cubicBezTo>
                    <a:pt x="25485" y="-10440"/>
                    <a:pt x="0" y="4324"/>
                    <a:pt x="0" y="40805"/>
                  </a:cubicBezTo>
                  <a:lnTo>
                    <a:pt x="0" y="326555"/>
                  </a:lnTo>
                  <a:cubicBezTo>
                    <a:pt x="2165" y="366826"/>
                    <a:pt x="23356" y="403650"/>
                    <a:pt x="57057" y="425710"/>
                  </a:cubicBezTo>
                  <a:lnTo>
                    <a:pt x="228228" y="533533"/>
                  </a:lnTo>
                  <a:lnTo>
                    <a:pt x="293939" y="684314"/>
                  </a:lnTo>
                  <a:lnTo>
                    <a:pt x="358699" y="608971"/>
                  </a:lnTo>
                  <a:lnTo>
                    <a:pt x="606707" y="743654"/>
                  </a:lnTo>
                  <a:cubicBezTo>
                    <a:pt x="638278" y="761847"/>
                    <a:pt x="663764" y="747083"/>
                    <a:pt x="663764" y="710603"/>
                  </a:cubicBezTo>
                  <a:lnTo>
                    <a:pt x="663764" y="424853"/>
                  </a:lnTo>
                  <a:cubicBezTo>
                    <a:pt x="661621" y="384600"/>
                    <a:pt x="640468" y="347776"/>
                    <a:pt x="606802" y="325697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7244522" y="2103554"/>
              <a:ext cx="267380" cy="295937"/>
            </a:xfrm>
            <a:custGeom>
              <a:avLst/>
              <a:gdLst/>
              <a:ahLst/>
              <a:cxnLst/>
              <a:rect l="l" t="t" r="r" b="b"/>
              <a:pathLst>
                <a:path w="713014" h="789165" extrusionOk="0">
                  <a:moveTo>
                    <a:pt x="655586" y="326155"/>
                  </a:moveTo>
                  <a:lnTo>
                    <a:pt x="104700" y="7639"/>
                  </a:lnTo>
                  <a:cubicBezTo>
                    <a:pt x="93992" y="191"/>
                    <a:pt x="80470" y="-1949"/>
                    <a:pt x="67993" y="1829"/>
                  </a:cubicBezTo>
                  <a:lnTo>
                    <a:pt x="67993" y="1829"/>
                  </a:lnTo>
                  <a:cubicBezTo>
                    <a:pt x="65625" y="2760"/>
                    <a:pt x="63419" y="4045"/>
                    <a:pt x="61432" y="5639"/>
                  </a:cubicBezTo>
                  <a:lnTo>
                    <a:pt x="0" y="40882"/>
                  </a:lnTo>
                  <a:lnTo>
                    <a:pt x="47548" y="96793"/>
                  </a:lnTo>
                  <a:lnTo>
                    <a:pt x="47548" y="326917"/>
                  </a:lnTo>
                  <a:cubicBezTo>
                    <a:pt x="49697" y="367241"/>
                    <a:pt x="70884" y="404130"/>
                    <a:pt x="104605" y="426263"/>
                  </a:cubicBezTo>
                  <a:lnTo>
                    <a:pt x="276252" y="534277"/>
                  </a:lnTo>
                  <a:lnTo>
                    <a:pt x="322848" y="641242"/>
                  </a:lnTo>
                  <a:lnTo>
                    <a:pt x="273874" y="724586"/>
                  </a:lnTo>
                  <a:lnTo>
                    <a:pt x="342248" y="685629"/>
                  </a:lnTo>
                  <a:lnTo>
                    <a:pt x="407102" y="610096"/>
                  </a:lnTo>
                  <a:lnTo>
                    <a:pt x="614029" y="722491"/>
                  </a:lnTo>
                  <a:lnTo>
                    <a:pt x="625250" y="789166"/>
                  </a:lnTo>
                  <a:lnTo>
                    <a:pt x="694955" y="749161"/>
                  </a:lnTo>
                  <a:lnTo>
                    <a:pt x="696857" y="748113"/>
                  </a:lnTo>
                  <a:lnTo>
                    <a:pt x="697523" y="748113"/>
                  </a:lnTo>
                  <a:lnTo>
                    <a:pt x="697523" y="748113"/>
                  </a:lnTo>
                  <a:cubicBezTo>
                    <a:pt x="708373" y="739436"/>
                    <a:pt x="714136" y="725863"/>
                    <a:pt x="712833" y="712013"/>
                  </a:cubicBezTo>
                  <a:lnTo>
                    <a:pt x="712833" y="426263"/>
                  </a:lnTo>
                  <a:cubicBezTo>
                    <a:pt x="710874" y="385631"/>
                    <a:pt x="689592" y="348402"/>
                    <a:pt x="655586" y="326155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7236798" y="2118137"/>
              <a:ext cx="249375" cy="282304"/>
            </a:xfrm>
            <a:custGeom>
              <a:avLst/>
              <a:gdLst/>
              <a:ahLst/>
              <a:cxnLst/>
              <a:rect l="l" t="t" r="r" b="b"/>
              <a:pathLst>
                <a:path w="665000" h="752811" extrusionOk="0">
                  <a:moveTo>
                    <a:pt x="607848" y="326342"/>
                  </a:moveTo>
                  <a:lnTo>
                    <a:pt x="57057" y="7826"/>
                  </a:lnTo>
                  <a:cubicBezTo>
                    <a:pt x="25485" y="-10462"/>
                    <a:pt x="0" y="4397"/>
                    <a:pt x="0" y="40973"/>
                  </a:cubicBezTo>
                  <a:lnTo>
                    <a:pt x="0" y="326723"/>
                  </a:lnTo>
                  <a:cubicBezTo>
                    <a:pt x="2149" y="367046"/>
                    <a:pt x="23336" y="403936"/>
                    <a:pt x="57057" y="426069"/>
                  </a:cubicBezTo>
                  <a:lnTo>
                    <a:pt x="228799" y="534464"/>
                  </a:lnTo>
                  <a:lnTo>
                    <a:pt x="294700" y="685625"/>
                  </a:lnTo>
                  <a:lnTo>
                    <a:pt x="359555" y="610092"/>
                  </a:lnTo>
                  <a:lnTo>
                    <a:pt x="607943" y="744966"/>
                  </a:lnTo>
                  <a:cubicBezTo>
                    <a:pt x="639610" y="763254"/>
                    <a:pt x="665000" y="748490"/>
                    <a:pt x="665000" y="711914"/>
                  </a:cubicBezTo>
                  <a:lnTo>
                    <a:pt x="665000" y="426164"/>
                  </a:lnTo>
                  <a:cubicBezTo>
                    <a:pt x="662994" y="385648"/>
                    <a:pt x="641749" y="348541"/>
                    <a:pt x="607848" y="326342"/>
                  </a:cubicBez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6"/>
            <p:cNvSpPr/>
            <p:nvPr/>
          </p:nvSpPr>
          <p:spPr>
            <a:xfrm rot="-1798898">
              <a:off x="7282126" y="2196393"/>
              <a:ext cx="24191" cy="41957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5" y="55912"/>
                  </a:moveTo>
                  <a:cubicBezTo>
                    <a:pt x="64475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5" y="25033"/>
                    <a:pt x="64475" y="559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6"/>
            <p:cNvSpPr/>
            <p:nvPr/>
          </p:nvSpPr>
          <p:spPr>
            <a:xfrm rot="-1778992">
              <a:off x="7345395" y="2232411"/>
              <a:ext cx="24194" cy="41962"/>
            </a:xfrm>
            <a:custGeom>
              <a:avLst/>
              <a:gdLst/>
              <a:ahLst/>
              <a:cxnLst/>
              <a:rect l="l" t="t" r="r" b="b"/>
              <a:pathLst>
                <a:path w="64696" h="112208" extrusionOk="0">
                  <a:moveTo>
                    <a:pt x="64698" y="56104"/>
                  </a:moveTo>
                  <a:cubicBezTo>
                    <a:pt x="64698" y="87090"/>
                    <a:pt x="50215" y="112209"/>
                    <a:pt x="32350" y="112209"/>
                  </a:cubicBezTo>
                  <a:cubicBezTo>
                    <a:pt x="14484" y="112209"/>
                    <a:pt x="1" y="87090"/>
                    <a:pt x="1" y="56104"/>
                  </a:cubicBezTo>
                  <a:cubicBezTo>
                    <a:pt x="1" y="25119"/>
                    <a:pt x="14484" y="0"/>
                    <a:pt x="32350" y="0"/>
                  </a:cubicBezTo>
                  <a:cubicBezTo>
                    <a:pt x="50215" y="0"/>
                    <a:pt x="64698" y="25119"/>
                    <a:pt x="64698" y="56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6"/>
            <p:cNvSpPr/>
            <p:nvPr/>
          </p:nvSpPr>
          <p:spPr>
            <a:xfrm rot="-1798898">
              <a:off x="7404420" y="2267151"/>
              <a:ext cx="24191" cy="41957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4" y="55912"/>
                  </a:moveTo>
                  <a:cubicBezTo>
                    <a:pt x="64474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4" y="25033"/>
                    <a:pt x="64474" y="559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7054307" y="2375460"/>
              <a:ext cx="81342" cy="108498"/>
            </a:xfrm>
            <a:custGeom>
              <a:avLst/>
              <a:gdLst/>
              <a:ahLst/>
              <a:cxnLst/>
              <a:rect l="l" t="t" r="r" b="b"/>
              <a:pathLst>
                <a:path w="216911" h="289327" extrusionOk="0">
                  <a:moveTo>
                    <a:pt x="216912" y="195983"/>
                  </a:moveTo>
                  <a:cubicBezTo>
                    <a:pt x="216912" y="129308"/>
                    <a:pt x="170030" y="47678"/>
                    <a:pt x="112307" y="14246"/>
                  </a:cubicBezTo>
                  <a:cubicBezTo>
                    <a:pt x="81496" y="-3566"/>
                    <a:pt x="53919" y="-4042"/>
                    <a:pt x="34805" y="9293"/>
                  </a:cubicBezTo>
                  <a:lnTo>
                    <a:pt x="0" y="29009"/>
                  </a:lnTo>
                  <a:lnTo>
                    <a:pt x="14835" y="34915"/>
                  </a:lnTo>
                  <a:cubicBezTo>
                    <a:pt x="9738" y="47589"/>
                    <a:pt x="7246" y="61163"/>
                    <a:pt x="7512" y="74825"/>
                  </a:cubicBezTo>
                  <a:cubicBezTo>
                    <a:pt x="7512" y="141500"/>
                    <a:pt x="54394" y="223034"/>
                    <a:pt x="112117" y="256562"/>
                  </a:cubicBezTo>
                  <a:cubicBezTo>
                    <a:pt x="121018" y="261857"/>
                    <a:pt x="130623" y="265858"/>
                    <a:pt x="140645" y="268468"/>
                  </a:cubicBezTo>
                  <a:lnTo>
                    <a:pt x="140645" y="289328"/>
                  </a:lnTo>
                  <a:lnTo>
                    <a:pt x="185530" y="263991"/>
                  </a:lnTo>
                  <a:lnTo>
                    <a:pt x="185530" y="263991"/>
                  </a:lnTo>
                  <a:lnTo>
                    <a:pt x="185530" y="263991"/>
                  </a:lnTo>
                  <a:cubicBezTo>
                    <a:pt x="205310" y="252656"/>
                    <a:pt x="216912" y="229225"/>
                    <a:pt x="216912" y="195983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6"/>
            <p:cNvSpPr/>
            <p:nvPr/>
          </p:nvSpPr>
          <p:spPr>
            <a:xfrm rot="-1798898">
              <a:off x="7049958" y="2378905"/>
              <a:ext cx="64153" cy="111361"/>
            </a:xfrm>
            <a:custGeom>
              <a:avLst/>
              <a:gdLst/>
              <a:ahLst/>
              <a:cxnLst/>
              <a:rect l="l" t="t" r="r" b="b"/>
              <a:pathLst>
                <a:path w="170980" h="296798" extrusionOk="0">
                  <a:moveTo>
                    <a:pt x="170981" y="148399"/>
                  </a:moveTo>
                  <a:cubicBezTo>
                    <a:pt x="170981" y="230358"/>
                    <a:pt x="132706" y="296799"/>
                    <a:pt x="85491" y="296799"/>
                  </a:cubicBezTo>
                  <a:cubicBezTo>
                    <a:pt x="38276" y="296799"/>
                    <a:pt x="0" y="230358"/>
                    <a:pt x="0" y="148399"/>
                  </a:cubicBezTo>
                  <a:cubicBezTo>
                    <a:pt x="0" y="66441"/>
                    <a:pt x="38276" y="0"/>
                    <a:pt x="85491" y="0"/>
                  </a:cubicBezTo>
                  <a:cubicBezTo>
                    <a:pt x="132706" y="0"/>
                    <a:pt x="170981" y="66441"/>
                    <a:pt x="170981" y="1483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6"/>
            <p:cNvSpPr/>
            <p:nvPr/>
          </p:nvSpPr>
          <p:spPr>
            <a:xfrm rot="-1798898">
              <a:off x="7061883" y="2407428"/>
              <a:ext cx="9134" cy="15868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6"/>
            <p:cNvSpPr/>
            <p:nvPr/>
          </p:nvSpPr>
          <p:spPr>
            <a:xfrm rot="-1798898">
              <a:off x="7092283" y="2424967"/>
              <a:ext cx="9134" cy="15868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7066445" y="2439547"/>
              <a:ext cx="31881" cy="22328"/>
            </a:xfrm>
            <a:custGeom>
              <a:avLst/>
              <a:gdLst/>
              <a:ahLst/>
              <a:cxnLst/>
              <a:rect l="l" t="t" r="r" b="b"/>
              <a:pathLst>
                <a:path w="85015" h="59542" extrusionOk="0">
                  <a:moveTo>
                    <a:pt x="0" y="0"/>
                  </a:moveTo>
                  <a:cubicBezTo>
                    <a:pt x="0" y="0"/>
                    <a:pt x="13694" y="37528"/>
                    <a:pt x="41272" y="53435"/>
                  </a:cubicBezTo>
                  <a:cubicBezTo>
                    <a:pt x="68849" y="69342"/>
                    <a:pt x="85015" y="49149"/>
                    <a:pt x="85015" y="49149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7016984" y="2605070"/>
              <a:ext cx="22181" cy="70080"/>
            </a:xfrm>
            <a:custGeom>
              <a:avLst/>
              <a:gdLst/>
              <a:ahLst/>
              <a:cxnLst/>
              <a:rect l="l" t="t" r="r" b="b"/>
              <a:pathLst>
                <a:path w="59149" h="186880" extrusionOk="0">
                  <a:moveTo>
                    <a:pt x="0" y="152591"/>
                  </a:moveTo>
                  <a:lnTo>
                    <a:pt x="59149" y="186881"/>
                  </a:lnTo>
                  <a:lnTo>
                    <a:pt x="59149" y="34195"/>
                  </a:lnTo>
                  <a:lnTo>
                    <a:pt x="0" y="0"/>
                  </a:lnTo>
                  <a:lnTo>
                    <a:pt x="0" y="152591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7016984" y="2594731"/>
              <a:ext cx="41045" cy="23253"/>
            </a:xfrm>
            <a:custGeom>
              <a:avLst/>
              <a:gdLst/>
              <a:ahLst/>
              <a:cxnLst/>
              <a:rect l="l" t="t" r="r" b="b"/>
              <a:pathLst>
                <a:path w="109454" h="62007" extrusionOk="0">
                  <a:moveTo>
                    <a:pt x="59149" y="62008"/>
                  </a:moveTo>
                  <a:lnTo>
                    <a:pt x="0" y="27718"/>
                  </a:lnTo>
                  <a:lnTo>
                    <a:pt x="47928" y="0"/>
                  </a:lnTo>
                  <a:lnTo>
                    <a:pt x="109455" y="34480"/>
                  </a:lnTo>
                  <a:lnTo>
                    <a:pt x="59149" y="6200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7057740" y="2595705"/>
              <a:ext cx="65605" cy="105819"/>
            </a:xfrm>
            <a:custGeom>
              <a:avLst/>
              <a:gdLst/>
              <a:ahLst/>
              <a:cxnLst/>
              <a:rect l="l" t="t" r="r" b="b"/>
              <a:pathLst>
                <a:path w="174947" h="282184" extrusionOk="0">
                  <a:moveTo>
                    <a:pt x="174880" y="168275"/>
                  </a:moveTo>
                  <a:cubicBezTo>
                    <a:pt x="174376" y="153645"/>
                    <a:pt x="166502" y="140272"/>
                    <a:pt x="153959" y="132747"/>
                  </a:cubicBezTo>
                  <a:lnTo>
                    <a:pt x="84635" y="92646"/>
                  </a:lnTo>
                  <a:lnTo>
                    <a:pt x="95666" y="40545"/>
                  </a:lnTo>
                  <a:lnTo>
                    <a:pt x="95666" y="36639"/>
                  </a:lnTo>
                  <a:cubicBezTo>
                    <a:pt x="95704" y="31096"/>
                    <a:pt x="94933" y="25581"/>
                    <a:pt x="93383" y="20256"/>
                  </a:cubicBezTo>
                  <a:cubicBezTo>
                    <a:pt x="91291" y="13398"/>
                    <a:pt x="83874" y="-2889"/>
                    <a:pt x="79119" y="445"/>
                  </a:cubicBezTo>
                  <a:lnTo>
                    <a:pt x="6562" y="42450"/>
                  </a:lnTo>
                  <a:cubicBezTo>
                    <a:pt x="2187" y="43688"/>
                    <a:pt x="0" y="48736"/>
                    <a:pt x="0" y="56356"/>
                  </a:cubicBezTo>
                  <a:lnTo>
                    <a:pt x="0" y="184087"/>
                  </a:lnTo>
                  <a:cubicBezTo>
                    <a:pt x="903" y="199546"/>
                    <a:pt x="9053" y="213671"/>
                    <a:pt x="21967" y="222187"/>
                  </a:cubicBezTo>
                  <a:lnTo>
                    <a:pt x="120961" y="279337"/>
                  </a:lnTo>
                  <a:cubicBezTo>
                    <a:pt x="129710" y="284385"/>
                    <a:pt x="137412" y="282480"/>
                    <a:pt x="140741" y="275527"/>
                  </a:cubicBezTo>
                  <a:lnTo>
                    <a:pt x="173739" y="204280"/>
                  </a:lnTo>
                  <a:cubicBezTo>
                    <a:pt x="174728" y="201632"/>
                    <a:pt x="175118" y="198803"/>
                    <a:pt x="174880" y="19599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7095932" y="2684289"/>
              <a:ext cx="13087" cy="23860"/>
            </a:xfrm>
            <a:custGeom>
              <a:avLst/>
              <a:gdLst/>
              <a:ahLst/>
              <a:cxnLst/>
              <a:rect l="l" t="t" r="r" b="b"/>
              <a:pathLst>
                <a:path w="34899" h="63627" extrusionOk="0">
                  <a:moveTo>
                    <a:pt x="0" y="63627"/>
                  </a:moveTo>
                  <a:lnTo>
                    <a:pt x="34900" y="43148"/>
                  </a:lnTo>
                  <a:lnTo>
                    <a:pt x="3138" y="0"/>
                  </a:lnTo>
                  <a:lnTo>
                    <a:pt x="0" y="6362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7045282" y="2602986"/>
              <a:ext cx="65605" cy="105693"/>
            </a:xfrm>
            <a:custGeom>
              <a:avLst/>
              <a:gdLst/>
              <a:ahLst/>
              <a:cxnLst/>
              <a:rect l="l" t="t" r="r" b="b"/>
              <a:pathLst>
                <a:path w="174947" h="281849" extrusionOk="0">
                  <a:moveTo>
                    <a:pt x="174880" y="168254"/>
                  </a:moveTo>
                  <a:cubicBezTo>
                    <a:pt x="174319" y="153642"/>
                    <a:pt x="166464" y="140288"/>
                    <a:pt x="153959" y="132725"/>
                  </a:cubicBezTo>
                  <a:lnTo>
                    <a:pt x="84635" y="92720"/>
                  </a:lnTo>
                  <a:lnTo>
                    <a:pt x="95666" y="40523"/>
                  </a:lnTo>
                  <a:lnTo>
                    <a:pt x="95666" y="36713"/>
                  </a:lnTo>
                  <a:cubicBezTo>
                    <a:pt x="95704" y="31141"/>
                    <a:pt x="94933" y="25588"/>
                    <a:pt x="93383" y="20235"/>
                  </a:cubicBezTo>
                  <a:cubicBezTo>
                    <a:pt x="91291" y="13377"/>
                    <a:pt x="83874" y="-2815"/>
                    <a:pt x="79119" y="423"/>
                  </a:cubicBezTo>
                  <a:lnTo>
                    <a:pt x="6562" y="42429"/>
                  </a:lnTo>
                  <a:cubicBezTo>
                    <a:pt x="2187" y="43667"/>
                    <a:pt x="0" y="48810"/>
                    <a:pt x="0" y="56430"/>
                  </a:cubicBezTo>
                  <a:lnTo>
                    <a:pt x="0" y="183684"/>
                  </a:lnTo>
                  <a:cubicBezTo>
                    <a:pt x="875" y="199153"/>
                    <a:pt x="9025" y="213288"/>
                    <a:pt x="21967" y="221784"/>
                  </a:cubicBezTo>
                  <a:lnTo>
                    <a:pt x="120961" y="278934"/>
                  </a:lnTo>
                  <a:cubicBezTo>
                    <a:pt x="129710" y="284078"/>
                    <a:pt x="137412" y="282173"/>
                    <a:pt x="140741" y="275124"/>
                  </a:cubicBezTo>
                  <a:lnTo>
                    <a:pt x="173739" y="203877"/>
                  </a:lnTo>
                  <a:cubicBezTo>
                    <a:pt x="174728" y="201229"/>
                    <a:pt x="175118" y="198400"/>
                    <a:pt x="174880" y="195590"/>
                  </a:cubicBezTo>
                  <a:close/>
                </a:path>
              </a:pathLst>
            </a:custGeom>
            <a:solidFill>
              <a:srgbClr val="EFB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Learn .NET Development</a:t>
            </a:r>
            <a:endParaRPr dirty="0"/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Microsoft .NET is the platform that drives the business technology of many of the top corporations in the United States and many other countries. </a:t>
            </a:r>
          </a:p>
          <a:p>
            <a:r>
              <a:rPr lang="en-US" sz="2000" dirty="0"/>
              <a:t>It is the predominant technology used to drive enterprise-scale business technology. 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597" name="Google Shape;597;p17"/>
          <p:cNvGrpSpPr/>
          <p:nvPr/>
        </p:nvGrpSpPr>
        <p:grpSpPr>
          <a:xfrm>
            <a:off x="5796744" y="1573487"/>
            <a:ext cx="2928488" cy="3139481"/>
            <a:chOff x="2183550" y="65875"/>
            <a:chExt cx="4483981" cy="4807045"/>
          </a:xfrm>
        </p:grpSpPr>
        <p:sp>
          <p:nvSpPr>
            <p:cNvPr id="598" name="Google Shape;598;p17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p17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1" name="Google Shape;621;p17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622" name="Google Shape;622;p17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5" name="Google Shape;625;p17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26" name="Google Shape;626;p17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17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8" name="Google Shape;628;p17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7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7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" name="Google Shape;692;p17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93" name="Google Shape;693;p17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94" name="Google Shape;694;p17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17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17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9" name="Google Shape;699;p17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7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2" name="Google Shape;702;p17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17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Learn .NET Development</a:t>
            </a:r>
            <a:endParaRPr dirty="0"/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The .NET language of choice to learn is C#, the most widely used language today. </a:t>
            </a:r>
          </a:p>
          <a:p>
            <a:r>
              <a:rPr lang="en-US" sz="2000" dirty="0"/>
              <a:t>It is a general purpose programming language that can handle almost any problem, from desktop to mobile to dynamic web applications. </a:t>
            </a:r>
          </a:p>
          <a:p>
            <a:r>
              <a:rPr lang="en-US" sz="2000" dirty="0"/>
              <a:t>There is a high demand across the world for .NET developers in a variety of industries.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597" name="Google Shape;597;p17"/>
          <p:cNvGrpSpPr/>
          <p:nvPr/>
        </p:nvGrpSpPr>
        <p:grpSpPr>
          <a:xfrm>
            <a:off x="5796744" y="1573487"/>
            <a:ext cx="2928488" cy="3139481"/>
            <a:chOff x="2183550" y="65875"/>
            <a:chExt cx="4483981" cy="4807045"/>
          </a:xfrm>
        </p:grpSpPr>
        <p:sp>
          <p:nvSpPr>
            <p:cNvPr id="598" name="Google Shape;598;p17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p17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1" name="Google Shape;621;p17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622" name="Google Shape;622;p17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5" name="Google Shape;625;p17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26" name="Google Shape;626;p17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17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8" name="Google Shape;628;p17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7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7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" name="Google Shape;692;p17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93" name="Google Shape;693;p17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94" name="Google Shape;694;p17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17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17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9" name="Google Shape;699;p17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7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2" name="Google Shape;702;p17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17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1877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Publish Your App</a:t>
            </a:r>
            <a:endParaRPr dirty="0"/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33671" y="1282892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dirty="0"/>
              <a:t>Users need access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dirty="0"/>
              <a:t>Internal or External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dirty="0"/>
              <a:t>Options</a:t>
            </a:r>
          </a:p>
          <a:p>
            <a:pPr lvl="1">
              <a:spcBef>
                <a:spcPts val="0"/>
              </a:spcBef>
              <a:buChar char="▸"/>
            </a:pPr>
            <a:r>
              <a:rPr lang="en-US" dirty="0"/>
              <a:t>Domain Hosting</a:t>
            </a:r>
          </a:p>
          <a:p>
            <a:pPr lvl="1">
              <a:spcBef>
                <a:spcPts val="0"/>
              </a:spcBef>
              <a:buChar char="▸"/>
            </a:pPr>
            <a:r>
              <a:rPr lang="en-US" dirty="0"/>
              <a:t>Internal Server</a:t>
            </a:r>
          </a:p>
          <a:p>
            <a:pPr lvl="1">
              <a:spcBef>
                <a:spcPts val="0"/>
              </a:spcBef>
              <a:buChar char="▸"/>
            </a:pPr>
            <a:r>
              <a:rPr lang="en-US" dirty="0"/>
              <a:t>Cloud Hosting (Azure, etc.)</a:t>
            </a:r>
          </a:p>
          <a:p>
            <a:pPr>
              <a:spcBef>
                <a:spcPts val="0"/>
              </a:spcBef>
            </a:pPr>
            <a:r>
              <a:rPr lang="en-US" dirty="0"/>
              <a:t>Continuous Integration and Deployment</a:t>
            </a:r>
          </a:p>
          <a:p>
            <a:pPr lvl="1">
              <a:spcBef>
                <a:spcPts val="0"/>
              </a:spcBef>
            </a:pPr>
            <a:r>
              <a:rPr lang="en-US" dirty="0"/>
              <a:t>GitHub Actions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Azure DevOps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Get Ready To Rumble!</a:t>
            </a:r>
            <a:endParaRPr dirty="0"/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597" name="Google Shape;597;p17"/>
          <p:cNvGrpSpPr/>
          <p:nvPr/>
        </p:nvGrpSpPr>
        <p:grpSpPr>
          <a:xfrm>
            <a:off x="5796744" y="1573487"/>
            <a:ext cx="2928488" cy="3139481"/>
            <a:chOff x="2183550" y="65875"/>
            <a:chExt cx="4483981" cy="4807045"/>
          </a:xfrm>
        </p:grpSpPr>
        <p:sp>
          <p:nvSpPr>
            <p:cNvPr id="598" name="Google Shape;598;p17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p17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1" name="Google Shape;621;p17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622" name="Google Shape;622;p17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5" name="Google Shape;625;p17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26" name="Google Shape;626;p17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17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8" name="Google Shape;628;p17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7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7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" name="Google Shape;692;p17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93" name="Google Shape;693;p17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94" name="Google Shape;694;p17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17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17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9" name="Google Shape;699;p17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7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2" name="Google Shape;702;p17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17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6129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1"/>
          <p:cNvSpPr txBox="1">
            <a:spLocks noGrp="1"/>
          </p:cNvSpPr>
          <p:nvPr>
            <p:ph type="title"/>
          </p:nvPr>
        </p:nvSpPr>
        <p:spPr>
          <a:xfrm>
            <a:off x="457200" y="681800"/>
            <a:ext cx="36672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 picture is worth a thousand words</a:t>
            </a:r>
            <a:endParaRPr sz="3600" dirty="0"/>
          </a:p>
        </p:txBody>
      </p:sp>
      <p:sp>
        <p:nvSpPr>
          <p:cNvPr id="1007" name="Google Shape;1007;p21"/>
          <p:cNvSpPr txBox="1">
            <a:spLocks noGrp="1"/>
          </p:cNvSpPr>
          <p:nvPr>
            <p:ph type="body" idx="1"/>
          </p:nvPr>
        </p:nvSpPr>
        <p:spPr>
          <a:xfrm>
            <a:off x="457200" y="2148150"/>
            <a:ext cx="36672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id="1008" name="Google Shape;1008;p21"/>
          <p:cNvPicPr preferRelativeResize="0"/>
          <p:nvPr/>
        </p:nvPicPr>
        <p:blipFill rotWithShape="1">
          <a:blip r:embed="rId3">
            <a:alphaModFix/>
          </a:blip>
          <a:srcRect l="3295" r="37860"/>
          <a:stretch/>
        </p:blipFill>
        <p:spPr>
          <a:xfrm rot="10800000" flipH="1">
            <a:off x="4572000" y="0"/>
            <a:ext cx="4572000" cy="5143500"/>
          </a:xfrm>
          <a:prstGeom prst="snip1Rect">
            <a:avLst>
              <a:gd name="adj" fmla="val 9999"/>
            </a:avLst>
          </a:prstGeom>
          <a:noFill/>
          <a:ln>
            <a:noFill/>
          </a:ln>
        </p:spPr>
      </p:pic>
      <p:sp>
        <p:nvSpPr>
          <p:cNvPr id="1009" name="Google Shape;1009;p2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2"/>
          <p:cNvSpPr txBox="1">
            <a:spLocks noGrp="1"/>
          </p:cNvSpPr>
          <p:nvPr>
            <p:ph type="title" idx="4294967295"/>
          </p:nvPr>
        </p:nvSpPr>
        <p:spPr>
          <a:xfrm>
            <a:off x="381000" y="381000"/>
            <a:ext cx="4754100" cy="101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>
                <a:solidFill>
                  <a:schemeClr val="lt1"/>
                </a:solidFill>
                <a:highlight>
                  <a:schemeClr val="accent1"/>
                </a:highlight>
              </a:rPr>
              <a:t>Want big impact?</a:t>
            </a:r>
            <a:endParaRPr sz="3000" b="0">
              <a:solidFill>
                <a:schemeClr val="lt1"/>
              </a:solidFill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chemeClr val="accent2"/>
                </a:highlight>
              </a:rPr>
              <a:t>Use big image.</a:t>
            </a:r>
            <a:endParaRPr sz="3000">
              <a:solidFill>
                <a:schemeClr val="lt1"/>
              </a:solidFill>
              <a:highlight>
                <a:schemeClr val="accent2"/>
              </a:highlight>
            </a:endParaRPr>
          </a:p>
        </p:txBody>
      </p:sp>
      <p:sp>
        <p:nvSpPr>
          <p:cNvPr id="1015" name="Google Shape;1015;p2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15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sp>
        <p:nvSpPr>
          <p:cNvPr id="1021" name="Google Shape;1021;p2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1022" name="Google Shape;1022;p23"/>
          <p:cNvGrpSpPr/>
          <p:nvPr/>
        </p:nvGrpSpPr>
        <p:grpSpPr>
          <a:xfrm>
            <a:off x="2655041" y="2436044"/>
            <a:ext cx="2200509" cy="1776159"/>
            <a:chOff x="3071457" y="2013875"/>
            <a:chExt cx="1944600" cy="1569600"/>
          </a:xfrm>
        </p:grpSpPr>
        <p:sp>
          <p:nvSpPr>
            <p:cNvPr id="1023" name="Google Shape;1023;p23"/>
            <p:cNvSpPr/>
            <p:nvPr/>
          </p:nvSpPr>
          <p:spPr>
            <a:xfrm rot="10800000" flipH="1">
              <a:off x="3071457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3"/>
            <p:cNvSpPr txBox="1"/>
            <p:nvPr/>
          </p:nvSpPr>
          <p:spPr>
            <a:xfrm>
              <a:off x="3316102" y="2256385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Vestibulum congue tempus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5" name="Google Shape;1025;p23"/>
            <p:cNvSpPr txBox="1"/>
            <p:nvPr/>
          </p:nvSpPr>
          <p:spPr>
            <a:xfrm>
              <a:off x="3316100" y="2716352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 elit, sed do eiusmod tempor.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26" name="Google Shape;1026;p23"/>
          <p:cNvGrpSpPr/>
          <p:nvPr/>
        </p:nvGrpSpPr>
        <p:grpSpPr>
          <a:xfrm>
            <a:off x="457232" y="2436044"/>
            <a:ext cx="2200509" cy="1776159"/>
            <a:chOff x="1126863" y="2013875"/>
            <a:chExt cx="1944600" cy="1569600"/>
          </a:xfrm>
        </p:grpSpPr>
        <p:sp>
          <p:nvSpPr>
            <p:cNvPr id="1027" name="Google Shape;1027;p23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/>
            <p:cNvSpPr txBox="1"/>
            <p:nvPr/>
          </p:nvSpPr>
          <p:spPr>
            <a:xfrm>
              <a:off x="1351627" y="2256385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Vestibulum congue tempus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9" name="Google Shape;1029;p23"/>
            <p:cNvSpPr txBox="1"/>
            <p:nvPr/>
          </p:nvSpPr>
          <p:spPr>
            <a:xfrm>
              <a:off x="1351625" y="2716352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 elit, sed do eiusmod tempor.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4852720" y="2436044"/>
            <a:ext cx="3396158" cy="1776159"/>
            <a:chOff x="5015938" y="2013875"/>
            <a:chExt cx="3001200" cy="1569600"/>
          </a:xfrm>
        </p:grpSpPr>
        <p:sp>
          <p:nvSpPr>
            <p:cNvPr id="1031" name="Google Shape;1031;p23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/>
            <p:cNvSpPr txBox="1"/>
            <p:nvPr/>
          </p:nvSpPr>
          <p:spPr>
            <a:xfrm>
              <a:off x="5360226" y="2256387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Vestibulum congue</a:t>
              </a:r>
              <a:b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</a:b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tempus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33" name="Google Shape;1033;p23"/>
            <p:cNvSpPr txBox="1"/>
            <p:nvPr/>
          </p:nvSpPr>
          <p:spPr>
            <a:xfrm>
              <a:off x="5360225" y="2716353"/>
              <a:ext cx="2417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 elit, sed do eiusmod tempor. Ipsum dolor sit amet elit, sed do eiusmod tempor.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4" name="Google Shape;1034;p23"/>
          <p:cNvGrpSpPr/>
          <p:nvPr/>
        </p:nvGrpSpPr>
        <p:grpSpPr>
          <a:xfrm>
            <a:off x="4705169" y="3213940"/>
            <a:ext cx="295999" cy="294651"/>
            <a:chOff x="4858109" y="2631368"/>
            <a:chExt cx="316442" cy="315000"/>
          </a:xfrm>
        </p:grpSpPr>
        <p:sp>
          <p:nvSpPr>
            <p:cNvPr id="1035" name="Google Shape;1035;p23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  <p:grpSp>
        <p:nvGrpSpPr>
          <p:cNvPr id="1037" name="Google Shape;1037;p23"/>
          <p:cNvGrpSpPr/>
          <p:nvPr/>
        </p:nvGrpSpPr>
        <p:grpSpPr>
          <a:xfrm>
            <a:off x="2512794" y="3213816"/>
            <a:ext cx="294612" cy="294612"/>
            <a:chOff x="3157188" y="909150"/>
            <a:chExt cx="470400" cy="470400"/>
          </a:xfrm>
        </p:grpSpPr>
        <p:sp>
          <p:nvSpPr>
            <p:cNvPr id="1038" name="Google Shape;1038;p23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name="adj1" fmla="val 99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24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1045" name="Google Shape;1045;p24"/>
          <p:cNvGraphicFramePr/>
          <p:nvPr/>
        </p:nvGraphicFramePr>
        <p:xfrm>
          <a:off x="457200" y="2402681"/>
          <a:ext cx="4205300" cy="2004100"/>
        </p:xfrm>
        <a:graphic>
          <a:graphicData uri="http://schemas.openxmlformats.org/drawingml/2006/table">
            <a:tbl>
              <a:tblPr>
                <a:noFill/>
                <a:tableStyleId>{11E2214B-EEA6-4F0E-851E-DA328E0D34B4}</a:tableStyleId>
              </a:tblPr>
              <a:tblGrid>
                <a:gridCol w="10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Yellow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Blue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Orange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16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6" name="Google Shape;1046;p2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1047" name="Google Shape;1047;p24"/>
          <p:cNvGrpSpPr/>
          <p:nvPr/>
        </p:nvGrpSpPr>
        <p:grpSpPr>
          <a:xfrm>
            <a:off x="5191199" y="905259"/>
            <a:ext cx="3495801" cy="3628765"/>
            <a:chOff x="2012475" y="393272"/>
            <a:chExt cx="4440240" cy="4609126"/>
          </a:xfrm>
        </p:grpSpPr>
        <p:sp>
          <p:nvSpPr>
            <p:cNvPr id="1048" name="Google Shape;1048;p24"/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24"/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24"/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24"/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24"/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24"/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24"/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24"/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24"/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24"/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24"/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24"/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4"/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24"/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24"/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24"/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24"/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24"/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24"/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24"/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24"/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24"/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24"/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24"/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24"/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24"/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24"/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24"/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24"/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24"/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24"/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24"/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24"/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24"/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24"/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24"/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24"/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24"/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24"/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24"/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24"/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24"/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24"/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24"/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24"/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24"/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4"/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4"/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4"/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4"/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4"/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4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4"/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4"/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4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24"/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24"/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25"/>
          <p:cNvSpPr/>
          <p:nvPr/>
        </p:nvSpPr>
        <p:spPr>
          <a:xfrm>
            <a:off x="514725" y="9425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chemeClr val="lt2"/>
              </a:gs>
            </a:gsLst>
            <a:lin ang="16198662" scaled="0"/>
          </a:gradFill>
          <a:ln>
            <a:noFill/>
          </a:ln>
          <a:effectLst>
            <a:outerShdw blurRad="142875" dist="19050" dir="5400000" algn="bl" rotWithShape="0">
              <a:srgbClr val="38226D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25"/>
          <p:cNvSpPr txBox="1">
            <a:spLocks noGrp="1"/>
          </p:cNvSpPr>
          <p:nvPr>
            <p:ph type="title" idx="4294967295"/>
          </p:nvPr>
        </p:nvSpPr>
        <p:spPr>
          <a:xfrm>
            <a:off x="381000" y="453200"/>
            <a:ext cx="56409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Maps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147" name="Google Shape;1147;p25"/>
          <p:cNvSpPr/>
          <p:nvPr/>
        </p:nvSpPr>
        <p:spPr>
          <a:xfrm>
            <a:off x="1947750" y="1878125"/>
            <a:ext cx="7479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our office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8" name="Google Shape;1148;p2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18</a:t>
            </a:fld>
            <a:endParaRPr>
              <a:solidFill>
                <a:schemeClr val="accent2"/>
              </a:solidFill>
            </a:endParaRPr>
          </a:p>
        </p:txBody>
      </p:sp>
      <p:sp>
        <p:nvSpPr>
          <p:cNvPr id="1149" name="Google Shape;1149;p25"/>
          <p:cNvSpPr txBox="1">
            <a:spLocks noGrp="1"/>
          </p:cNvSpPr>
          <p:nvPr>
            <p:ph type="body" idx="4294967295"/>
          </p:nvPr>
        </p:nvSpPr>
        <p:spPr>
          <a:xfrm>
            <a:off x="1090975" y="453200"/>
            <a:ext cx="77193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lt1"/>
                </a:solidFill>
              </a:rPr>
              <a:t>Find more maps at </a:t>
            </a:r>
            <a:r>
              <a:rPr lang="en" sz="900" u="sng" dirty="0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slidescarnival.com/extra-free-resources-icons-and-maps</a:t>
            </a:r>
            <a:endParaRPr sz="900" dirty="0"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endParaRPr sz="900" b="1" dirty="0">
              <a:solidFill>
                <a:schemeClr val="lt1"/>
              </a:solidFill>
            </a:endParaRPr>
          </a:p>
        </p:txBody>
      </p:sp>
      <p:sp>
        <p:nvSpPr>
          <p:cNvPr id="1150" name="Google Shape;1150;p25"/>
          <p:cNvSpPr/>
          <p:nvPr/>
        </p:nvSpPr>
        <p:spPr>
          <a:xfrm>
            <a:off x="1090975" y="21473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25"/>
          <p:cNvSpPr/>
          <p:nvPr/>
        </p:nvSpPr>
        <p:spPr>
          <a:xfrm>
            <a:off x="2824525" y="3795125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5"/>
          <p:cNvSpPr/>
          <p:nvPr/>
        </p:nvSpPr>
        <p:spPr>
          <a:xfrm>
            <a:off x="3853225" y="19448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25"/>
          <p:cNvSpPr/>
          <p:nvPr/>
        </p:nvSpPr>
        <p:spPr>
          <a:xfrm>
            <a:off x="4596175" y="40904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25"/>
          <p:cNvSpPr/>
          <p:nvPr/>
        </p:nvSpPr>
        <p:spPr>
          <a:xfrm>
            <a:off x="6720250" y="24140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25"/>
          <p:cNvSpPr/>
          <p:nvPr/>
        </p:nvSpPr>
        <p:spPr>
          <a:xfrm>
            <a:off x="7377475" y="4157075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6"/>
          <p:cNvSpPr txBox="1">
            <a:spLocks noGrp="1"/>
          </p:cNvSpPr>
          <p:nvPr>
            <p:ph type="ctrTitle" idx="4294967295"/>
          </p:nvPr>
        </p:nvSpPr>
        <p:spPr>
          <a:xfrm>
            <a:off x="1019175" y="1863600"/>
            <a:ext cx="74388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Barlow SemiBold"/>
                <a:ea typeface="Barlow SemiBold"/>
                <a:cs typeface="Barlow SemiBold"/>
                <a:sym typeface="Barlow SemiBold"/>
              </a:rPr>
              <a:t>89,526,124</a:t>
            </a:r>
            <a:endParaRPr sz="9600"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61" name="Google Shape;1161;p26"/>
          <p:cNvSpPr txBox="1">
            <a:spLocks noGrp="1"/>
          </p:cNvSpPr>
          <p:nvPr>
            <p:ph type="subTitle" idx="4294967295"/>
          </p:nvPr>
        </p:nvSpPr>
        <p:spPr>
          <a:xfrm>
            <a:off x="1019175" y="2992450"/>
            <a:ext cx="74388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1162" name="Google Shape;1162;p2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1163" name="Google Shape;1163;p26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7"/>
          <p:cNvSpPr txBox="1">
            <a:spLocks noGrp="1"/>
          </p:cNvSpPr>
          <p:nvPr>
            <p:ph type="ctrTitle" idx="4294967295"/>
          </p:nvPr>
        </p:nvSpPr>
        <p:spPr>
          <a:xfrm>
            <a:off x="685800" y="876600"/>
            <a:ext cx="4048200" cy="8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89,526,124$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69" name="Google Shape;1169;p27"/>
          <p:cNvSpPr txBox="1">
            <a:spLocks noGrp="1"/>
          </p:cNvSpPr>
          <p:nvPr>
            <p:ph type="subTitle" idx="4294967295"/>
          </p:nvPr>
        </p:nvSpPr>
        <p:spPr>
          <a:xfrm>
            <a:off x="685800" y="1411308"/>
            <a:ext cx="40482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That’s a lot of money</a:t>
            </a:r>
            <a:endParaRPr sz="2400"/>
          </a:p>
        </p:txBody>
      </p:sp>
      <p:sp>
        <p:nvSpPr>
          <p:cNvPr id="1170" name="Google Shape;1170;p27"/>
          <p:cNvSpPr txBox="1">
            <a:spLocks noGrp="1"/>
          </p:cNvSpPr>
          <p:nvPr>
            <p:ph type="ctrTitle" idx="4294967295"/>
          </p:nvPr>
        </p:nvSpPr>
        <p:spPr>
          <a:xfrm>
            <a:off x="685800" y="3505493"/>
            <a:ext cx="4048200" cy="8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100%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71" name="Google Shape;1171;p27"/>
          <p:cNvSpPr txBox="1">
            <a:spLocks noGrp="1"/>
          </p:cNvSpPr>
          <p:nvPr>
            <p:ph type="subTitle" idx="4294967295"/>
          </p:nvPr>
        </p:nvSpPr>
        <p:spPr>
          <a:xfrm>
            <a:off x="685800" y="4040201"/>
            <a:ext cx="40482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Total success!</a:t>
            </a:r>
            <a:endParaRPr sz="2400"/>
          </a:p>
        </p:txBody>
      </p:sp>
      <p:sp>
        <p:nvSpPr>
          <p:cNvPr id="1172" name="Google Shape;1172;p27"/>
          <p:cNvSpPr txBox="1">
            <a:spLocks noGrp="1"/>
          </p:cNvSpPr>
          <p:nvPr>
            <p:ph type="ctrTitle" idx="4294967295"/>
          </p:nvPr>
        </p:nvSpPr>
        <p:spPr>
          <a:xfrm>
            <a:off x="685800" y="2191047"/>
            <a:ext cx="4048200" cy="8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185,244 users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73" name="Google Shape;1173;p27"/>
          <p:cNvSpPr txBox="1">
            <a:spLocks noGrp="1"/>
          </p:cNvSpPr>
          <p:nvPr>
            <p:ph type="subTitle" idx="4294967295"/>
          </p:nvPr>
        </p:nvSpPr>
        <p:spPr>
          <a:xfrm>
            <a:off x="685800" y="2725755"/>
            <a:ext cx="40482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And a lot of users</a:t>
            </a:r>
            <a:endParaRPr sz="2400"/>
          </a:p>
        </p:txBody>
      </p:sp>
      <p:sp>
        <p:nvSpPr>
          <p:cNvPr id="1174" name="Google Shape;1174;p2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1175" name="Google Shape;1175;p27"/>
          <p:cNvGrpSpPr/>
          <p:nvPr/>
        </p:nvGrpSpPr>
        <p:grpSpPr>
          <a:xfrm>
            <a:off x="5233951" y="823317"/>
            <a:ext cx="3414844" cy="3813266"/>
            <a:chOff x="2152775" y="305709"/>
            <a:chExt cx="4264823" cy="4762415"/>
          </a:xfrm>
        </p:grpSpPr>
        <p:grpSp>
          <p:nvGrpSpPr>
            <p:cNvPr id="1176" name="Google Shape;1176;p27"/>
            <p:cNvGrpSpPr/>
            <p:nvPr/>
          </p:nvGrpSpPr>
          <p:grpSpPr>
            <a:xfrm>
              <a:off x="2593845" y="3487641"/>
              <a:ext cx="936028" cy="696373"/>
              <a:chOff x="4403470" y="4229766"/>
              <a:chExt cx="936028" cy="696373"/>
            </a:xfrm>
          </p:grpSpPr>
          <p:sp>
            <p:nvSpPr>
              <p:cNvPr id="1177" name="Google Shape;1177;p27"/>
              <p:cNvSpPr/>
              <p:nvPr/>
            </p:nvSpPr>
            <p:spPr>
              <a:xfrm>
                <a:off x="4403470" y="441464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7"/>
              <p:cNvSpPr/>
              <p:nvPr/>
            </p:nvSpPr>
            <p:spPr>
              <a:xfrm>
                <a:off x="4455646" y="433930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27"/>
              <p:cNvSpPr/>
              <p:nvPr/>
            </p:nvSpPr>
            <p:spPr>
              <a:xfrm>
                <a:off x="4455741" y="448246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27"/>
              <p:cNvSpPr/>
              <p:nvPr/>
            </p:nvSpPr>
            <p:spPr>
              <a:xfrm>
                <a:off x="5272972" y="448551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27"/>
              <p:cNvSpPr/>
              <p:nvPr/>
            </p:nvSpPr>
            <p:spPr>
              <a:xfrm>
                <a:off x="4455646" y="42297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27"/>
              <p:cNvSpPr/>
              <p:nvPr/>
            </p:nvSpPr>
            <p:spPr>
              <a:xfrm>
                <a:off x="4581266" y="4299370"/>
                <a:ext cx="632693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93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7121" y="92130"/>
                      <a:pt x="63734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27"/>
              <p:cNvSpPr/>
              <p:nvPr/>
            </p:nvSpPr>
            <p:spPr>
              <a:xfrm>
                <a:off x="4581856" y="4321278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27"/>
              <p:cNvSpPr/>
              <p:nvPr/>
            </p:nvSpPr>
            <p:spPr>
              <a:xfrm>
                <a:off x="4743040" y="4404074"/>
                <a:ext cx="29535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357" h="184784" extrusionOk="0">
                    <a:moveTo>
                      <a:pt x="149875" y="29432"/>
                    </a:moveTo>
                    <a:cubicBezTo>
                      <a:pt x="145990" y="29423"/>
                      <a:pt x="142111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678" y="36576"/>
                      <a:pt x="100645" y="38671"/>
                    </a:cubicBezTo>
                    <a:cubicBezTo>
                      <a:pt x="93878" y="40719"/>
                      <a:pt x="87271" y="43272"/>
                      <a:pt x="80877" y="46292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84" y="58598"/>
                      <a:pt x="199589" y="56779"/>
                      <a:pt x="210699" y="56007"/>
                    </a:cubicBezTo>
                    <a:cubicBezTo>
                      <a:pt x="220849" y="55397"/>
                      <a:pt x="231037" y="56102"/>
                      <a:pt x="241016" y="58103"/>
                    </a:cubicBezTo>
                    <a:cubicBezTo>
                      <a:pt x="251062" y="60293"/>
                      <a:pt x="260689" y="64084"/>
                      <a:pt x="269527" y="69342"/>
                    </a:cubicBezTo>
                    <a:cubicBezTo>
                      <a:pt x="278299" y="73743"/>
                      <a:pt x="285826" y="80296"/>
                      <a:pt x="291386" y="88392"/>
                    </a:cubicBezTo>
                    <a:cubicBezTo>
                      <a:pt x="295112" y="94317"/>
                      <a:pt x="296281" y="101498"/>
                      <a:pt x="294617" y="108299"/>
                    </a:cubicBezTo>
                    <a:cubicBezTo>
                      <a:pt x="292460" y="115776"/>
                      <a:pt x="288364" y="122549"/>
                      <a:pt x="282738" y="127921"/>
                    </a:cubicBezTo>
                    <a:cubicBezTo>
                      <a:pt x="275762" y="134922"/>
                      <a:pt x="267978" y="141065"/>
                      <a:pt x="259548" y="146209"/>
                    </a:cubicBezTo>
                    <a:lnTo>
                      <a:pt x="291861" y="165259"/>
                    </a:lnTo>
                    <a:lnTo>
                      <a:pt x="274279" y="175451"/>
                    </a:lnTo>
                    <a:lnTo>
                      <a:pt x="241681" y="156401"/>
                    </a:lnTo>
                    <a:cubicBezTo>
                      <a:pt x="226162" y="164068"/>
                      <a:pt x="209929" y="170193"/>
                      <a:pt x="193212" y="174688"/>
                    </a:cubicBezTo>
                    <a:cubicBezTo>
                      <a:pt x="175734" y="179604"/>
                      <a:pt x="157863" y="182975"/>
                      <a:pt x="139801" y="184785"/>
                    </a:cubicBezTo>
                    <a:lnTo>
                      <a:pt x="122219" y="154305"/>
                    </a:lnTo>
                    <a:cubicBezTo>
                      <a:pt x="126957" y="154276"/>
                      <a:pt x="131688" y="153924"/>
                      <a:pt x="136379" y="153257"/>
                    </a:cubicBezTo>
                    <a:cubicBezTo>
                      <a:pt x="142842" y="152495"/>
                      <a:pt x="149875" y="151257"/>
                      <a:pt x="157763" y="149638"/>
                    </a:cubicBezTo>
                    <a:cubicBezTo>
                      <a:pt x="165651" y="148019"/>
                      <a:pt x="173824" y="145733"/>
                      <a:pt x="182568" y="143256"/>
                    </a:cubicBezTo>
                    <a:cubicBezTo>
                      <a:pt x="191055" y="140684"/>
                      <a:pt x="199342" y="137503"/>
                      <a:pt x="207373" y="133731"/>
                    </a:cubicBezTo>
                    <a:lnTo>
                      <a:pt x="156812" y="104489"/>
                    </a:lnTo>
                    <a:cubicBezTo>
                      <a:pt x="154722" y="105346"/>
                      <a:pt x="152536" y="106109"/>
                      <a:pt x="150255" y="106871"/>
                    </a:cubicBezTo>
                    <a:lnTo>
                      <a:pt x="143317" y="108966"/>
                    </a:lnTo>
                    <a:cubicBezTo>
                      <a:pt x="130582" y="113157"/>
                      <a:pt x="118987" y="116396"/>
                      <a:pt x="108343" y="118491"/>
                    </a:cubicBezTo>
                    <a:cubicBezTo>
                      <a:pt x="98576" y="120768"/>
                      <a:pt x="88616" y="122101"/>
                      <a:pt x="78596" y="122492"/>
                    </a:cubicBezTo>
                    <a:cubicBezTo>
                      <a:pt x="69750" y="122854"/>
                      <a:pt x="60896" y="122015"/>
                      <a:pt x="52271" y="120015"/>
                    </a:cubicBezTo>
                    <a:cubicBezTo>
                      <a:pt x="43727" y="118091"/>
                      <a:pt x="35524" y="114881"/>
                      <a:pt x="27941" y="110490"/>
                    </a:cubicBezTo>
                    <a:cubicBezTo>
                      <a:pt x="19600" y="106099"/>
                      <a:pt x="12355" y="99889"/>
                      <a:pt x="6748" y="92297"/>
                    </a:cubicBezTo>
                    <a:cubicBezTo>
                      <a:pt x="2686" y="86592"/>
                      <a:pt x="675" y="79677"/>
                      <a:pt x="1045" y="72676"/>
                    </a:cubicBezTo>
                    <a:cubicBezTo>
                      <a:pt x="1772" y="65380"/>
                      <a:pt x="4687" y="58464"/>
                      <a:pt x="9409" y="52864"/>
                    </a:cubicBezTo>
                    <a:cubicBezTo>
                      <a:pt x="15218" y="45482"/>
                      <a:pt x="22145" y="39053"/>
                      <a:pt x="29937" y="33814"/>
                    </a:cubicBezTo>
                    <a:lnTo>
                      <a:pt x="0" y="16478"/>
                    </a:lnTo>
                    <a:lnTo>
                      <a:pt x="17677" y="6858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58" y="4277"/>
                      <a:pt x="119901" y="1629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53" y="86639"/>
                      <a:pt x="77868" y="88306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245"/>
                    </a:lnTo>
                    <a:cubicBezTo>
                      <a:pt x="50845" y="64675"/>
                      <a:pt x="49230" y="74514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30" y="92793"/>
                      <a:pt x="214786" y="91288"/>
                      <a:pt x="206612" y="92488"/>
                    </a:cubicBezTo>
                    <a:cubicBezTo>
                      <a:pt x="195331" y="93945"/>
                      <a:pt x="184202" y="96403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27"/>
              <p:cNvSpPr/>
              <p:nvPr/>
            </p:nvSpPr>
            <p:spPr>
              <a:xfrm>
                <a:off x="4865259" y="4541234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27"/>
              <p:cNvSpPr/>
              <p:nvPr/>
            </p:nvSpPr>
            <p:spPr>
              <a:xfrm>
                <a:off x="4992800" y="455209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240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045" y="19717"/>
                    </a:lnTo>
                    <a:lnTo>
                      <a:pt x="42007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27"/>
              <p:cNvSpPr/>
              <p:nvPr/>
            </p:nvSpPr>
            <p:spPr>
              <a:xfrm>
                <a:off x="5006866" y="44889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27"/>
              <p:cNvSpPr/>
              <p:nvPr/>
            </p:nvSpPr>
            <p:spPr>
              <a:xfrm>
                <a:off x="4908026" y="44953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27"/>
              <p:cNvSpPr/>
              <p:nvPr/>
            </p:nvSpPr>
            <p:spPr>
              <a:xfrm>
                <a:off x="4811468" y="4440078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8924" y="31718"/>
                    </a:lnTo>
                    <a:cubicBezTo>
                      <a:pt x="58924" y="31718"/>
                      <a:pt x="52841" y="24670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27"/>
              <p:cNvSpPr/>
              <p:nvPr/>
            </p:nvSpPr>
            <p:spPr>
              <a:xfrm>
                <a:off x="4865639" y="440902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27"/>
              <p:cNvSpPr/>
              <p:nvPr/>
            </p:nvSpPr>
            <p:spPr>
              <a:xfrm>
                <a:off x="4743421" y="440397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4744371" y="446150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4743040" y="4386929"/>
                <a:ext cx="295352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5352" h="185070" extrusionOk="0">
                    <a:moveTo>
                      <a:pt x="149875" y="29432"/>
                    </a:moveTo>
                    <a:cubicBezTo>
                      <a:pt x="145994" y="29432"/>
                      <a:pt x="142119" y="29718"/>
                      <a:pt x="138280" y="30289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678" y="36576"/>
                      <a:pt x="100645" y="38671"/>
                    </a:cubicBezTo>
                    <a:cubicBezTo>
                      <a:pt x="93881" y="40691"/>
                      <a:pt x="87274" y="43205"/>
                      <a:pt x="80877" y="46196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74" y="58550"/>
                      <a:pt x="199589" y="56740"/>
                      <a:pt x="210699" y="56007"/>
                    </a:cubicBezTo>
                    <a:cubicBezTo>
                      <a:pt x="220849" y="55369"/>
                      <a:pt x="231037" y="56045"/>
                      <a:pt x="241016" y="58007"/>
                    </a:cubicBezTo>
                    <a:cubicBezTo>
                      <a:pt x="251052" y="60274"/>
                      <a:pt x="260670" y="64094"/>
                      <a:pt x="269527" y="69342"/>
                    </a:cubicBezTo>
                    <a:cubicBezTo>
                      <a:pt x="278328" y="73705"/>
                      <a:pt x="285855" y="80258"/>
                      <a:pt x="291386" y="88392"/>
                    </a:cubicBezTo>
                    <a:cubicBezTo>
                      <a:pt x="295112" y="94278"/>
                      <a:pt x="296271" y="101432"/>
                      <a:pt x="294617" y="108204"/>
                    </a:cubicBezTo>
                    <a:cubicBezTo>
                      <a:pt x="292508" y="115700"/>
                      <a:pt x="288402" y="122482"/>
                      <a:pt x="282738" y="127825"/>
                    </a:cubicBezTo>
                    <a:cubicBezTo>
                      <a:pt x="275762" y="134855"/>
                      <a:pt x="267978" y="141027"/>
                      <a:pt x="259548" y="146209"/>
                    </a:cubicBezTo>
                    <a:lnTo>
                      <a:pt x="291861" y="165259"/>
                    </a:lnTo>
                    <a:lnTo>
                      <a:pt x="274279" y="175546"/>
                    </a:lnTo>
                    <a:lnTo>
                      <a:pt x="241681" y="156496"/>
                    </a:lnTo>
                    <a:cubicBezTo>
                      <a:pt x="226181" y="164239"/>
                      <a:pt x="209939" y="170402"/>
                      <a:pt x="193212" y="174879"/>
                    </a:cubicBezTo>
                    <a:cubicBezTo>
                      <a:pt x="175668" y="179784"/>
                      <a:pt x="157733" y="183194"/>
                      <a:pt x="139611" y="185071"/>
                    </a:cubicBezTo>
                    <a:lnTo>
                      <a:pt x="122219" y="154305"/>
                    </a:lnTo>
                    <a:cubicBezTo>
                      <a:pt x="125355" y="154305"/>
                      <a:pt x="130107" y="154305"/>
                      <a:pt x="136379" y="153257"/>
                    </a:cubicBezTo>
                    <a:cubicBezTo>
                      <a:pt x="142652" y="152209"/>
                      <a:pt x="149875" y="151257"/>
                      <a:pt x="157763" y="149542"/>
                    </a:cubicBezTo>
                    <a:cubicBezTo>
                      <a:pt x="165651" y="147828"/>
                      <a:pt x="173824" y="145732"/>
                      <a:pt x="182568" y="143161"/>
                    </a:cubicBezTo>
                    <a:cubicBezTo>
                      <a:pt x="191074" y="140636"/>
                      <a:pt x="199361" y="137446"/>
                      <a:pt x="207373" y="133636"/>
                    </a:cubicBezTo>
                    <a:lnTo>
                      <a:pt x="156812" y="104394"/>
                    </a:lnTo>
                    <a:cubicBezTo>
                      <a:pt x="154722" y="105156"/>
                      <a:pt x="152536" y="106013"/>
                      <a:pt x="150255" y="106680"/>
                    </a:cubicBezTo>
                    <a:lnTo>
                      <a:pt x="143317" y="108871"/>
                    </a:lnTo>
                    <a:cubicBezTo>
                      <a:pt x="130582" y="113062"/>
                      <a:pt x="118987" y="116300"/>
                      <a:pt x="108343" y="118396"/>
                    </a:cubicBezTo>
                    <a:cubicBezTo>
                      <a:pt x="98576" y="120672"/>
                      <a:pt x="88616" y="122006"/>
                      <a:pt x="78596" y="122396"/>
                    </a:cubicBezTo>
                    <a:cubicBezTo>
                      <a:pt x="69751" y="122711"/>
                      <a:pt x="60903" y="121882"/>
                      <a:pt x="52271" y="119920"/>
                    </a:cubicBezTo>
                    <a:cubicBezTo>
                      <a:pt x="43739" y="117958"/>
                      <a:pt x="35542" y="114748"/>
                      <a:pt x="27941" y="110395"/>
                    </a:cubicBezTo>
                    <a:cubicBezTo>
                      <a:pt x="19600" y="106004"/>
                      <a:pt x="12355" y="99793"/>
                      <a:pt x="6748" y="92202"/>
                    </a:cubicBezTo>
                    <a:cubicBezTo>
                      <a:pt x="2692" y="86496"/>
                      <a:pt x="682" y="79581"/>
                      <a:pt x="1045" y="72580"/>
                    </a:cubicBezTo>
                    <a:cubicBezTo>
                      <a:pt x="1772" y="65284"/>
                      <a:pt x="4687" y="58369"/>
                      <a:pt x="9409" y="52768"/>
                    </a:cubicBezTo>
                    <a:cubicBezTo>
                      <a:pt x="15221" y="45386"/>
                      <a:pt x="22148" y="38957"/>
                      <a:pt x="29937" y="33718"/>
                    </a:cubicBezTo>
                    <a:lnTo>
                      <a:pt x="0" y="16383"/>
                    </a:lnTo>
                    <a:lnTo>
                      <a:pt x="17677" y="6763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48" y="4229"/>
                      <a:pt x="119894" y="1591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69" y="86601"/>
                      <a:pt x="77870" y="88259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149"/>
                    </a:lnTo>
                    <a:cubicBezTo>
                      <a:pt x="50845" y="64675"/>
                      <a:pt x="49230" y="74486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120" y="92735"/>
                      <a:pt x="214776" y="91259"/>
                      <a:pt x="206612" y="92488"/>
                    </a:cubicBezTo>
                    <a:cubicBezTo>
                      <a:pt x="195331" y="93907"/>
                      <a:pt x="184202" y="96326"/>
                      <a:pt x="173349" y="99727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4" name="Google Shape;1194;p27"/>
            <p:cNvGrpSpPr/>
            <p:nvPr/>
          </p:nvGrpSpPr>
          <p:grpSpPr>
            <a:xfrm>
              <a:off x="2682040" y="3351243"/>
              <a:ext cx="883852" cy="621125"/>
              <a:chOff x="4491665" y="4093368"/>
              <a:chExt cx="883852" cy="621125"/>
            </a:xfrm>
          </p:grpSpPr>
          <p:sp>
            <p:nvSpPr>
              <p:cNvPr id="1195" name="Google Shape;1195;p27"/>
              <p:cNvSpPr/>
              <p:nvPr/>
            </p:nvSpPr>
            <p:spPr>
              <a:xfrm>
                <a:off x="4491665" y="420300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4491855" y="43460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5309086" y="4349115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4491665" y="409336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4617381" y="4162996"/>
                <a:ext cx="632721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721" h="366093" extrusionOk="0">
                    <a:moveTo>
                      <a:pt x="632116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107"/>
                      <a:pt x="637534" y="143637"/>
                      <a:pt x="632116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4617971" y="4184904"/>
                <a:ext cx="631526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5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363" y="86677"/>
                      <a:pt x="627440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4779725" y="4267771"/>
                <a:ext cx="29506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880" extrusionOk="0">
                    <a:moveTo>
                      <a:pt x="149304" y="29337"/>
                    </a:moveTo>
                    <a:cubicBezTo>
                      <a:pt x="145417" y="29375"/>
                      <a:pt x="141549" y="29689"/>
                      <a:pt x="137710" y="30289"/>
                    </a:cubicBezTo>
                    <a:cubicBezTo>
                      <a:pt x="132483" y="31052"/>
                      <a:pt x="126685" y="32099"/>
                      <a:pt x="120223" y="33433"/>
                    </a:cubicBezTo>
                    <a:cubicBezTo>
                      <a:pt x="113760" y="34766"/>
                      <a:pt x="107013" y="36576"/>
                      <a:pt x="100075" y="38671"/>
                    </a:cubicBezTo>
                    <a:cubicBezTo>
                      <a:pt x="93311" y="40691"/>
                      <a:pt x="86703" y="43206"/>
                      <a:pt x="80307" y="46196"/>
                    </a:cubicBezTo>
                    <a:lnTo>
                      <a:pt x="131057" y="75629"/>
                    </a:lnTo>
                    <a:lnTo>
                      <a:pt x="140561" y="72390"/>
                    </a:lnTo>
                    <a:cubicBezTo>
                      <a:pt x="153486" y="68104"/>
                      <a:pt x="165651" y="64389"/>
                      <a:pt x="177151" y="61436"/>
                    </a:cubicBezTo>
                    <a:cubicBezTo>
                      <a:pt x="187899" y="58503"/>
                      <a:pt x="198914" y="56683"/>
                      <a:pt x="210034" y="56007"/>
                    </a:cubicBezTo>
                    <a:cubicBezTo>
                      <a:pt x="220155" y="55321"/>
                      <a:pt x="230315" y="55988"/>
                      <a:pt x="240256" y="58007"/>
                    </a:cubicBezTo>
                    <a:cubicBezTo>
                      <a:pt x="250463" y="60217"/>
                      <a:pt x="260242" y="64037"/>
                      <a:pt x="269242" y="69342"/>
                    </a:cubicBezTo>
                    <a:cubicBezTo>
                      <a:pt x="278024" y="73733"/>
                      <a:pt x="285541" y="80286"/>
                      <a:pt x="291101" y="88392"/>
                    </a:cubicBezTo>
                    <a:cubicBezTo>
                      <a:pt x="294817" y="94317"/>
                      <a:pt x="295986" y="101498"/>
                      <a:pt x="294332" y="108299"/>
                    </a:cubicBezTo>
                    <a:cubicBezTo>
                      <a:pt x="292194" y="115786"/>
                      <a:pt x="288088" y="122568"/>
                      <a:pt x="282453" y="127921"/>
                    </a:cubicBezTo>
                    <a:cubicBezTo>
                      <a:pt x="275477" y="134950"/>
                      <a:pt x="267693" y="141122"/>
                      <a:pt x="259263" y="146304"/>
                    </a:cubicBezTo>
                    <a:lnTo>
                      <a:pt x="291576" y="165354"/>
                    </a:lnTo>
                    <a:lnTo>
                      <a:pt x="273899" y="175546"/>
                    </a:lnTo>
                    <a:lnTo>
                      <a:pt x="241301" y="156496"/>
                    </a:lnTo>
                    <a:cubicBezTo>
                      <a:pt x="225781" y="164202"/>
                      <a:pt x="209549" y="170355"/>
                      <a:pt x="192832" y="174879"/>
                    </a:cubicBezTo>
                    <a:cubicBezTo>
                      <a:pt x="175345" y="179718"/>
                      <a:pt x="157478" y="183061"/>
                      <a:pt x="139421" y="184880"/>
                    </a:cubicBezTo>
                    <a:lnTo>
                      <a:pt x="122409" y="154305"/>
                    </a:lnTo>
                    <a:cubicBezTo>
                      <a:pt x="127146" y="154181"/>
                      <a:pt x="131874" y="153800"/>
                      <a:pt x="136569" y="153162"/>
                    </a:cubicBezTo>
                    <a:cubicBezTo>
                      <a:pt x="143726" y="152352"/>
                      <a:pt x="150835" y="151143"/>
                      <a:pt x="157858" y="149543"/>
                    </a:cubicBezTo>
                    <a:cubicBezTo>
                      <a:pt x="165746" y="147828"/>
                      <a:pt x="174014" y="145732"/>
                      <a:pt x="182758" y="143161"/>
                    </a:cubicBezTo>
                    <a:cubicBezTo>
                      <a:pt x="191245" y="140580"/>
                      <a:pt x="199532" y="137398"/>
                      <a:pt x="207563" y="133636"/>
                    </a:cubicBezTo>
                    <a:lnTo>
                      <a:pt x="157003" y="104394"/>
                    </a:lnTo>
                    <a:lnTo>
                      <a:pt x="150445" y="106680"/>
                    </a:lnTo>
                    <a:lnTo>
                      <a:pt x="143507" y="108776"/>
                    </a:lnTo>
                    <a:cubicBezTo>
                      <a:pt x="130772" y="112967"/>
                      <a:pt x="119177" y="116300"/>
                      <a:pt x="108533" y="118301"/>
                    </a:cubicBezTo>
                    <a:cubicBezTo>
                      <a:pt x="98766" y="120577"/>
                      <a:pt x="88806" y="121911"/>
                      <a:pt x="78786" y="122301"/>
                    </a:cubicBezTo>
                    <a:cubicBezTo>
                      <a:pt x="69941" y="122615"/>
                      <a:pt x="61093" y="121787"/>
                      <a:pt x="52461" y="119825"/>
                    </a:cubicBezTo>
                    <a:cubicBezTo>
                      <a:pt x="43893" y="117881"/>
                      <a:pt x="35661" y="114671"/>
                      <a:pt x="28036" y="110300"/>
                    </a:cubicBezTo>
                    <a:cubicBezTo>
                      <a:pt x="19700" y="105947"/>
                      <a:pt x="12480" y="99717"/>
                      <a:pt x="6938" y="92107"/>
                    </a:cubicBezTo>
                    <a:cubicBezTo>
                      <a:pt x="2819" y="86430"/>
                      <a:pt x="803" y="79496"/>
                      <a:pt x="1235" y="72485"/>
                    </a:cubicBezTo>
                    <a:cubicBezTo>
                      <a:pt x="1979" y="65189"/>
                      <a:pt x="4893" y="58283"/>
                      <a:pt x="9599" y="52673"/>
                    </a:cubicBezTo>
                    <a:cubicBezTo>
                      <a:pt x="15435" y="45310"/>
                      <a:pt x="22357" y="38891"/>
                      <a:pt x="30127" y="33623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7" y="17059"/>
                      <a:pt x="75797" y="11697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2915" y="82772"/>
                    </a:moveTo>
                    <a:cubicBezTo>
                      <a:pt x="69599" y="86601"/>
                      <a:pt x="77300" y="88259"/>
                      <a:pt x="84964" y="87535"/>
                    </a:cubicBezTo>
                    <a:cubicBezTo>
                      <a:pt x="95260" y="86382"/>
                      <a:pt x="105397" y="84077"/>
                      <a:pt x="115186" y="80677"/>
                    </a:cubicBezTo>
                    <a:lnTo>
                      <a:pt x="67667" y="53150"/>
                    </a:lnTo>
                    <a:cubicBezTo>
                      <a:pt x="50180" y="64579"/>
                      <a:pt x="48659" y="74486"/>
                      <a:pt x="62915" y="82772"/>
                    </a:cubicBezTo>
                    <a:close/>
                    <a:moveTo>
                      <a:pt x="229802" y="96679"/>
                    </a:moveTo>
                    <a:cubicBezTo>
                      <a:pt x="222503" y="92755"/>
                      <a:pt x="214149" y="91250"/>
                      <a:pt x="205947" y="92393"/>
                    </a:cubicBezTo>
                    <a:cubicBezTo>
                      <a:pt x="194704" y="93907"/>
                      <a:pt x="183613" y="96364"/>
                      <a:pt x="172779" y="99727"/>
                    </a:cubicBezTo>
                    <a:lnTo>
                      <a:pt x="220298" y="127063"/>
                    </a:lnTo>
                    <a:cubicBezTo>
                      <a:pt x="240256" y="114776"/>
                      <a:pt x="243487" y="104204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4901754" y="4404931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5028819" y="4415790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5042980" y="435254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>
                <a:off x="4944141" y="4358925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7"/>
              <p:cNvSpPr/>
              <p:nvPr/>
            </p:nvSpPr>
            <p:spPr>
              <a:xfrm>
                <a:off x="4847487" y="430368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8"/>
                    </a:lnTo>
                    <a:lnTo>
                      <a:pt x="58543" y="31623"/>
                    </a:lnTo>
                    <a:cubicBezTo>
                      <a:pt x="58543" y="31623"/>
                      <a:pt x="52461" y="24575"/>
                      <a:pt x="51986" y="23908"/>
                    </a:cubicBezTo>
                    <a:cubicBezTo>
                      <a:pt x="47612" y="18888"/>
                      <a:pt x="42482" y="14573"/>
                      <a:pt x="36780" y="11144"/>
                    </a:cubicBezTo>
                    <a:cubicBezTo>
                      <a:pt x="33168" y="10383"/>
                      <a:pt x="9884" y="0"/>
                      <a:pt x="988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7"/>
              <p:cNvSpPr/>
              <p:nvPr/>
            </p:nvSpPr>
            <p:spPr>
              <a:xfrm>
                <a:off x="4901754" y="4272629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7"/>
              <p:cNvSpPr/>
              <p:nvPr/>
            </p:nvSpPr>
            <p:spPr>
              <a:xfrm>
                <a:off x="4779535" y="4267581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4780485" y="4325492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4779725" y="4250816"/>
                <a:ext cx="295065" cy="184594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594" extrusionOk="0">
                    <a:moveTo>
                      <a:pt x="149304" y="29146"/>
                    </a:moveTo>
                    <a:cubicBezTo>
                      <a:pt x="145417" y="29137"/>
                      <a:pt x="141540" y="29451"/>
                      <a:pt x="137710" y="30099"/>
                    </a:cubicBezTo>
                    <a:cubicBezTo>
                      <a:pt x="132483" y="30861"/>
                      <a:pt x="126685" y="31909"/>
                      <a:pt x="120223" y="33242"/>
                    </a:cubicBezTo>
                    <a:cubicBezTo>
                      <a:pt x="113760" y="34576"/>
                      <a:pt x="107013" y="36290"/>
                      <a:pt x="100075" y="38386"/>
                    </a:cubicBezTo>
                    <a:cubicBezTo>
                      <a:pt x="93308" y="40434"/>
                      <a:pt x="86701" y="42986"/>
                      <a:pt x="80307" y="46006"/>
                    </a:cubicBezTo>
                    <a:lnTo>
                      <a:pt x="131057" y="75343"/>
                    </a:lnTo>
                    <a:lnTo>
                      <a:pt x="140561" y="72199"/>
                    </a:lnTo>
                    <a:cubicBezTo>
                      <a:pt x="153486" y="67818"/>
                      <a:pt x="165651" y="64198"/>
                      <a:pt x="177151" y="61246"/>
                    </a:cubicBezTo>
                    <a:cubicBezTo>
                      <a:pt x="187899" y="58331"/>
                      <a:pt x="198914" y="56474"/>
                      <a:pt x="210034" y="55721"/>
                    </a:cubicBezTo>
                    <a:cubicBezTo>
                      <a:pt x="220155" y="55112"/>
                      <a:pt x="230315" y="55817"/>
                      <a:pt x="240256" y="57817"/>
                    </a:cubicBezTo>
                    <a:cubicBezTo>
                      <a:pt x="250453" y="59988"/>
                      <a:pt x="260242" y="63780"/>
                      <a:pt x="269242" y="69056"/>
                    </a:cubicBezTo>
                    <a:cubicBezTo>
                      <a:pt x="278014" y="73457"/>
                      <a:pt x="285541" y="80010"/>
                      <a:pt x="291101" y="88106"/>
                    </a:cubicBezTo>
                    <a:cubicBezTo>
                      <a:pt x="294817" y="94031"/>
                      <a:pt x="295986" y="101213"/>
                      <a:pt x="294332" y="108013"/>
                    </a:cubicBezTo>
                    <a:cubicBezTo>
                      <a:pt x="292175" y="115491"/>
                      <a:pt x="288079" y="122263"/>
                      <a:pt x="282453" y="127635"/>
                    </a:cubicBezTo>
                    <a:cubicBezTo>
                      <a:pt x="275477" y="134664"/>
                      <a:pt x="267693" y="140837"/>
                      <a:pt x="259263" y="146018"/>
                    </a:cubicBezTo>
                    <a:lnTo>
                      <a:pt x="291576" y="165068"/>
                    </a:lnTo>
                    <a:lnTo>
                      <a:pt x="273899" y="175260"/>
                    </a:lnTo>
                    <a:lnTo>
                      <a:pt x="241301" y="156210"/>
                    </a:lnTo>
                    <a:cubicBezTo>
                      <a:pt x="225762" y="163868"/>
                      <a:pt x="209539" y="170031"/>
                      <a:pt x="192832" y="174593"/>
                    </a:cubicBezTo>
                    <a:cubicBezTo>
                      <a:pt x="175345" y="179432"/>
                      <a:pt x="157478" y="182775"/>
                      <a:pt x="139421" y="184595"/>
                    </a:cubicBezTo>
                    <a:lnTo>
                      <a:pt x="122409" y="154019"/>
                    </a:lnTo>
                    <a:cubicBezTo>
                      <a:pt x="127146" y="153896"/>
                      <a:pt x="131874" y="153514"/>
                      <a:pt x="136569" y="152876"/>
                    </a:cubicBezTo>
                    <a:cubicBezTo>
                      <a:pt x="142937" y="152114"/>
                      <a:pt x="150065" y="150971"/>
                      <a:pt x="157858" y="149257"/>
                    </a:cubicBezTo>
                    <a:cubicBezTo>
                      <a:pt x="165651" y="147542"/>
                      <a:pt x="174014" y="145447"/>
                      <a:pt x="182758" y="142875"/>
                    </a:cubicBezTo>
                    <a:cubicBezTo>
                      <a:pt x="191245" y="140294"/>
                      <a:pt x="199532" y="137112"/>
                      <a:pt x="207563" y="133350"/>
                    </a:cubicBezTo>
                    <a:lnTo>
                      <a:pt x="157003" y="104108"/>
                    </a:lnTo>
                    <a:lnTo>
                      <a:pt x="150445" y="106394"/>
                    </a:lnTo>
                    <a:lnTo>
                      <a:pt x="143507" y="108490"/>
                    </a:lnTo>
                    <a:cubicBezTo>
                      <a:pt x="130772" y="112681"/>
                      <a:pt x="119177" y="116014"/>
                      <a:pt x="108533" y="118015"/>
                    </a:cubicBezTo>
                    <a:cubicBezTo>
                      <a:pt x="98772" y="120310"/>
                      <a:pt x="88807" y="121615"/>
                      <a:pt x="78786" y="121920"/>
                    </a:cubicBezTo>
                    <a:cubicBezTo>
                      <a:pt x="69946" y="122263"/>
                      <a:pt x="61097" y="121463"/>
                      <a:pt x="52461" y="119539"/>
                    </a:cubicBezTo>
                    <a:cubicBezTo>
                      <a:pt x="43906" y="117558"/>
                      <a:pt x="35680" y="114348"/>
                      <a:pt x="28036" y="110014"/>
                    </a:cubicBezTo>
                    <a:cubicBezTo>
                      <a:pt x="19642" y="105928"/>
                      <a:pt x="12295" y="99965"/>
                      <a:pt x="6558" y="92583"/>
                    </a:cubicBezTo>
                    <a:cubicBezTo>
                      <a:pt x="2453" y="86897"/>
                      <a:pt x="439" y="79962"/>
                      <a:pt x="855" y="72962"/>
                    </a:cubicBezTo>
                    <a:cubicBezTo>
                      <a:pt x="1599" y="65665"/>
                      <a:pt x="4512" y="58760"/>
                      <a:pt x="9219" y="53149"/>
                    </a:cubicBezTo>
                    <a:cubicBezTo>
                      <a:pt x="15027" y="45768"/>
                      <a:pt x="21955" y="39338"/>
                      <a:pt x="29747" y="34099"/>
                    </a:cubicBezTo>
                    <a:lnTo>
                      <a:pt x="0" y="16383"/>
                    </a:lnTo>
                    <a:lnTo>
                      <a:pt x="17392" y="6858"/>
                    </a:lnTo>
                    <a:lnTo>
                      <a:pt x="47044" y="24003"/>
                    </a:lnTo>
                    <a:cubicBezTo>
                      <a:pt x="60984" y="17126"/>
                      <a:pt x="75605" y="11725"/>
                      <a:pt x="90666" y="7906"/>
                    </a:cubicBezTo>
                    <a:cubicBezTo>
                      <a:pt x="105021" y="4324"/>
                      <a:pt x="119593" y="1686"/>
                      <a:pt x="134288" y="0"/>
                    </a:cubicBezTo>
                    <a:close/>
                    <a:moveTo>
                      <a:pt x="62915" y="82487"/>
                    </a:moveTo>
                    <a:cubicBezTo>
                      <a:pt x="69567" y="86401"/>
                      <a:pt x="77295" y="88068"/>
                      <a:pt x="84964" y="87249"/>
                    </a:cubicBezTo>
                    <a:cubicBezTo>
                      <a:pt x="95251" y="86087"/>
                      <a:pt x="105383" y="83820"/>
                      <a:pt x="115186" y="80486"/>
                    </a:cubicBezTo>
                    <a:lnTo>
                      <a:pt x="67667" y="52959"/>
                    </a:lnTo>
                    <a:cubicBezTo>
                      <a:pt x="50180" y="64008"/>
                      <a:pt x="48659" y="74295"/>
                      <a:pt x="62915" y="82487"/>
                    </a:cubicBezTo>
                    <a:close/>
                    <a:moveTo>
                      <a:pt x="229802" y="96488"/>
                    </a:moveTo>
                    <a:cubicBezTo>
                      <a:pt x="222531" y="92488"/>
                      <a:pt x="214149" y="90983"/>
                      <a:pt x="205947" y="92202"/>
                    </a:cubicBezTo>
                    <a:cubicBezTo>
                      <a:pt x="194695" y="93669"/>
                      <a:pt x="183604" y="96126"/>
                      <a:pt x="172779" y="99536"/>
                    </a:cubicBezTo>
                    <a:lnTo>
                      <a:pt x="220298" y="126873"/>
                    </a:lnTo>
                    <a:cubicBezTo>
                      <a:pt x="240256" y="114586"/>
                      <a:pt x="243487" y="104394"/>
                      <a:pt x="229802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1" name="Google Shape;1211;p27"/>
            <p:cNvGrpSpPr/>
            <p:nvPr/>
          </p:nvGrpSpPr>
          <p:grpSpPr>
            <a:xfrm>
              <a:off x="2654955" y="3219989"/>
              <a:ext cx="883852" cy="621029"/>
              <a:chOff x="4464580" y="3962114"/>
              <a:chExt cx="883852" cy="621029"/>
            </a:xfrm>
          </p:grpSpPr>
          <p:sp>
            <p:nvSpPr>
              <p:cNvPr id="1212" name="Google Shape;1212;p27"/>
              <p:cNvSpPr/>
              <p:nvPr/>
            </p:nvSpPr>
            <p:spPr>
              <a:xfrm>
                <a:off x="4464580" y="407165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4464770" y="4214812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5281905" y="421786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954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4464580" y="396211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4590295" y="4031718"/>
                <a:ext cx="632609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117" extrusionOk="0">
                    <a:moveTo>
                      <a:pt x="632022" y="194048"/>
                    </a:moveTo>
                    <a:cubicBezTo>
                      <a:pt x="627555" y="237101"/>
                      <a:pt x="596953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551" y="92607"/>
                      <a:pt x="637344" y="143661"/>
                      <a:pt x="632022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4590885" y="4053625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4"/>
                      <a:pt x="0" y="172140"/>
                    </a:cubicBezTo>
                    <a:cubicBezTo>
                      <a:pt x="4372" y="129088"/>
                      <a:pt x="34974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4752449" y="4136612"/>
                <a:ext cx="29475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752" h="184784" extrusionOk="0">
                    <a:moveTo>
                      <a:pt x="149495" y="29242"/>
                    </a:moveTo>
                    <a:cubicBezTo>
                      <a:pt x="145609" y="29232"/>
                      <a:pt x="141731" y="29546"/>
                      <a:pt x="137900" y="30194"/>
                    </a:cubicBezTo>
                    <a:cubicBezTo>
                      <a:pt x="132673" y="30956"/>
                      <a:pt x="126876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481"/>
                    </a:cubicBezTo>
                    <a:cubicBezTo>
                      <a:pt x="93482" y="40576"/>
                      <a:pt x="86847" y="43119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99" y="58426"/>
                      <a:pt x="199104" y="56569"/>
                      <a:pt x="210224" y="55816"/>
                    </a:cubicBezTo>
                    <a:cubicBezTo>
                      <a:pt x="220345" y="55207"/>
                      <a:pt x="230505" y="55912"/>
                      <a:pt x="240446" y="57912"/>
                    </a:cubicBezTo>
                    <a:cubicBezTo>
                      <a:pt x="250501" y="60122"/>
                      <a:pt x="260128" y="63951"/>
                      <a:pt x="268957" y="69247"/>
                    </a:cubicBezTo>
                    <a:cubicBezTo>
                      <a:pt x="277758" y="73609"/>
                      <a:pt x="285285" y="80172"/>
                      <a:pt x="290816" y="88297"/>
                    </a:cubicBezTo>
                    <a:cubicBezTo>
                      <a:pt x="294494" y="94240"/>
                      <a:pt x="295653" y="101403"/>
                      <a:pt x="294047" y="108204"/>
                    </a:cubicBezTo>
                    <a:cubicBezTo>
                      <a:pt x="291852" y="115662"/>
                      <a:pt x="287756" y="122425"/>
                      <a:pt x="282167" y="127825"/>
                    </a:cubicBezTo>
                    <a:cubicBezTo>
                      <a:pt x="275163" y="134855"/>
                      <a:pt x="267342" y="141027"/>
                      <a:pt x="258883" y="146209"/>
                    </a:cubicBezTo>
                    <a:lnTo>
                      <a:pt x="291196" y="165259"/>
                    </a:lnTo>
                    <a:lnTo>
                      <a:pt x="273614" y="175450"/>
                    </a:lnTo>
                    <a:lnTo>
                      <a:pt x="241016" y="156400"/>
                    </a:lnTo>
                    <a:cubicBezTo>
                      <a:pt x="225487" y="164068"/>
                      <a:pt x="209254" y="170231"/>
                      <a:pt x="192547" y="174784"/>
                    </a:cubicBezTo>
                    <a:cubicBezTo>
                      <a:pt x="175060" y="179622"/>
                      <a:pt x="157188" y="182966"/>
                      <a:pt x="139135" y="184785"/>
                    </a:cubicBezTo>
                    <a:lnTo>
                      <a:pt x="122314" y="154210"/>
                    </a:lnTo>
                    <a:cubicBezTo>
                      <a:pt x="127083" y="154086"/>
                      <a:pt x="131841" y="153705"/>
                      <a:pt x="136569" y="153067"/>
                    </a:cubicBezTo>
                    <a:cubicBezTo>
                      <a:pt x="142937" y="152305"/>
                      <a:pt x="150065" y="151162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78" y="140494"/>
                      <a:pt x="199504" y="137312"/>
                      <a:pt x="207563" y="133540"/>
                    </a:cubicBezTo>
                    <a:lnTo>
                      <a:pt x="157003" y="104299"/>
                    </a:lnTo>
                    <a:lnTo>
                      <a:pt x="150350" y="106585"/>
                    </a:lnTo>
                    <a:lnTo>
                      <a:pt x="143507" y="108680"/>
                    </a:lnTo>
                    <a:cubicBezTo>
                      <a:pt x="130772" y="112871"/>
                      <a:pt x="119083" y="116205"/>
                      <a:pt x="108533" y="118205"/>
                    </a:cubicBezTo>
                    <a:cubicBezTo>
                      <a:pt x="98735" y="120482"/>
                      <a:pt x="88743" y="121825"/>
                      <a:pt x="78691" y="122206"/>
                    </a:cubicBezTo>
                    <a:cubicBezTo>
                      <a:pt x="69880" y="122472"/>
                      <a:pt x="61068" y="121644"/>
                      <a:pt x="52461" y="119729"/>
                    </a:cubicBezTo>
                    <a:cubicBezTo>
                      <a:pt x="43906" y="117748"/>
                      <a:pt x="35680" y="114538"/>
                      <a:pt x="28036" y="110204"/>
                    </a:cubicBezTo>
                    <a:cubicBezTo>
                      <a:pt x="19681" y="106004"/>
                      <a:pt x="12399" y="99946"/>
                      <a:pt x="6748" y="92488"/>
                    </a:cubicBezTo>
                    <a:cubicBezTo>
                      <a:pt x="2599" y="86820"/>
                      <a:pt x="581" y="79877"/>
                      <a:pt x="1045" y="72866"/>
                    </a:cubicBezTo>
                    <a:cubicBezTo>
                      <a:pt x="1795" y="65589"/>
                      <a:pt x="4672" y="58703"/>
                      <a:pt x="9314" y="53054"/>
                    </a:cubicBezTo>
                    <a:cubicBezTo>
                      <a:pt x="15159" y="45672"/>
                      <a:pt x="22117" y="39243"/>
                      <a:pt x="29937" y="34004"/>
                    </a:cubicBezTo>
                    <a:lnTo>
                      <a:pt x="0" y="16669"/>
                    </a:lnTo>
                    <a:lnTo>
                      <a:pt x="17772" y="6763"/>
                    </a:lnTo>
                    <a:lnTo>
                      <a:pt x="47424" y="23908"/>
                    </a:lnTo>
                    <a:cubicBezTo>
                      <a:pt x="61342" y="17002"/>
                      <a:pt x="75969" y="11639"/>
                      <a:pt x="91046" y="7906"/>
                    </a:cubicBezTo>
                    <a:cubicBezTo>
                      <a:pt x="105382" y="4238"/>
                      <a:pt x="119959" y="1591"/>
                      <a:pt x="134669" y="0"/>
                    </a:cubicBezTo>
                    <a:close/>
                    <a:moveTo>
                      <a:pt x="63105" y="82963"/>
                    </a:moveTo>
                    <a:cubicBezTo>
                      <a:pt x="69780" y="86811"/>
                      <a:pt x="77497" y="88449"/>
                      <a:pt x="85154" y="87630"/>
                    </a:cubicBezTo>
                    <a:cubicBezTo>
                      <a:pt x="95447" y="86506"/>
                      <a:pt x="105583" y="84239"/>
                      <a:pt x="115376" y="80867"/>
                    </a:cubicBezTo>
                    <a:lnTo>
                      <a:pt x="67857" y="53340"/>
                    </a:lnTo>
                    <a:cubicBezTo>
                      <a:pt x="50370" y="64484"/>
                      <a:pt x="48849" y="74390"/>
                      <a:pt x="63105" y="82963"/>
                    </a:cubicBezTo>
                    <a:close/>
                    <a:moveTo>
                      <a:pt x="229992" y="96869"/>
                    </a:moveTo>
                    <a:cubicBezTo>
                      <a:pt x="222721" y="92869"/>
                      <a:pt x="214339" y="91364"/>
                      <a:pt x="206137" y="92583"/>
                    </a:cubicBezTo>
                    <a:cubicBezTo>
                      <a:pt x="194894" y="94088"/>
                      <a:pt x="183803" y="96545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4874763" y="4273581"/>
                <a:ext cx="19007" cy="2562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621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668"/>
                    </a:lnTo>
                    <a:lnTo>
                      <a:pt x="10644" y="2562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5001734" y="428453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5015894" y="422128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7"/>
              <p:cNvSpPr/>
              <p:nvPr/>
            </p:nvSpPr>
            <p:spPr>
              <a:xfrm>
                <a:off x="4917055" y="4227671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ubicBezTo>
                      <a:pt x="15586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7"/>
              <p:cNvSpPr/>
              <p:nvPr/>
            </p:nvSpPr>
            <p:spPr>
              <a:xfrm>
                <a:off x="4820401" y="4172521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049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8" y="18869"/>
                      <a:pt x="42409" y="14526"/>
                      <a:pt x="36685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7"/>
              <p:cNvSpPr/>
              <p:nvPr/>
            </p:nvSpPr>
            <p:spPr>
              <a:xfrm>
                <a:off x="4874573" y="4141374"/>
                <a:ext cx="2737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479" extrusionOk="0">
                    <a:moveTo>
                      <a:pt x="27371" y="24479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235" y="19621"/>
                    </a:lnTo>
                    <a:lnTo>
                      <a:pt x="27371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7"/>
              <p:cNvSpPr/>
              <p:nvPr/>
            </p:nvSpPr>
            <p:spPr>
              <a:xfrm>
                <a:off x="4752449" y="4136326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582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7"/>
              <p:cNvSpPr/>
              <p:nvPr/>
            </p:nvSpPr>
            <p:spPr>
              <a:xfrm>
                <a:off x="4753400" y="4193857"/>
                <a:ext cx="29936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193"/>
                    </a:lnTo>
                    <a:lnTo>
                      <a:pt x="9599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>
                <a:off x="4752639" y="4119372"/>
                <a:ext cx="294568" cy="184689"/>
              </a:xfrm>
              <a:custGeom>
                <a:avLst/>
                <a:gdLst/>
                <a:ahLst/>
                <a:cxnLst/>
                <a:rect l="l" t="t" r="r" b="b"/>
                <a:pathLst>
                  <a:path w="294568" h="184689" extrusionOk="0">
                    <a:moveTo>
                      <a:pt x="149304" y="29337"/>
                    </a:moveTo>
                    <a:cubicBezTo>
                      <a:pt x="145419" y="29327"/>
                      <a:pt x="141541" y="29642"/>
                      <a:pt x="137710" y="30289"/>
                    </a:cubicBezTo>
                    <a:cubicBezTo>
                      <a:pt x="132483" y="31051"/>
                      <a:pt x="126685" y="32004"/>
                      <a:pt x="120223" y="33433"/>
                    </a:cubicBezTo>
                    <a:cubicBezTo>
                      <a:pt x="113760" y="34862"/>
                      <a:pt x="107013" y="36481"/>
                      <a:pt x="100075" y="38576"/>
                    </a:cubicBezTo>
                    <a:cubicBezTo>
                      <a:pt x="93278" y="40624"/>
                      <a:pt x="86638" y="43177"/>
                      <a:pt x="80212" y="46196"/>
                    </a:cubicBezTo>
                    <a:lnTo>
                      <a:pt x="131057" y="75533"/>
                    </a:lnTo>
                    <a:lnTo>
                      <a:pt x="140561" y="72295"/>
                    </a:lnTo>
                    <a:cubicBezTo>
                      <a:pt x="153486" y="68008"/>
                      <a:pt x="165651" y="64389"/>
                      <a:pt x="177151" y="61341"/>
                    </a:cubicBezTo>
                    <a:cubicBezTo>
                      <a:pt x="187918" y="58503"/>
                      <a:pt x="198924" y="56683"/>
                      <a:pt x="210034" y="55912"/>
                    </a:cubicBezTo>
                    <a:cubicBezTo>
                      <a:pt x="220155" y="55302"/>
                      <a:pt x="230315" y="56007"/>
                      <a:pt x="240256" y="58007"/>
                    </a:cubicBezTo>
                    <a:cubicBezTo>
                      <a:pt x="250301" y="60179"/>
                      <a:pt x="259929" y="63979"/>
                      <a:pt x="268767" y="69247"/>
                    </a:cubicBezTo>
                    <a:cubicBezTo>
                      <a:pt x="277539" y="73647"/>
                      <a:pt x="285066" y="80200"/>
                      <a:pt x="290626" y="88297"/>
                    </a:cubicBezTo>
                    <a:cubicBezTo>
                      <a:pt x="294313" y="94231"/>
                      <a:pt x="295473" y="101403"/>
                      <a:pt x="293857" y="108204"/>
                    </a:cubicBezTo>
                    <a:cubicBezTo>
                      <a:pt x="291662" y="115662"/>
                      <a:pt x="287566" y="122425"/>
                      <a:pt x="281977" y="127825"/>
                    </a:cubicBezTo>
                    <a:cubicBezTo>
                      <a:pt x="274964" y="134826"/>
                      <a:pt x="267151" y="140960"/>
                      <a:pt x="258693" y="146113"/>
                    </a:cubicBezTo>
                    <a:lnTo>
                      <a:pt x="291006" y="165163"/>
                    </a:lnTo>
                    <a:lnTo>
                      <a:pt x="273424" y="175355"/>
                    </a:lnTo>
                    <a:lnTo>
                      <a:pt x="240826" y="156305"/>
                    </a:lnTo>
                    <a:cubicBezTo>
                      <a:pt x="225287" y="163944"/>
                      <a:pt x="209064" y="170069"/>
                      <a:pt x="192357" y="174593"/>
                    </a:cubicBezTo>
                    <a:cubicBezTo>
                      <a:pt x="174879" y="179508"/>
                      <a:pt x="157007" y="182880"/>
                      <a:pt x="138945" y="184690"/>
                    </a:cubicBezTo>
                    <a:lnTo>
                      <a:pt x="122124" y="154210"/>
                    </a:lnTo>
                    <a:cubicBezTo>
                      <a:pt x="126892" y="154133"/>
                      <a:pt x="131651" y="153781"/>
                      <a:pt x="136379" y="153162"/>
                    </a:cubicBezTo>
                    <a:cubicBezTo>
                      <a:pt x="142747" y="152400"/>
                      <a:pt x="149875" y="151162"/>
                      <a:pt x="157668" y="149447"/>
                    </a:cubicBezTo>
                    <a:cubicBezTo>
                      <a:pt x="165461" y="147733"/>
                      <a:pt x="173824" y="145637"/>
                      <a:pt x="182473" y="143161"/>
                    </a:cubicBezTo>
                    <a:cubicBezTo>
                      <a:pt x="190988" y="140589"/>
                      <a:pt x="199313" y="137408"/>
                      <a:pt x="207373" y="133636"/>
                    </a:cubicBezTo>
                    <a:lnTo>
                      <a:pt x="156812" y="104394"/>
                    </a:lnTo>
                    <a:lnTo>
                      <a:pt x="150160" y="106775"/>
                    </a:lnTo>
                    <a:lnTo>
                      <a:pt x="143317" y="108871"/>
                    </a:lnTo>
                    <a:cubicBezTo>
                      <a:pt x="130582" y="113062"/>
                      <a:pt x="118892" y="116300"/>
                      <a:pt x="108343" y="118396"/>
                    </a:cubicBezTo>
                    <a:cubicBezTo>
                      <a:pt x="98545" y="120672"/>
                      <a:pt x="88552" y="122015"/>
                      <a:pt x="78501" y="122396"/>
                    </a:cubicBezTo>
                    <a:cubicBezTo>
                      <a:pt x="69686" y="122758"/>
                      <a:pt x="60862" y="121929"/>
                      <a:pt x="52271" y="119920"/>
                    </a:cubicBezTo>
                    <a:cubicBezTo>
                      <a:pt x="43701" y="117986"/>
                      <a:pt x="35469" y="114767"/>
                      <a:pt x="27846" y="110395"/>
                    </a:cubicBezTo>
                    <a:cubicBezTo>
                      <a:pt x="19529" y="106013"/>
                      <a:pt x="12316" y="99793"/>
                      <a:pt x="6748" y="92202"/>
                    </a:cubicBezTo>
                    <a:cubicBezTo>
                      <a:pt x="2599" y="86535"/>
                      <a:pt x="581" y="79591"/>
                      <a:pt x="1045" y="72580"/>
                    </a:cubicBezTo>
                    <a:cubicBezTo>
                      <a:pt x="1772" y="65303"/>
                      <a:pt x="4652" y="58398"/>
                      <a:pt x="9314" y="52768"/>
                    </a:cubicBezTo>
                    <a:cubicBezTo>
                      <a:pt x="15159" y="45386"/>
                      <a:pt x="22117" y="38957"/>
                      <a:pt x="29937" y="33718"/>
                    </a:cubicBezTo>
                    <a:lnTo>
                      <a:pt x="0" y="16383"/>
                    </a:lnTo>
                    <a:lnTo>
                      <a:pt x="17582" y="6763"/>
                    </a:lnTo>
                    <a:lnTo>
                      <a:pt x="47044" y="24003"/>
                    </a:lnTo>
                    <a:cubicBezTo>
                      <a:pt x="60959" y="17069"/>
                      <a:pt x="75586" y="11668"/>
                      <a:pt x="90666" y="7906"/>
                    </a:cubicBezTo>
                    <a:cubicBezTo>
                      <a:pt x="105011" y="4286"/>
                      <a:pt x="119585" y="1638"/>
                      <a:pt x="134288" y="0"/>
                    </a:cubicBezTo>
                    <a:close/>
                    <a:moveTo>
                      <a:pt x="62915" y="82677"/>
                    </a:moveTo>
                    <a:cubicBezTo>
                      <a:pt x="69578" y="86553"/>
                      <a:pt x="77297" y="88220"/>
                      <a:pt x="84964" y="87439"/>
                    </a:cubicBezTo>
                    <a:cubicBezTo>
                      <a:pt x="95249" y="86268"/>
                      <a:pt x="105380" y="84001"/>
                      <a:pt x="115186" y="80677"/>
                    </a:cubicBezTo>
                    <a:lnTo>
                      <a:pt x="67667" y="53149"/>
                    </a:lnTo>
                    <a:cubicBezTo>
                      <a:pt x="50180" y="64579"/>
                      <a:pt x="48659" y="74390"/>
                      <a:pt x="62915" y="82677"/>
                    </a:cubicBezTo>
                    <a:close/>
                    <a:moveTo>
                      <a:pt x="229802" y="96679"/>
                    </a:moveTo>
                    <a:cubicBezTo>
                      <a:pt x="222531" y="92678"/>
                      <a:pt x="214149" y="91173"/>
                      <a:pt x="205947" y="92392"/>
                    </a:cubicBezTo>
                    <a:cubicBezTo>
                      <a:pt x="194695" y="93850"/>
                      <a:pt x="183594" y="96307"/>
                      <a:pt x="172779" y="99727"/>
                    </a:cubicBezTo>
                    <a:lnTo>
                      <a:pt x="220298" y="127063"/>
                    </a:lnTo>
                    <a:cubicBezTo>
                      <a:pt x="240379" y="114681"/>
                      <a:pt x="243554" y="104556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8" name="Google Shape;1228;p27"/>
            <p:cNvGrpSpPr/>
            <p:nvPr/>
          </p:nvGrpSpPr>
          <p:grpSpPr>
            <a:xfrm>
              <a:off x="2692590" y="3093401"/>
              <a:ext cx="883852" cy="621030"/>
              <a:chOff x="4502215" y="3835526"/>
              <a:chExt cx="883852" cy="621030"/>
            </a:xfrm>
          </p:grpSpPr>
          <p:sp>
            <p:nvSpPr>
              <p:cNvPr id="1229" name="Google Shape;1229;p27"/>
              <p:cNvSpPr/>
              <p:nvPr/>
            </p:nvSpPr>
            <p:spPr>
              <a:xfrm>
                <a:off x="4502215" y="39450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7"/>
              <p:cNvSpPr/>
              <p:nvPr/>
            </p:nvSpPr>
            <p:spPr>
              <a:xfrm>
                <a:off x="4502310" y="408822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7"/>
              <p:cNvSpPr/>
              <p:nvPr/>
            </p:nvSpPr>
            <p:spPr>
              <a:xfrm>
                <a:off x="5319540" y="409127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7"/>
              <p:cNvSpPr/>
              <p:nvPr/>
            </p:nvSpPr>
            <p:spPr>
              <a:xfrm>
                <a:off x="4502215" y="383552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4627912" y="3905130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4628520" y="3927038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631"/>
                    </a:cubicBezTo>
                    <a:cubicBezTo>
                      <a:pt x="415791" y="362069"/>
                      <a:pt x="215451" y="362069"/>
                      <a:pt x="91902" y="290631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9087"/>
                      <a:pt x="34974" y="86415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7"/>
              <p:cNvSpPr/>
              <p:nvPr/>
            </p:nvSpPr>
            <p:spPr>
              <a:xfrm>
                <a:off x="4789989" y="4009739"/>
                <a:ext cx="29452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525" h="184880" extrusionOk="0">
                    <a:moveTo>
                      <a:pt x="149495" y="29528"/>
                    </a:moveTo>
                    <a:cubicBezTo>
                      <a:pt x="145608" y="29518"/>
                      <a:pt x="141730" y="29832"/>
                      <a:pt x="137900" y="30480"/>
                    </a:cubicBezTo>
                    <a:cubicBezTo>
                      <a:pt x="132768" y="31147"/>
                      <a:pt x="126876" y="32195"/>
                      <a:pt x="120413" y="33623"/>
                    </a:cubicBezTo>
                    <a:cubicBezTo>
                      <a:pt x="113950" y="35052"/>
                      <a:pt x="107298" y="36671"/>
                      <a:pt x="100360" y="38767"/>
                    </a:cubicBezTo>
                    <a:cubicBezTo>
                      <a:pt x="93573" y="40815"/>
                      <a:pt x="86937" y="43329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579"/>
                      <a:pt x="176960" y="61531"/>
                    </a:cubicBezTo>
                    <a:cubicBezTo>
                      <a:pt x="187728" y="58693"/>
                      <a:pt x="198734" y="56874"/>
                      <a:pt x="209844" y="56102"/>
                    </a:cubicBezTo>
                    <a:cubicBezTo>
                      <a:pt x="219994" y="55493"/>
                      <a:pt x="230191" y="56197"/>
                      <a:pt x="240161" y="58198"/>
                    </a:cubicBezTo>
                    <a:cubicBezTo>
                      <a:pt x="250206" y="60370"/>
                      <a:pt x="259833" y="64170"/>
                      <a:pt x="268672" y="69437"/>
                    </a:cubicBezTo>
                    <a:cubicBezTo>
                      <a:pt x="277444" y="73838"/>
                      <a:pt x="284971" y="80391"/>
                      <a:pt x="290531" y="88487"/>
                    </a:cubicBezTo>
                    <a:cubicBezTo>
                      <a:pt x="294294" y="94355"/>
                      <a:pt x="295463" y="101527"/>
                      <a:pt x="293762" y="108299"/>
                    </a:cubicBezTo>
                    <a:cubicBezTo>
                      <a:pt x="291633" y="115814"/>
                      <a:pt x="287528" y="122625"/>
                      <a:pt x="281882" y="128016"/>
                    </a:cubicBezTo>
                    <a:cubicBezTo>
                      <a:pt x="274906" y="135017"/>
                      <a:pt x="267123" y="141161"/>
                      <a:pt x="258693" y="146304"/>
                    </a:cubicBezTo>
                    <a:lnTo>
                      <a:pt x="291006" y="165354"/>
                    </a:lnTo>
                    <a:lnTo>
                      <a:pt x="273329" y="175546"/>
                    </a:lnTo>
                    <a:lnTo>
                      <a:pt x="240731" y="156496"/>
                    </a:lnTo>
                    <a:cubicBezTo>
                      <a:pt x="225211" y="164163"/>
                      <a:pt x="208979" y="170288"/>
                      <a:pt x="192262" y="174784"/>
                    </a:cubicBezTo>
                    <a:cubicBezTo>
                      <a:pt x="174775" y="179661"/>
                      <a:pt x="156907" y="183032"/>
                      <a:pt x="138850" y="184880"/>
                    </a:cubicBezTo>
                    <a:lnTo>
                      <a:pt x="121839" y="154210"/>
                    </a:lnTo>
                    <a:cubicBezTo>
                      <a:pt x="124975" y="154210"/>
                      <a:pt x="129727" y="154210"/>
                      <a:pt x="136094" y="153162"/>
                    </a:cubicBezTo>
                    <a:cubicBezTo>
                      <a:pt x="142462" y="152114"/>
                      <a:pt x="149495" y="151162"/>
                      <a:pt x="157383" y="149447"/>
                    </a:cubicBezTo>
                    <a:cubicBezTo>
                      <a:pt x="165271" y="147733"/>
                      <a:pt x="173444" y="145637"/>
                      <a:pt x="182188" y="143161"/>
                    </a:cubicBezTo>
                    <a:cubicBezTo>
                      <a:pt x="190684" y="140608"/>
                      <a:pt x="198971" y="137427"/>
                      <a:pt x="206992" y="133636"/>
                    </a:cubicBezTo>
                    <a:lnTo>
                      <a:pt x="156907" y="105061"/>
                    </a:lnTo>
                    <a:cubicBezTo>
                      <a:pt x="154722" y="105918"/>
                      <a:pt x="152536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7" y="121339"/>
                      <a:pt x="88616" y="122682"/>
                      <a:pt x="78596" y="123063"/>
                    </a:cubicBezTo>
                    <a:cubicBezTo>
                      <a:pt x="69750" y="123425"/>
                      <a:pt x="60896" y="122587"/>
                      <a:pt x="52271" y="120587"/>
                    </a:cubicBezTo>
                    <a:cubicBezTo>
                      <a:pt x="43732" y="118643"/>
                      <a:pt x="35532" y="115433"/>
                      <a:pt x="27941" y="111062"/>
                    </a:cubicBezTo>
                    <a:cubicBezTo>
                      <a:pt x="19600" y="106671"/>
                      <a:pt x="12355" y="100460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200" y="82868"/>
                    </a:moveTo>
                    <a:cubicBezTo>
                      <a:pt x="69834" y="86735"/>
                      <a:pt x="77518" y="88402"/>
                      <a:pt x="85154" y="87630"/>
                    </a:cubicBezTo>
                    <a:cubicBezTo>
                      <a:pt x="95470" y="86458"/>
                      <a:pt x="105633" y="84191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849" y="74581"/>
                      <a:pt x="63200" y="82868"/>
                    </a:cubicBezTo>
                    <a:close/>
                    <a:moveTo>
                      <a:pt x="229992" y="96774"/>
                    </a:moveTo>
                    <a:cubicBezTo>
                      <a:pt x="222740" y="92831"/>
                      <a:pt x="214396" y="91354"/>
                      <a:pt x="206232" y="92583"/>
                    </a:cubicBezTo>
                    <a:cubicBezTo>
                      <a:pt x="194951" y="94050"/>
                      <a:pt x="183822" y="96507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586"/>
                      <a:pt x="243677" y="105061"/>
                      <a:pt x="22999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7"/>
              <p:cNvSpPr/>
              <p:nvPr/>
            </p:nvSpPr>
            <p:spPr>
              <a:xfrm>
                <a:off x="4912208" y="414699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5039369" y="415785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7"/>
              <p:cNvSpPr/>
              <p:nvPr/>
            </p:nvSpPr>
            <p:spPr>
              <a:xfrm>
                <a:off x="5053434" y="409470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4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7"/>
              <p:cNvSpPr/>
              <p:nvPr/>
            </p:nvSpPr>
            <p:spPr>
              <a:xfrm>
                <a:off x="4954595" y="4101083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7"/>
              <p:cNvSpPr/>
              <p:nvPr/>
            </p:nvSpPr>
            <p:spPr>
              <a:xfrm>
                <a:off x="4858036" y="4045839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4912208" y="401478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4789989" y="4009643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7"/>
              <p:cNvSpPr/>
              <p:nvPr/>
            </p:nvSpPr>
            <p:spPr>
              <a:xfrm>
                <a:off x="4790940" y="40671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0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7"/>
              <p:cNvSpPr/>
              <p:nvPr/>
            </p:nvSpPr>
            <p:spPr>
              <a:xfrm>
                <a:off x="4789989" y="3992594"/>
                <a:ext cx="294519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519" h="184499" extrusionOk="0">
                    <a:moveTo>
                      <a:pt x="149495" y="29527"/>
                    </a:moveTo>
                    <a:cubicBezTo>
                      <a:pt x="145608" y="29470"/>
                      <a:pt x="141730" y="29756"/>
                      <a:pt x="137900" y="30384"/>
                    </a:cubicBezTo>
                    <a:cubicBezTo>
                      <a:pt x="132768" y="31147"/>
                      <a:pt x="126876" y="32194"/>
                      <a:pt x="120413" y="33528"/>
                    </a:cubicBezTo>
                    <a:cubicBezTo>
                      <a:pt x="113950" y="34861"/>
                      <a:pt x="107298" y="36671"/>
                      <a:pt x="100360" y="38767"/>
                    </a:cubicBezTo>
                    <a:cubicBezTo>
                      <a:pt x="93559" y="40767"/>
                      <a:pt x="86920" y="43281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484"/>
                      <a:pt x="176960" y="61531"/>
                    </a:cubicBezTo>
                    <a:cubicBezTo>
                      <a:pt x="187709" y="58607"/>
                      <a:pt x="198724" y="56788"/>
                      <a:pt x="209844" y="56102"/>
                    </a:cubicBezTo>
                    <a:cubicBezTo>
                      <a:pt x="219994" y="55407"/>
                      <a:pt x="230191" y="56083"/>
                      <a:pt x="240161" y="58102"/>
                    </a:cubicBezTo>
                    <a:cubicBezTo>
                      <a:pt x="250206" y="60350"/>
                      <a:pt x="259824" y="64179"/>
                      <a:pt x="268672" y="69437"/>
                    </a:cubicBezTo>
                    <a:cubicBezTo>
                      <a:pt x="277454" y="73828"/>
                      <a:pt x="284971" y="80381"/>
                      <a:pt x="290531" y="88487"/>
                    </a:cubicBezTo>
                    <a:cubicBezTo>
                      <a:pt x="294285" y="94392"/>
                      <a:pt x="295454" y="101594"/>
                      <a:pt x="293762" y="108394"/>
                    </a:cubicBezTo>
                    <a:cubicBezTo>
                      <a:pt x="291624" y="115881"/>
                      <a:pt x="287518" y="122663"/>
                      <a:pt x="281882" y="128016"/>
                    </a:cubicBezTo>
                    <a:cubicBezTo>
                      <a:pt x="274906" y="135045"/>
                      <a:pt x="267123" y="141218"/>
                      <a:pt x="258693" y="146399"/>
                    </a:cubicBezTo>
                    <a:lnTo>
                      <a:pt x="291006" y="165449"/>
                    </a:lnTo>
                    <a:lnTo>
                      <a:pt x="273329" y="175641"/>
                    </a:lnTo>
                    <a:lnTo>
                      <a:pt x="240731" y="156591"/>
                    </a:lnTo>
                    <a:cubicBezTo>
                      <a:pt x="225230" y="164335"/>
                      <a:pt x="208988" y="170488"/>
                      <a:pt x="192262" y="174974"/>
                    </a:cubicBezTo>
                    <a:cubicBezTo>
                      <a:pt x="174756" y="179661"/>
                      <a:pt x="156888" y="182842"/>
                      <a:pt x="138850" y="184499"/>
                    </a:cubicBezTo>
                    <a:lnTo>
                      <a:pt x="121839" y="153924"/>
                    </a:lnTo>
                    <a:cubicBezTo>
                      <a:pt x="126609" y="153800"/>
                      <a:pt x="131371" y="153419"/>
                      <a:pt x="136094" y="152781"/>
                    </a:cubicBezTo>
                    <a:cubicBezTo>
                      <a:pt x="143251" y="151962"/>
                      <a:pt x="150359" y="150752"/>
                      <a:pt x="157383" y="149161"/>
                    </a:cubicBezTo>
                    <a:cubicBezTo>
                      <a:pt x="165176" y="147447"/>
                      <a:pt x="173444" y="145351"/>
                      <a:pt x="182188" y="142780"/>
                    </a:cubicBezTo>
                    <a:cubicBezTo>
                      <a:pt x="190684" y="140227"/>
                      <a:pt x="198971" y="137046"/>
                      <a:pt x="206992" y="133255"/>
                    </a:cubicBezTo>
                    <a:lnTo>
                      <a:pt x="156527" y="104013"/>
                    </a:lnTo>
                    <a:lnTo>
                      <a:pt x="149875" y="106299"/>
                    </a:lnTo>
                    <a:lnTo>
                      <a:pt x="142937" y="108394"/>
                    </a:lnTo>
                    <a:cubicBezTo>
                      <a:pt x="130202" y="112585"/>
                      <a:pt x="118607" y="115919"/>
                      <a:pt x="107963" y="117919"/>
                    </a:cubicBezTo>
                    <a:cubicBezTo>
                      <a:pt x="98197" y="120196"/>
                      <a:pt x="88236" y="121539"/>
                      <a:pt x="78216" y="121920"/>
                    </a:cubicBezTo>
                    <a:cubicBezTo>
                      <a:pt x="69371" y="122234"/>
                      <a:pt x="60523" y="121396"/>
                      <a:pt x="51891" y="119443"/>
                    </a:cubicBezTo>
                    <a:cubicBezTo>
                      <a:pt x="43365" y="117462"/>
                      <a:pt x="35170" y="114252"/>
                      <a:pt x="27561" y="109918"/>
                    </a:cubicBezTo>
                    <a:cubicBezTo>
                      <a:pt x="19239" y="105499"/>
                      <a:pt x="12000" y="99288"/>
                      <a:pt x="6368" y="91726"/>
                    </a:cubicBezTo>
                    <a:cubicBezTo>
                      <a:pt x="2298" y="85992"/>
                      <a:pt x="288" y="79038"/>
                      <a:pt x="665" y="72009"/>
                    </a:cubicBezTo>
                    <a:cubicBezTo>
                      <a:pt x="1409" y="64741"/>
                      <a:pt x="4324" y="57874"/>
                      <a:pt x="9029" y="52292"/>
                    </a:cubicBezTo>
                    <a:cubicBezTo>
                      <a:pt x="14865" y="44929"/>
                      <a:pt x="21787" y="38510"/>
                      <a:pt x="29557" y="33242"/>
                    </a:cubicBezTo>
                    <a:lnTo>
                      <a:pt x="0" y="17431"/>
                    </a:lnTo>
                    <a:lnTo>
                      <a:pt x="17677" y="7239"/>
                    </a:lnTo>
                    <a:lnTo>
                      <a:pt x="47329" y="24384"/>
                    </a:lnTo>
                    <a:cubicBezTo>
                      <a:pt x="61240" y="17345"/>
                      <a:pt x="75864" y="11820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00" y="82867"/>
                    </a:moveTo>
                    <a:cubicBezTo>
                      <a:pt x="69850" y="86696"/>
                      <a:pt x="77520" y="88354"/>
                      <a:pt x="85154" y="87630"/>
                    </a:cubicBezTo>
                    <a:cubicBezTo>
                      <a:pt x="95480" y="86468"/>
                      <a:pt x="105647" y="84163"/>
                      <a:pt x="115471" y="80772"/>
                    </a:cubicBezTo>
                    <a:lnTo>
                      <a:pt x="67952" y="53245"/>
                    </a:lnTo>
                    <a:cubicBezTo>
                      <a:pt x="50465" y="65056"/>
                      <a:pt x="48849" y="74581"/>
                      <a:pt x="63200" y="82867"/>
                    </a:cubicBezTo>
                    <a:close/>
                    <a:moveTo>
                      <a:pt x="229992" y="96774"/>
                    </a:moveTo>
                    <a:cubicBezTo>
                      <a:pt x="222731" y="92840"/>
                      <a:pt x="214405" y="91335"/>
                      <a:pt x="206232" y="92488"/>
                    </a:cubicBezTo>
                    <a:cubicBezTo>
                      <a:pt x="194961" y="94002"/>
                      <a:pt x="183832" y="96460"/>
                      <a:pt x="172969" y="99822"/>
                    </a:cubicBezTo>
                    <a:lnTo>
                      <a:pt x="220488" y="127254"/>
                    </a:lnTo>
                    <a:cubicBezTo>
                      <a:pt x="240512" y="114871"/>
                      <a:pt x="243677" y="104708"/>
                      <a:pt x="229992" y="96774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5" name="Google Shape;1245;p27"/>
            <p:cNvGrpSpPr/>
            <p:nvPr/>
          </p:nvGrpSpPr>
          <p:grpSpPr>
            <a:xfrm>
              <a:off x="2665504" y="2962052"/>
              <a:ext cx="883852" cy="621125"/>
              <a:chOff x="4475129" y="3704177"/>
              <a:chExt cx="883852" cy="621125"/>
            </a:xfrm>
          </p:grpSpPr>
          <p:sp>
            <p:nvSpPr>
              <p:cNvPr id="1246" name="Google Shape;1246;p27"/>
              <p:cNvSpPr/>
              <p:nvPr/>
            </p:nvSpPr>
            <p:spPr>
              <a:xfrm>
                <a:off x="4475129" y="3813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27"/>
              <p:cNvSpPr/>
              <p:nvPr/>
            </p:nvSpPr>
            <p:spPr>
              <a:xfrm>
                <a:off x="4475224" y="395687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8009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7"/>
              <p:cNvSpPr/>
              <p:nvPr/>
            </p:nvSpPr>
            <p:spPr>
              <a:xfrm>
                <a:off x="5292454" y="3959923"/>
                <a:ext cx="66431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162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7"/>
              <p:cNvSpPr/>
              <p:nvPr/>
            </p:nvSpPr>
            <p:spPr>
              <a:xfrm>
                <a:off x="4475129" y="370417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7"/>
              <p:cNvSpPr/>
              <p:nvPr/>
            </p:nvSpPr>
            <p:spPr>
              <a:xfrm>
                <a:off x="4600749" y="3773876"/>
                <a:ext cx="632686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22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5" y="383882"/>
                      <a:pt x="216136" y="383882"/>
                      <a:pt x="92586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6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3" y="143566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7"/>
              <p:cNvSpPr/>
              <p:nvPr/>
            </p:nvSpPr>
            <p:spPr>
              <a:xfrm>
                <a:off x="4601339" y="3795784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553" y="86606"/>
                      <a:pt x="626965" y="128992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7"/>
              <p:cNvSpPr/>
              <p:nvPr/>
            </p:nvSpPr>
            <p:spPr>
              <a:xfrm>
                <a:off x="4762903" y="3878294"/>
                <a:ext cx="294875" cy="184975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975" extrusionOk="0">
                    <a:moveTo>
                      <a:pt x="149875" y="29718"/>
                    </a:moveTo>
                    <a:cubicBezTo>
                      <a:pt x="145992" y="29661"/>
                      <a:pt x="142113" y="29946"/>
                      <a:pt x="138280" y="30575"/>
                    </a:cubicBezTo>
                    <a:cubicBezTo>
                      <a:pt x="133053" y="31337"/>
                      <a:pt x="127256" y="32385"/>
                      <a:pt x="120793" y="33718"/>
                    </a:cubicBezTo>
                    <a:cubicBezTo>
                      <a:pt x="114331" y="35052"/>
                      <a:pt x="107583" y="36862"/>
                      <a:pt x="100645" y="38957"/>
                    </a:cubicBezTo>
                    <a:cubicBezTo>
                      <a:pt x="93881" y="40976"/>
                      <a:pt x="87273" y="43491"/>
                      <a:pt x="80877" y="46482"/>
                    </a:cubicBezTo>
                    <a:lnTo>
                      <a:pt x="130867" y="75914"/>
                    </a:lnTo>
                    <a:lnTo>
                      <a:pt x="140371" y="72676"/>
                    </a:lnTo>
                    <a:cubicBezTo>
                      <a:pt x="153296" y="68389"/>
                      <a:pt x="165461" y="64770"/>
                      <a:pt x="176960" y="61722"/>
                    </a:cubicBezTo>
                    <a:cubicBezTo>
                      <a:pt x="187719" y="58836"/>
                      <a:pt x="198734" y="57017"/>
                      <a:pt x="209844" y="56292"/>
                    </a:cubicBezTo>
                    <a:cubicBezTo>
                      <a:pt x="219965" y="55607"/>
                      <a:pt x="230125" y="56274"/>
                      <a:pt x="240066" y="58293"/>
                    </a:cubicBezTo>
                    <a:cubicBezTo>
                      <a:pt x="250273" y="60503"/>
                      <a:pt x="260052" y="64322"/>
                      <a:pt x="269052" y="69628"/>
                    </a:cubicBezTo>
                    <a:cubicBezTo>
                      <a:pt x="277834" y="74019"/>
                      <a:pt x="285351" y="80572"/>
                      <a:pt x="290911" y="88678"/>
                    </a:cubicBezTo>
                    <a:cubicBezTo>
                      <a:pt x="294627" y="94602"/>
                      <a:pt x="295796" y="101784"/>
                      <a:pt x="294142" y="108585"/>
                    </a:cubicBezTo>
                    <a:cubicBezTo>
                      <a:pt x="292032" y="116081"/>
                      <a:pt x="287927" y="122863"/>
                      <a:pt x="282262" y="128206"/>
                    </a:cubicBezTo>
                    <a:cubicBezTo>
                      <a:pt x="275287" y="135236"/>
                      <a:pt x="267503" y="141408"/>
                      <a:pt x="259073" y="146590"/>
                    </a:cubicBezTo>
                    <a:lnTo>
                      <a:pt x="291386" y="165640"/>
                    </a:lnTo>
                    <a:lnTo>
                      <a:pt x="273424" y="175641"/>
                    </a:lnTo>
                    <a:lnTo>
                      <a:pt x="240826" y="156591"/>
                    </a:lnTo>
                    <a:cubicBezTo>
                      <a:pt x="225325" y="164335"/>
                      <a:pt x="209083" y="170488"/>
                      <a:pt x="192357" y="174974"/>
                    </a:cubicBezTo>
                    <a:cubicBezTo>
                      <a:pt x="174870" y="179813"/>
                      <a:pt x="157003" y="183156"/>
                      <a:pt x="138945" y="184975"/>
                    </a:cubicBezTo>
                    <a:lnTo>
                      <a:pt x="121934" y="154400"/>
                    </a:lnTo>
                    <a:cubicBezTo>
                      <a:pt x="125070" y="154400"/>
                      <a:pt x="129727" y="154400"/>
                      <a:pt x="136094" y="153352"/>
                    </a:cubicBezTo>
                    <a:cubicBezTo>
                      <a:pt x="142462" y="152305"/>
                      <a:pt x="149590" y="151352"/>
                      <a:pt x="157478" y="149638"/>
                    </a:cubicBezTo>
                    <a:cubicBezTo>
                      <a:pt x="165366" y="147923"/>
                      <a:pt x="173539" y="145828"/>
                      <a:pt x="182283" y="143256"/>
                    </a:cubicBezTo>
                    <a:cubicBezTo>
                      <a:pt x="190769" y="140684"/>
                      <a:pt x="199057" y="137503"/>
                      <a:pt x="207087" y="133731"/>
                    </a:cubicBezTo>
                    <a:lnTo>
                      <a:pt x="156527" y="104489"/>
                    </a:lnTo>
                    <a:lnTo>
                      <a:pt x="149970" y="106775"/>
                    </a:lnTo>
                    <a:lnTo>
                      <a:pt x="143032" y="108966"/>
                    </a:lnTo>
                    <a:cubicBezTo>
                      <a:pt x="130297" y="113062"/>
                      <a:pt x="118702" y="116396"/>
                      <a:pt x="108058" y="118491"/>
                    </a:cubicBezTo>
                    <a:cubicBezTo>
                      <a:pt x="98291" y="120767"/>
                      <a:pt x="88331" y="122101"/>
                      <a:pt x="78311" y="122491"/>
                    </a:cubicBezTo>
                    <a:cubicBezTo>
                      <a:pt x="69466" y="122806"/>
                      <a:pt x="60618" y="121968"/>
                      <a:pt x="51986" y="120015"/>
                    </a:cubicBezTo>
                    <a:cubicBezTo>
                      <a:pt x="43454" y="118053"/>
                      <a:pt x="35257" y="114843"/>
                      <a:pt x="27656" y="110490"/>
                    </a:cubicBezTo>
                    <a:cubicBezTo>
                      <a:pt x="19316" y="106099"/>
                      <a:pt x="12072" y="99879"/>
                      <a:pt x="6463" y="92297"/>
                    </a:cubicBezTo>
                    <a:cubicBezTo>
                      <a:pt x="2407" y="86592"/>
                      <a:pt x="397" y="79677"/>
                      <a:pt x="760" y="72676"/>
                    </a:cubicBezTo>
                    <a:cubicBezTo>
                      <a:pt x="1486" y="65379"/>
                      <a:pt x="4402" y="58464"/>
                      <a:pt x="9124" y="52864"/>
                    </a:cubicBezTo>
                    <a:cubicBezTo>
                      <a:pt x="14936" y="45482"/>
                      <a:pt x="21863" y="39052"/>
                      <a:pt x="29652" y="33814"/>
                    </a:cubicBezTo>
                    <a:lnTo>
                      <a:pt x="0" y="17431"/>
                    </a:lnTo>
                    <a:lnTo>
                      <a:pt x="17582" y="7239"/>
                    </a:lnTo>
                    <a:lnTo>
                      <a:pt x="47234" y="24479"/>
                    </a:lnTo>
                    <a:cubicBezTo>
                      <a:pt x="61137" y="17393"/>
                      <a:pt x="75762" y="1183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485" y="83058"/>
                    </a:moveTo>
                    <a:cubicBezTo>
                      <a:pt x="70169" y="86887"/>
                      <a:pt x="77870" y="88544"/>
                      <a:pt x="85534" y="87821"/>
                    </a:cubicBezTo>
                    <a:cubicBezTo>
                      <a:pt x="95830" y="86668"/>
                      <a:pt x="105967" y="84363"/>
                      <a:pt x="115756" y="80963"/>
                    </a:cubicBezTo>
                    <a:lnTo>
                      <a:pt x="68237" y="53435"/>
                    </a:lnTo>
                    <a:cubicBezTo>
                      <a:pt x="50370" y="65056"/>
                      <a:pt x="48849" y="74581"/>
                      <a:pt x="63105" y="83058"/>
                    </a:cubicBezTo>
                    <a:close/>
                    <a:moveTo>
                      <a:pt x="230372" y="96964"/>
                    </a:moveTo>
                    <a:cubicBezTo>
                      <a:pt x="223092" y="93002"/>
                      <a:pt x="214710" y="91526"/>
                      <a:pt x="206517" y="92773"/>
                    </a:cubicBezTo>
                    <a:cubicBezTo>
                      <a:pt x="195274" y="94202"/>
                      <a:pt x="184174" y="96631"/>
                      <a:pt x="173349" y="100013"/>
                    </a:cubicBezTo>
                    <a:lnTo>
                      <a:pt x="220868" y="127444"/>
                    </a:lnTo>
                    <a:cubicBezTo>
                      <a:pt x="240636" y="115062"/>
                      <a:pt x="243677" y="104899"/>
                      <a:pt x="229992" y="969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7"/>
              <p:cNvSpPr/>
              <p:nvPr/>
            </p:nvSpPr>
            <p:spPr>
              <a:xfrm>
                <a:off x="4885122" y="4015740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7"/>
              <p:cNvSpPr/>
              <p:nvPr/>
            </p:nvSpPr>
            <p:spPr>
              <a:xfrm>
                <a:off x="5012188" y="402659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7"/>
              <p:cNvSpPr/>
              <p:nvPr/>
            </p:nvSpPr>
            <p:spPr>
              <a:xfrm>
                <a:off x="5026348" y="3963352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7"/>
              <p:cNvSpPr/>
              <p:nvPr/>
            </p:nvSpPr>
            <p:spPr>
              <a:xfrm>
                <a:off x="4927509" y="396973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7"/>
              <p:cNvSpPr/>
              <p:nvPr/>
            </p:nvSpPr>
            <p:spPr>
              <a:xfrm>
                <a:off x="4830855" y="3914584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7"/>
              <p:cNvSpPr/>
              <p:nvPr/>
            </p:nvSpPr>
            <p:spPr>
              <a:xfrm>
                <a:off x="4885122" y="3883437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27"/>
              <p:cNvSpPr/>
              <p:nvPr/>
            </p:nvSpPr>
            <p:spPr>
              <a:xfrm>
                <a:off x="4762903" y="387838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27"/>
              <p:cNvSpPr/>
              <p:nvPr/>
            </p:nvSpPr>
            <p:spPr>
              <a:xfrm>
                <a:off x="4763854" y="393601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27"/>
              <p:cNvSpPr/>
              <p:nvPr/>
            </p:nvSpPr>
            <p:spPr>
              <a:xfrm>
                <a:off x="4762618" y="3860577"/>
                <a:ext cx="29516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5547" extrusionOk="0">
                    <a:moveTo>
                      <a:pt x="150160" y="30194"/>
                    </a:moveTo>
                    <a:cubicBezTo>
                      <a:pt x="146275" y="30185"/>
                      <a:pt x="142396" y="30499"/>
                      <a:pt x="138565" y="31147"/>
                    </a:cubicBezTo>
                    <a:cubicBezTo>
                      <a:pt x="133338" y="31909"/>
                      <a:pt x="127541" y="32956"/>
                      <a:pt x="121078" y="34290"/>
                    </a:cubicBezTo>
                    <a:cubicBezTo>
                      <a:pt x="114616" y="35623"/>
                      <a:pt x="107868" y="37433"/>
                      <a:pt x="100930" y="39529"/>
                    </a:cubicBezTo>
                    <a:cubicBezTo>
                      <a:pt x="94166" y="41548"/>
                      <a:pt x="87558" y="44063"/>
                      <a:pt x="81162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912" y="95174"/>
                      <a:pt x="296081" y="102356"/>
                      <a:pt x="294427" y="109156"/>
                    </a:cubicBezTo>
                    <a:cubicBezTo>
                      <a:pt x="292289" y="116643"/>
                      <a:pt x="288183" y="123425"/>
                      <a:pt x="282548" y="128778"/>
                    </a:cubicBezTo>
                    <a:cubicBezTo>
                      <a:pt x="275572" y="135807"/>
                      <a:pt x="267788" y="141980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56" y="154848"/>
                      <a:pt x="131684" y="154467"/>
                      <a:pt x="136379" y="153829"/>
                    </a:cubicBezTo>
                    <a:cubicBezTo>
                      <a:pt x="143567" y="153010"/>
                      <a:pt x="150702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6" y="121244"/>
                      <a:pt x="88616" y="122577"/>
                      <a:pt x="78596" y="122968"/>
                    </a:cubicBezTo>
                    <a:cubicBezTo>
                      <a:pt x="69751" y="123282"/>
                      <a:pt x="60903" y="122444"/>
                      <a:pt x="52271" y="120491"/>
                    </a:cubicBezTo>
                    <a:cubicBezTo>
                      <a:pt x="43728" y="118567"/>
                      <a:pt x="35526" y="115348"/>
                      <a:pt x="27941" y="110966"/>
                    </a:cubicBezTo>
                    <a:cubicBezTo>
                      <a:pt x="19562" y="106632"/>
                      <a:pt x="12305" y="100403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789" y="65856"/>
                      <a:pt x="4703" y="58950"/>
                      <a:pt x="9409" y="53340"/>
                    </a:cubicBezTo>
                    <a:cubicBezTo>
                      <a:pt x="15218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3770" y="83629"/>
                    </a:moveTo>
                    <a:cubicBezTo>
                      <a:pt x="70454" y="87459"/>
                      <a:pt x="78155" y="89116"/>
                      <a:pt x="85819" y="88392"/>
                    </a:cubicBezTo>
                    <a:cubicBezTo>
                      <a:pt x="96108" y="87192"/>
                      <a:pt x="106239" y="84887"/>
                      <a:pt x="116041" y="81534"/>
                    </a:cubicBezTo>
                    <a:lnTo>
                      <a:pt x="68522" y="54007"/>
                    </a:lnTo>
                    <a:cubicBezTo>
                      <a:pt x="50655" y="65437"/>
                      <a:pt x="49135" y="75343"/>
                      <a:pt x="63390" y="83629"/>
                    </a:cubicBezTo>
                    <a:close/>
                    <a:moveTo>
                      <a:pt x="230657" y="97536"/>
                    </a:moveTo>
                    <a:cubicBezTo>
                      <a:pt x="223387" y="93536"/>
                      <a:pt x="215004" y="92030"/>
                      <a:pt x="206802" y="93250"/>
                    </a:cubicBezTo>
                    <a:cubicBezTo>
                      <a:pt x="195559" y="94764"/>
                      <a:pt x="184469" y="97222"/>
                      <a:pt x="173634" y="100584"/>
                    </a:cubicBezTo>
                    <a:lnTo>
                      <a:pt x="221153" y="127921"/>
                    </a:lnTo>
                    <a:cubicBezTo>
                      <a:pt x="240731" y="115634"/>
                      <a:pt x="243962" y="105442"/>
                      <a:pt x="23027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2" name="Google Shape;1262;p27"/>
            <p:cNvGrpSpPr/>
            <p:nvPr/>
          </p:nvGrpSpPr>
          <p:grpSpPr>
            <a:xfrm>
              <a:off x="2665504" y="2818605"/>
              <a:ext cx="883852" cy="621125"/>
              <a:chOff x="4475129" y="3560730"/>
              <a:chExt cx="883852" cy="621125"/>
            </a:xfrm>
          </p:grpSpPr>
          <p:sp>
            <p:nvSpPr>
              <p:cNvPr id="1263" name="Google Shape;1263;p27"/>
              <p:cNvSpPr/>
              <p:nvPr/>
            </p:nvSpPr>
            <p:spPr>
              <a:xfrm>
                <a:off x="4475129" y="367036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27"/>
              <p:cNvSpPr/>
              <p:nvPr/>
            </p:nvSpPr>
            <p:spPr>
              <a:xfrm>
                <a:off x="4475224" y="3813428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27"/>
              <p:cNvSpPr/>
              <p:nvPr/>
            </p:nvSpPr>
            <p:spPr>
              <a:xfrm>
                <a:off x="5292454" y="3816476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p27"/>
              <p:cNvSpPr/>
              <p:nvPr/>
            </p:nvSpPr>
            <p:spPr>
              <a:xfrm>
                <a:off x="4475129" y="356073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27"/>
              <p:cNvSpPr/>
              <p:nvPr/>
            </p:nvSpPr>
            <p:spPr>
              <a:xfrm>
                <a:off x="4600749" y="3630358"/>
                <a:ext cx="632686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93" extrusionOk="0">
                    <a:moveTo>
                      <a:pt x="632116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646" y="92202"/>
                      <a:pt x="637343" y="143637"/>
                      <a:pt x="632116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27"/>
              <p:cNvSpPr/>
              <p:nvPr/>
            </p:nvSpPr>
            <p:spPr>
              <a:xfrm>
                <a:off x="4601339" y="3652337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553" y="86606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27"/>
              <p:cNvSpPr/>
              <p:nvPr/>
            </p:nvSpPr>
            <p:spPr>
              <a:xfrm>
                <a:off x="4762618" y="3735419"/>
                <a:ext cx="295161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4403" extrusionOk="0">
                    <a:moveTo>
                      <a:pt x="150160" y="29146"/>
                    </a:moveTo>
                    <a:cubicBezTo>
                      <a:pt x="146278" y="29089"/>
                      <a:pt x="142398" y="29375"/>
                      <a:pt x="138565" y="30004"/>
                    </a:cubicBezTo>
                    <a:cubicBezTo>
                      <a:pt x="133338" y="30766"/>
                      <a:pt x="127541" y="31813"/>
                      <a:pt x="121078" y="33147"/>
                    </a:cubicBezTo>
                    <a:cubicBezTo>
                      <a:pt x="114616" y="34480"/>
                      <a:pt x="107868" y="36290"/>
                      <a:pt x="100930" y="38386"/>
                    </a:cubicBezTo>
                    <a:cubicBezTo>
                      <a:pt x="94166" y="40405"/>
                      <a:pt x="87558" y="42919"/>
                      <a:pt x="81162" y="45910"/>
                    </a:cubicBezTo>
                    <a:lnTo>
                      <a:pt x="131152" y="75342"/>
                    </a:lnTo>
                    <a:lnTo>
                      <a:pt x="140656" y="72104"/>
                    </a:lnTo>
                    <a:cubicBezTo>
                      <a:pt x="153581" y="67818"/>
                      <a:pt x="165746" y="64198"/>
                      <a:pt x="177246" y="61150"/>
                    </a:cubicBezTo>
                    <a:cubicBezTo>
                      <a:pt x="187994" y="58217"/>
                      <a:pt x="199009" y="56397"/>
                      <a:pt x="210129" y="55721"/>
                    </a:cubicBezTo>
                    <a:cubicBezTo>
                      <a:pt x="220250" y="55035"/>
                      <a:pt x="230410" y="55702"/>
                      <a:pt x="240351" y="57721"/>
                    </a:cubicBezTo>
                    <a:cubicBezTo>
                      <a:pt x="250558" y="59931"/>
                      <a:pt x="260337" y="63751"/>
                      <a:pt x="269337" y="69056"/>
                    </a:cubicBezTo>
                    <a:cubicBezTo>
                      <a:pt x="278119" y="73447"/>
                      <a:pt x="285636" y="80000"/>
                      <a:pt x="291196" y="88106"/>
                    </a:cubicBezTo>
                    <a:cubicBezTo>
                      <a:pt x="294912" y="94031"/>
                      <a:pt x="296081" y="101212"/>
                      <a:pt x="294427" y="108013"/>
                    </a:cubicBezTo>
                    <a:cubicBezTo>
                      <a:pt x="292289" y="115500"/>
                      <a:pt x="288183" y="122282"/>
                      <a:pt x="282548" y="127635"/>
                    </a:cubicBezTo>
                    <a:cubicBezTo>
                      <a:pt x="275572" y="134664"/>
                      <a:pt x="267788" y="140836"/>
                      <a:pt x="259358" y="146018"/>
                    </a:cubicBezTo>
                    <a:lnTo>
                      <a:pt x="291671" y="165068"/>
                    </a:lnTo>
                    <a:lnTo>
                      <a:pt x="273709" y="175069"/>
                    </a:lnTo>
                    <a:lnTo>
                      <a:pt x="241111" y="156019"/>
                    </a:lnTo>
                    <a:cubicBezTo>
                      <a:pt x="225610" y="163763"/>
                      <a:pt x="209368" y="169916"/>
                      <a:pt x="192642" y="174403"/>
                    </a:cubicBezTo>
                    <a:cubicBezTo>
                      <a:pt x="175155" y="179241"/>
                      <a:pt x="157288" y="182585"/>
                      <a:pt x="139230" y="184404"/>
                    </a:cubicBezTo>
                    <a:lnTo>
                      <a:pt x="122219" y="153829"/>
                    </a:lnTo>
                    <a:cubicBezTo>
                      <a:pt x="126956" y="153705"/>
                      <a:pt x="131684" y="153324"/>
                      <a:pt x="136379" y="152686"/>
                    </a:cubicBezTo>
                    <a:cubicBezTo>
                      <a:pt x="143567" y="151867"/>
                      <a:pt x="150702" y="150657"/>
                      <a:pt x="157763" y="149066"/>
                    </a:cubicBezTo>
                    <a:cubicBezTo>
                      <a:pt x="165556" y="147352"/>
                      <a:pt x="173824" y="145256"/>
                      <a:pt x="182568" y="142684"/>
                    </a:cubicBezTo>
                    <a:cubicBezTo>
                      <a:pt x="191055" y="140113"/>
                      <a:pt x="199342" y="136931"/>
                      <a:pt x="207373" y="133159"/>
                    </a:cubicBezTo>
                    <a:lnTo>
                      <a:pt x="156812" y="103917"/>
                    </a:lnTo>
                    <a:lnTo>
                      <a:pt x="150255" y="106204"/>
                    </a:lnTo>
                    <a:lnTo>
                      <a:pt x="143317" y="108299"/>
                    </a:lnTo>
                    <a:cubicBezTo>
                      <a:pt x="130582" y="112490"/>
                      <a:pt x="118987" y="115824"/>
                      <a:pt x="108343" y="117824"/>
                    </a:cubicBezTo>
                    <a:cubicBezTo>
                      <a:pt x="98576" y="120101"/>
                      <a:pt x="88616" y="121434"/>
                      <a:pt x="78596" y="121825"/>
                    </a:cubicBezTo>
                    <a:cubicBezTo>
                      <a:pt x="69751" y="122139"/>
                      <a:pt x="60903" y="121310"/>
                      <a:pt x="52271" y="119348"/>
                    </a:cubicBezTo>
                    <a:cubicBezTo>
                      <a:pt x="43739" y="117386"/>
                      <a:pt x="35542" y="114176"/>
                      <a:pt x="27941" y="109823"/>
                    </a:cubicBezTo>
                    <a:cubicBezTo>
                      <a:pt x="19602" y="105432"/>
                      <a:pt x="12357" y="99212"/>
                      <a:pt x="6748" y="91630"/>
                    </a:cubicBezTo>
                    <a:cubicBezTo>
                      <a:pt x="2678" y="85896"/>
                      <a:pt x="668" y="78943"/>
                      <a:pt x="1045" y="71914"/>
                    </a:cubicBezTo>
                    <a:cubicBezTo>
                      <a:pt x="1790" y="64646"/>
                      <a:pt x="4704" y="57778"/>
                      <a:pt x="9409" y="52197"/>
                    </a:cubicBezTo>
                    <a:cubicBezTo>
                      <a:pt x="15221" y="44815"/>
                      <a:pt x="22148" y="38386"/>
                      <a:pt x="29937" y="33147"/>
                    </a:cubicBezTo>
                    <a:lnTo>
                      <a:pt x="0" y="15811"/>
                    </a:lnTo>
                    <a:lnTo>
                      <a:pt x="17582" y="5620"/>
                    </a:lnTo>
                    <a:lnTo>
                      <a:pt x="47234" y="22765"/>
                    </a:lnTo>
                    <a:cubicBezTo>
                      <a:pt x="61313" y="16288"/>
                      <a:pt x="76028" y="11306"/>
                      <a:pt x="91141" y="7906"/>
                    </a:cubicBezTo>
                    <a:cubicBezTo>
                      <a:pt x="105477" y="4238"/>
                      <a:pt x="120054" y="1591"/>
                      <a:pt x="134764" y="0"/>
                    </a:cubicBezTo>
                    <a:close/>
                    <a:moveTo>
                      <a:pt x="63770" y="82486"/>
                    </a:moveTo>
                    <a:cubicBezTo>
                      <a:pt x="70454" y="86315"/>
                      <a:pt x="78155" y="87973"/>
                      <a:pt x="85819" y="87249"/>
                    </a:cubicBezTo>
                    <a:cubicBezTo>
                      <a:pt x="96116" y="86096"/>
                      <a:pt x="106252" y="83791"/>
                      <a:pt x="116041" y="80391"/>
                    </a:cubicBezTo>
                    <a:lnTo>
                      <a:pt x="68522" y="52864"/>
                    </a:lnTo>
                    <a:cubicBezTo>
                      <a:pt x="50655" y="64389"/>
                      <a:pt x="49135" y="74581"/>
                      <a:pt x="63390" y="82486"/>
                    </a:cubicBezTo>
                    <a:close/>
                    <a:moveTo>
                      <a:pt x="230657" y="96393"/>
                    </a:moveTo>
                    <a:cubicBezTo>
                      <a:pt x="223377" y="92430"/>
                      <a:pt x="214995" y="90954"/>
                      <a:pt x="206802" y="92202"/>
                    </a:cubicBezTo>
                    <a:cubicBezTo>
                      <a:pt x="195559" y="93631"/>
                      <a:pt x="184459" y="96060"/>
                      <a:pt x="173634" y="99441"/>
                    </a:cubicBezTo>
                    <a:lnTo>
                      <a:pt x="221153" y="126873"/>
                    </a:lnTo>
                    <a:cubicBezTo>
                      <a:pt x="240921" y="114490"/>
                      <a:pt x="243962" y="104327"/>
                      <a:pt x="230277" y="9639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27"/>
              <p:cNvSpPr/>
              <p:nvPr/>
            </p:nvSpPr>
            <p:spPr>
              <a:xfrm>
                <a:off x="4885122" y="387229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27"/>
              <p:cNvSpPr/>
              <p:nvPr/>
            </p:nvSpPr>
            <p:spPr>
              <a:xfrm>
                <a:off x="5012188" y="3883151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27"/>
              <p:cNvSpPr/>
              <p:nvPr/>
            </p:nvSpPr>
            <p:spPr>
              <a:xfrm>
                <a:off x="5026348" y="381990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27"/>
              <p:cNvSpPr/>
              <p:nvPr/>
            </p:nvSpPr>
            <p:spPr>
              <a:xfrm>
                <a:off x="4927509" y="3826287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27"/>
              <p:cNvSpPr/>
              <p:nvPr/>
            </p:nvSpPr>
            <p:spPr>
              <a:xfrm>
                <a:off x="4830855" y="3771042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239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27"/>
              <p:cNvSpPr/>
              <p:nvPr/>
            </p:nvSpPr>
            <p:spPr>
              <a:xfrm>
                <a:off x="4885122" y="373999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7"/>
              <p:cNvSpPr/>
              <p:nvPr/>
            </p:nvSpPr>
            <p:spPr>
              <a:xfrm>
                <a:off x="4762903" y="3734942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27"/>
              <p:cNvSpPr/>
              <p:nvPr/>
            </p:nvSpPr>
            <p:spPr>
              <a:xfrm>
                <a:off x="4763854" y="3792188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27"/>
              <p:cNvSpPr/>
              <p:nvPr/>
            </p:nvSpPr>
            <p:spPr>
              <a:xfrm>
                <a:off x="4762903" y="3717226"/>
                <a:ext cx="294875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451" extrusionOk="0">
                    <a:moveTo>
                      <a:pt x="149875" y="30099"/>
                    </a:moveTo>
                    <a:cubicBezTo>
                      <a:pt x="145990" y="30089"/>
                      <a:pt x="142111" y="30404"/>
                      <a:pt x="138280" y="31051"/>
                    </a:cubicBezTo>
                    <a:cubicBezTo>
                      <a:pt x="133053" y="31813"/>
                      <a:pt x="127256" y="32861"/>
                      <a:pt x="120793" y="34195"/>
                    </a:cubicBezTo>
                    <a:cubicBezTo>
                      <a:pt x="114331" y="35528"/>
                      <a:pt x="107583" y="37338"/>
                      <a:pt x="100645" y="39433"/>
                    </a:cubicBezTo>
                    <a:cubicBezTo>
                      <a:pt x="93881" y="41453"/>
                      <a:pt x="87273" y="43967"/>
                      <a:pt x="80877" y="46958"/>
                    </a:cubicBezTo>
                    <a:lnTo>
                      <a:pt x="130867" y="76390"/>
                    </a:lnTo>
                    <a:lnTo>
                      <a:pt x="140371" y="73152"/>
                    </a:lnTo>
                    <a:cubicBezTo>
                      <a:pt x="153296" y="68866"/>
                      <a:pt x="165461" y="65151"/>
                      <a:pt x="176960" y="62198"/>
                    </a:cubicBezTo>
                    <a:cubicBezTo>
                      <a:pt x="187709" y="59264"/>
                      <a:pt x="198724" y="57445"/>
                      <a:pt x="209844" y="56769"/>
                    </a:cubicBezTo>
                    <a:cubicBezTo>
                      <a:pt x="219965" y="56083"/>
                      <a:pt x="230125" y="56750"/>
                      <a:pt x="240066" y="58769"/>
                    </a:cubicBezTo>
                    <a:cubicBezTo>
                      <a:pt x="250282" y="60922"/>
                      <a:pt x="260081" y="64751"/>
                      <a:pt x="269052" y="70104"/>
                    </a:cubicBezTo>
                    <a:cubicBezTo>
                      <a:pt x="277834" y="74495"/>
                      <a:pt x="285351" y="81048"/>
                      <a:pt x="290911" y="89154"/>
                    </a:cubicBezTo>
                    <a:cubicBezTo>
                      <a:pt x="294627" y="95079"/>
                      <a:pt x="295796" y="102260"/>
                      <a:pt x="294142" y="109061"/>
                    </a:cubicBezTo>
                    <a:cubicBezTo>
                      <a:pt x="291985" y="116538"/>
                      <a:pt x="287889" y="123311"/>
                      <a:pt x="282262" y="128683"/>
                    </a:cubicBezTo>
                    <a:cubicBezTo>
                      <a:pt x="275287" y="135712"/>
                      <a:pt x="267503" y="141884"/>
                      <a:pt x="259073" y="147066"/>
                    </a:cubicBezTo>
                    <a:lnTo>
                      <a:pt x="291386" y="166116"/>
                    </a:lnTo>
                    <a:lnTo>
                      <a:pt x="273424" y="176117"/>
                    </a:lnTo>
                    <a:lnTo>
                      <a:pt x="240826" y="157067"/>
                    </a:lnTo>
                    <a:cubicBezTo>
                      <a:pt x="225306" y="164773"/>
                      <a:pt x="209074" y="170926"/>
                      <a:pt x="192357" y="175450"/>
                    </a:cubicBezTo>
                    <a:cubicBezTo>
                      <a:pt x="174870" y="180289"/>
                      <a:pt x="157003" y="183632"/>
                      <a:pt x="138945" y="185452"/>
                    </a:cubicBezTo>
                    <a:lnTo>
                      <a:pt x="121934" y="154876"/>
                    </a:lnTo>
                    <a:cubicBezTo>
                      <a:pt x="126671" y="154752"/>
                      <a:pt x="131398" y="154372"/>
                      <a:pt x="136094" y="153733"/>
                    </a:cubicBezTo>
                    <a:cubicBezTo>
                      <a:pt x="143282" y="152914"/>
                      <a:pt x="150416" y="151705"/>
                      <a:pt x="157478" y="150114"/>
                    </a:cubicBezTo>
                    <a:cubicBezTo>
                      <a:pt x="165271" y="148399"/>
                      <a:pt x="173539" y="146304"/>
                      <a:pt x="182283" y="143732"/>
                    </a:cubicBezTo>
                    <a:cubicBezTo>
                      <a:pt x="190769" y="141160"/>
                      <a:pt x="199057" y="137979"/>
                      <a:pt x="207087" y="134207"/>
                    </a:cubicBezTo>
                    <a:lnTo>
                      <a:pt x="156527" y="104965"/>
                    </a:lnTo>
                    <a:lnTo>
                      <a:pt x="149970" y="107251"/>
                    </a:lnTo>
                    <a:lnTo>
                      <a:pt x="143032" y="109347"/>
                    </a:lnTo>
                    <a:cubicBezTo>
                      <a:pt x="130297" y="113538"/>
                      <a:pt x="118702" y="116872"/>
                      <a:pt x="108058" y="118872"/>
                    </a:cubicBezTo>
                    <a:cubicBezTo>
                      <a:pt x="98291" y="121148"/>
                      <a:pt x="88331" y="122482"/>
                      <a:pt x="78311" y="122872"/>
                    </a:cubicBezTo>
                    <a:cubicBezTo>
                      <a:pt x="69466" y="123187"/>
                      <a:pt x="60618" y="122349"/>
                      <a:pt x="51986" y="120396"/>
                    </a:cubicBezTo>
                    <a:cubicBezTo>
                      <a:pt x="43443" y="118472"/>
                      <a:pt x="35241" y="115252"/>
                      <a:pt x="27656" y="110871"/>
                    </a:cubicBezTo>
                    <a:cubicBezTo>
                      <a:pt x="19390" y="106528"/>
                      <a:pt x="12235" y="100336"/>
                      <a:pt x="6748" y="92773"/>
                    </a:cubicBezTo>
                    <a:cubicBezTo>
                      <a:pt x="2671" y="87078"/>
                      <a:pt x="660" y="80153"/>
                      <a:pt x="1045" y="73152"/>
                    </a:cubicBezTo>
                    <a:cubicBezTo>
                      <a:pt x="1789" y="65856"/>
                      <a:pt x="4702" y="58950"/>
                      <a:pt x="9409" y="53340"/>
                    </a:cubicBezTo>
                    <a:cubicBezTo>
                      <a:pt x="15217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105" y="83248"/>
                    </a:moveTo>
                    <a:cubicBezTo>
                      <a:pt x="69789" y="87078"/>
                      <a:pt x="77490" y="88735"/>
                      <a:pt x="85154" y="88011"/>
                    </a:cubicBezTo>
                    <a:cubicBezTo>
                      <a:pt x="95443" y="86811"/>
                      <a:pt x="105574" y="84506"/>
                      <a:pt x="115376" y="81153"/>
                    </a:cubicBezTo>
                    <a:lnTo>
                      <a:pt x="67857" y="53626"/>
                    </a:lnTo>
                    <a:cubicBezTo>
                      <a:pt x="50370" y="65341"/>
                      <a:pt x="48849" y="75247"/>
                      <a:pt x="63105" y="83248"/>
                    </a:cubicBezTo>
                    <a:close/>
                    <a:moveTo>
                      <a:pt x="229992" y="97155"/>
                    </a:moveTo>
                    <a:cubicBezTo>
                      <a:pt x="222721" y="93154"/>
                      <a:pt x="214339" y="91649"/>
                      <a:pt x="206137" y="92869"/>
                    </a:cubicBezTo>
                    <a:cubicBezTo>
                      <a:pt x="194894" y="94383"/>
                      <a:pt x="183803" y="96841"/>
                      <a:pt x="172969" y="100203"/>
                    </a:cubicBezTo>
                    <a:lnTo>
                      <a:pt x="220488" y="127540"/>
                    </a:lnTo>
                    <a:cubicBezTo>
                      <a:pt x="240446" y="115538"/>
                      <a:pt x="243677" y="105346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9" name="Google Shape;1279;p27"/>
            <p:cNvGrpSpPr/>
            <p:nvPr/>
          </p:nvGrpSpPr>
          <p:grpSpPr>
            <a:xfrm>
              <a:off x="2694110" y="2656109"/>
              <a:ext cx="883852" cy="621029"/>
              <a:chOff x="4503735" y="3398234"/>
              <a:chExt cx="883852" cy="621029"/>
            </a:xfrm>
          </p:grpSpPr>
          <p:sp>
            <p:nvSpPr>
              <p:cNvPr id="1280" name="Google Shape;1280;p27"/>
              <p:cNvSpPr/>
              <p:nvPr/>
            </p:nvSpPr>
            <p:spPr>
              <a:xfrm>
                <a:off x="4503735" y="350777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27"/>
              <p:cNvSpPr/>
              <p:nvPr/>
            </p:nvSpPr>
            <p:spPr>
              <a:xfrm>
                <a:off x="4503925" y="365093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27"/>
              <p:cNvSpPr/>
              <p:nvPr/>
            </p:nvSpPr>
            <p:spPr>
              <a:xfrm>
                <a:off x="5321061" y="365398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27"/>
              <p:cNvSpPr/>
              <p:nvPr/>
            </p:nvSpPr>
            <p:spPr>
              <a:xfrm>
                <a:off x="4503735" y="339823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27"/>
              <p:cNvSpPr/>
              <p:nvPr/>
            </p:nvSpPr>
            <p:spPr>
              <a:xfrm>
                <a:off x="4629431" y="3467838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1" y="194048"/>
                    </a:moveTo>
                    <a:cubicBezTo>
                      <a:pt x="627574" y="237101"/>
                      <a:pt x="596877" y="279773"/>
                      <a:pt x="539949" y="312444"/>
                    </a:cubicBezTo>
                    <a:cubicBezTo>
                      <a:pt x="416400" y="383977"/>
                      <a:pt x="216060" y="383977"/>
                      <a:pt x="92511" y="312444"/>
                    </a:cubicBezTo>
                    <a:cubicBezTo>
                      <a:pt x="35488" y="279487"/>
                      <a:pt x="4981" y="237101"/>
                      <a:pt x="610" y="194048"/>
                    </a:cubicBezTo>
                    <a:cubicBezTo>
                      <a:pt x="-4808" y="143566"/>
                      <a:pt x="25890" y="92131"/>
                      <a:pt x="92511" y="53650"/>
                    </a:cubicBezTo>
                    <a:cubicBezTo>
                      <a:pt x="216060" y="-17883"/>
                      <a:pt x="416400" y="-17883"/>
                      <a:pt x="539949" y="53650"/>
                    </a:cubicBezTo>
                    <a:cubicBezTo>
                      <a:pt x="606476" y="92131"/>
                      <a:pt x="637268" y="143566"/>
                      <a:pt x="63204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7"/>
              <p:cNvSpPr/>
              <p:nvPr/>
            </p:nvSpPr>
            <p:spPr>
              <a:xfrm>
                <a:off x="4630040" y="3489745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41"/>
                    </a:moveTo>
                    <a:cubicBezTo>
                      <a:pt x="626965" y="215194"/>
                      <a:pt x="596268" y="257866"/>
                      <a:pt x="539340" y="290536"/>
                    </a:cubicBezTo>
                    <a:cubicBezTo>
                      <a:pt x="415791" y="362069"/>
                      <a:pt x="215451" y="362069"/>
                      <a:pt x="91902" y="290536"/>
                    </a:cubicBezTo>
                    <a:cubicBezTo>
                      <a:pt x="34879" y="257580"/>
                      <a:pt x="4372" y="215194"/>
                      <a:pt x="0" y="172141"/>
                    </a:cubicBezTo>
                    <a:cubicBezTo>
                      <a:pt x="4372" y="129087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7"/>
              <p:cNvSpPr/>
              <p:nvPr/>
            </p:nvSpPr>
            <p:spPr>
              <a:xfrm>
                <a:off x="4791985" y="3572160"/>
                <a:ext cx="294810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10" h="185070" extrusionOk="0">
                    <a:moveTo>
                      <a:pt x="149304" y="29813"/>
                    </a:moveTo>
                    <a:cubicBezTo>
                      <a:pt x="145417" y="29804"/>
                      <a:pt x="141540" y="30118"/>
                      <a:pt x="137710" y="30766"/>
                    </a:cubicBezTo>
                    <a:cubicBezTo>
                      <a:pt x="132578" y="31432"/>
                      <a:pt x="126685" y="32480"/>
                      <a:pt x="120223" y="33909"/>
                    </a:cubicBezTo>
                    <a:cubicBezTo>
                      <a:pt x="113760" y="35338"/>
                      <a:pt x="107108" y="36957"/>
                      <a:pt x="100170" y="39053"/>
                    </a:cubicBezTo>
                    <a:cubicBezTo>
                      <a:pt x="93383" y="41100"/>
                      <a:pt x="86747" y="43615"/>
                      <a:pt x="80307" y="46577"/>
                    </a:cubicBezTo>
                    <a:lnTo>
                      <a:pt x="131152" y="76010"/>
                    </a:lnTo>
                    <a:lnTo>
                      <a:pt x="140656" y="72771"/>
                    </a:lnTo>
                    <a:cubicBezTo>
                      <a:pt x="153581" y="68485"/>
                      <a:pt x="165841" y="64865"/>
                      <a:pt x="177246" y="61817"/>
                    </a:cubicBezTo>
                    <a:cubicBezTo>
                      <a:pt x="188013" y="58979"/>
                      <a:pt x="199019" y="57160"/>
                      <a:pt x="210129" y="56388"/>
                    </a:cubicBezTo>
                    <a:cubicBezTo>
                      <a:pt x="220279" y="55750"/>
                      <a:pt x="230467" y="56417"/>
                      <a:pt x="240446" y="58388"/>
                    </a:cubicBezTo>
                    <a:cubicBezTo>
                      <a:pt x="250491" y="60636"/>
                      <a:pt x="260109" y="64465"/>
                      <a:pt x="268957" y="69723"/>
                    </a:cubicBezTo>
                    <a:cubicBezTo>
                      <a:pt x="277729" y="74124"/>
                      <a:pt x="285256" y="80677"/>
                      <a:pt x="290816" y="88773"/>
                    </a:cubicBezTo>
                    <a:cubicBezTo>
                      <a:pt x="294579" y="94640"/>
                      <a:pt x="295748" y="101813"/>
                      <a:pt x="294047" y="108585"/>
                    </a:cubicBezTo>
                    <a:cubicBezTo>
                      <a:pt x="291937" y="116081"/>
                      <a:pt x="287832" y="122863"/>
                      <a:pt x="282167" y="128206"/>
                    </a:cubicBezTo>
                    <a:cubicBezTo>
                      <a:pt x="275220" y="135264"/>
                      <a:pt x="267437" y="141437"/>
                      <a:pt x="258978" y="146590"/>
                    </a:cubicBezTo>
                    <a:lnTo>
                      <a:pt x="291291" y="165640"/>
                    </a:lnTo>
                    <a:lnTo>
                      <a:pt x="272854" y="175736"/>
                    </a:lnTo>
                    <a:lnTo>
                      <a:pt x="240256" y="156686"/>
                    </a:lnTo>
                    <a:cubicBezTo>
                      <a:pt x="224755" y="164430"/>
                      <a:pt x="208513" y="170593"/>
                      <a:pt x="191786" y="175070"/>
                    </a:cubicBezTo>
                    <a:cubicBezTo>
                      <a:pt x="174299" y="179908"/>
                      <a:pt x="156432" y="183261"/>
                      <a:pt x="138375" y="185071"/>
                    </a:cubicBezTo>
                    <a:lnTo>
                      <a:pt x="121363" y="154496"/>
                    </a:lnTo>
                    <a:cubicBezTo>
                      <a:pt x="124500" y="154496"/>
                      <a:pt x="129251" y="154496"/>
                      <a:pt x="135619" y="153448"/>
                    </a:cubicBezTo>
                    <a:cubicBezTo>
                      <a:pt x="141987" y="152400"/>
                      <a:pt x="149019" y="151447"/>
                      <a:pt x="156908" y="149733"/>
                    </a:cubicBezTo>
                    <a:cubicBezTo>
                      <a:pt x="164796" y="148019"/>
                      <a:pt x="172969" y="145923"/>
                      <a:pt x="181712" y="143351"/>
                    </a:cubicBezTo>
                    <a:cubicBezTo>
                      <a:pt x="190218" y="140837"/>
                      <a:pt x="198515" y="137655"/>
                      <a:pt x="206517" y="133826"/>
                    </a:cubicBezTo>
                    <a:lnTo>
                      <a:pt x="155957" y="104585"/>
                    </a:lnTo>
                    <a:cubicBezTo>
                      <a:pt x="153809" y="105461"/>
                      <a:pt x="151623" y="106223"/>
                      <a:pt x="149400" y="106871"/>
                    </a:cubicBezTo>
                    <a:lnTo>
                      <a:pt x="142462" y="109061"/>
                    </a:lnTo>
                    <a:cubicBezTo>
                      <a:pt x="129727" y="113252"/>
                      <a:pt x="118132" y="116491"/>
                      <a:pt x="107488" y="118586"/>
                    </a:cubicBezTo>
                    <a:cubicBezTo>
                      <a:pt x="97722" y="120863"/>
                      <a:pt x="87761" y="122206"/>
                      <a:pt x="77741" y="122587"/>
                    </a:cubicBezTo>
                    <a:cubicBezTo>
                      <a:pt x="68896" y="122901"/>
                      <a:pt x="60048" y="122072"/>
                      <a:pt x="51415" y="120110"/>
                    </a:cubicBezTo>
                    <a:cubicBezTo>
                      <a:pt x="42890" y="118129"/>
                      <a:pt x="34694" y="114919"/>
                      <a:pt x="27086" y="110585"/>
                    </a:cubicBezTo>
                    <a:cubicBezTo>
                      <a:pt x="19103" y="106232"/>
                      <a:pt x="12162" y="100184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010" y="83153"/>
                    </a:moveTo>
                    <a:cubicBezTo>
                      <a:pt x="69644" y="87020"/>
                      <a:pt x="77328" y="88687"/>
                      <a:pt x="84964" y="87916"/>
                    </a:cubicBezTo>
                    <a:cubicBezTo>
                      <a:pt x="95280" y="86744"/>
                      <a:pt x="105443" y="84477"/>
                      <a:pt x="115281" y="81153"/>
                    </a:cubicBezTo>
                    <a:lnTo>
                      <a:pt x="67762" y="53626"/>
                    </a:lnTo>
                    <a:cubicBezTo>
                      <a:pt x="49990" y="65056"/>
                      <a:pt x="48374" y="74867"/>
                      <a:pt x="62725" y="83153"/>
                    </a:cubicBezTo>
                    <a:close/>
                    <a:moveTo>
                      <a:pt x="229802" y="97060"/>
                    </a:moveTo>
                    <a:cubicBezTo>
                      <a:pt x="222550" y="93116"/>
                      <a:pt x="214206" y="91640"/>
                      <a:pt x="206042" y="92869"/>
                    </a:cubicBezTo>
                    <a:cubicBezTo>
                      <a:pt x="194752" y="94279"/>
                      <a:pt x="183613" y="96736"/>
                      <a:pt x="172779" y="100203"/>
                    </a:cubicBezTo>
                    <a:lnTo>
                      <a:pt x="220298" y="127540"/>
                    </a:lnTo>
                    <a:cubicBezTo>
                      <a:pt x="239971" y="115157"/>
                      <a:pt x="243202" y="105061"/>
                      <a:pt x="229516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7"/>
              <p:cNvSpPr/>
              <p:nvPr/>
            </p:nvSpPr>
            <p:spPr>
              <a:xfrm>
                <a:off x="4913728" y="3709701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7"/>
              <p:cNvSpPr/>
              <p:nvPr/>
            </p:nvSpPr>
            <p:spPr>
              <a:xfrm>
                <a:off x="5040889" y="372056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7"/>
              <p:cNvSpPr/>
              <p:nvPr/>
            </p:nvSpPr>
            <p:spPr>
              <a:xfrm>
                <a:off x="5054955" y="365740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5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7"/>
              <p:cNvSpPr/>
              <p:nvPr/>
            </p:nvSpPr>
            <p:spPr>
              <a:xfrm>
                <a:off x="4956115" y="3663791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7"/>
              <p:cNvSpPr/>
              <p:nvPr/>
            </p:nvSpPr>
            <p:spPr>
              <a:xfrm>
                <a:off x="4859557" y="3608355"/>
                <a:ext cx="5844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448" h="38957" extrusionOk="0">
                    <a:moveTo>
                      <a:pt x="0" y="11144"/>
                    </a:moveTo>
                    <a:lnTo>
                      <a:pt x="48945" y="38958"/>
                    </a:lnTo>
                    <a:lnTo>
                      <a:pt x="58448" y="31718"/>
                    </a:lnTo>
                    <a:cubicBezTo>
                      <a:pt x="58448" y="31718"/>
                      <a:pt x="52366" y="24575"/>
                      <a:pt x="51891" y="23908"/>
                    </a:cubicBezTo>
                    <a:cubicBezTo>
                      <a:pt x="47632" y="18917"/>
                      <a:pt x="42632" y="14612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7"/>
              <p:cNvSpPr/>
              <p:nvPr/>
            </p:nvSpPr>
            <p:spPr>
              <a:xfrm>
                <a:off x="4913728" y="357749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7"/>
              <p:cNvSpPr/>
              <p:nvPr/>
            </p:nvSpPr>
            <p:spPr>
              <a:xfrm>
                <a:off x="4791510" y="3572351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27"/>
              <p:cNvSpPr/>
              <p:nvPr/>
            </p:nvSpPr>
            <p:spPr>
              <a:xfrm>
                <a:off x="4792460" y="3629977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9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27"/>
              <p:cNvSpPr/>
              <p:nvPr/>
            </p:nvSpPr>
            <p:spPr>
              <a:xfrm>
                <a:off x="4791985" y="3555587"/>
                <a:ext cx="294804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804" h="184499" extrusionOk="0">
                    <a:moveTo>
                      <a:pt x="149304" y="29146"/>
                    </a:moveTo>
                    <a:cubicBezTo>
                      <a:pt x="145417" y="29185"/>
                      <a:pt x="141549" y="29508"/>
                      <a:pt x="137710" y="30099"/>
                    </a:cubicBezTo>
                    <a:cubicBezTo>
                      <a:pt x="132578" y="30861"/>
                      <a:pt x="126685" y="31909"/>
                      <a:pt x="120223" y="33242"/>
                    </a:cubicBezTo>
                    <a:cubicBezTo>
                      <a:pt x="113760" y="34576"/>
                      <a:pt x="107108" y="36385"/>
                      <a:pt x="100170" y="38481"/>
                    </a:cubicBezTo>
                    <a:cubicBezTo>
                      <a:pt x="93369" y="40481"/>
                      <a:pt x="86730" y="42996"/>
                      <a:pt x="80307" y="46006"/>
                    </a:cubicBezTo>
                    <a:lnTo>
                      <a:pt x="131152" y="75438"/>
                    </a:lnTo>
                    <a:lnTo>
                      <a:pt x="140656" y="72199"/>
                    </a:lnTo>
                    <a:cubicBezTo>
                      <a:pt x="153581" y="67913"/>
                      <a:pt x="165841" y="64198"/>
                      <a:pt x="177246" y="61246"/>
                    </a:cubicBezTo>
                    <a:cubicBezTo>
                      <a:pt x="187994" y="58321"/>
                      <a:pt x="199009" y="56502"/>
                      <a:pt x="210129" y="55816"/>
                    </a:cubicBezTo>
                    <a:cubicBezTo>
                      <a:pt x="220279" y="55121"/>
                      <a:pt x="230476" y="55797"/>
                      <a:pt x="240446" y="57817"/>
                    </a:cubicBezTo>
                    <a:cubicBezTo>
                      <a:pt x="250491" y="60065"/>
                      <a:pt x="260109" y="63893"/>
                      <a:pt x="268957" y="69151"/>
                    </a:cubicBezTo>
                    <a:cubicBezTo>
                      <a:pt x="277739" y="73542"/>
                      <a:pt x="285256" y="80096"/>
                      <a:pt x="290816" y="88201"/>
                    </a:cubicBezTo>
                    <a:cubicBezTo>
                      <a:pt x="294570" y="94107"/>
                      <a:pt x="295739" y="101308"/>
                      <a:pt x="294047" y="108109"/>
                    </a:cubicBezTo>
                    <a:cubicBezTo>
                      <a:pt x="291909" y="115595"/>
                      <a:pt x="287803" y="122377"/>
                      <a:pt x="282167" y="127730"/>
                    </a:cubicBezTo>
                    <a:cubicBezTo>
                      <a:pt x="275192" y="134760"/>
                      <a:pt x="267408" y="140932"/>
                      <a:pt x="258978" y="146113"/>
                    </a:cubicBezTo>
                    <a:lnTo>
                      <a:pt x="291291" y="165163"/>
                    </a:lnTo>
                    <a:lnTo>
                      <a:pt x="272854" y="175165"/>
                    </a:lnTo>
                    <a:lnTo>
                      <a:pt x="240256" y="156115"/>
                    </a:lnTo>
                    <a:cubicBezTo>
                      <a:pt x="224736" y="163821"/>
                      <a:pt x="208504" y="169974"/>
                      <a:pt x="191786" y="174498"/>
                    </a:cubicBezTo>
                    <a:cubicBezTo>
                      <a:pt x="174299" y="179337"/>
                      <a:pt x="156432" y="182689"/>
                      <a:pt x="138375" y="184499"/>
                    </a:cubicBezTo>
                    <a:lnTo>
                      <a:pt x="121363" y="153924"/>
                    </a:lnTo>
                    <a:cubicBezTo>
                      <a:pt x="126134" y="153800"/>
                      <a:pt x="130896" y="153419"/>
                      <a:pt x="135619" y="152781"/>
                    </a:cubicBezTo>
                    <a:cubicBezTo>
                      <a:pt x="142775" y="151962"/>
                      <a:pt x="149884" y="150752"/>
                      <a:pt x="156908" y="149162"/>
                    </a:cubicBezTo>
                    <a:cubicBezTo>
                      <a:pt x="164701" y="147447"/>
                      <a:pt x="172969" y="145351"/>
                      <a:pt x="181712" y="142780"/>
                    </a:cubicBezTo>
                    <a:cubicBezTo>
                      <a:pt x="190209" y="140227"/>
                      <a:pt x="198496" y="137046"/>
                      <a:pt x="206517" y="133255"/>
                    </a:cubicBezTo>
                    <a:lnTo>
                      <a:pt x="155957" y="104013"/>
                    </a:lnTo>
                    <a:lnTo>
                      <a:pt x="149400" y="106299"/>
                    </a:lnTo>
                    <a:lnTo>
                      <a:pt x="142462" y="108395"/>
                    </a:lnTo>
                    <a:cubicBezTo>
                      <a:pt x="129727" y="112585"/>
                      <a:pt x="118132" y="115919"/>
                      <a:pt x="107488" y="117920"/>
                    </a:cubicBezTo>
                    <a:cubicBezTo>
                      <a:pt x="97722" y="120196"/>
                      <a:pt x="87761" y="121539"/>
                      <a:pt x="77741" y="121920"/>
                    </a:cubicBezTo>
                    <a:cubicBezTo>
                      <a:pt x="68896" y="122234"/>
                      <a:pt x="60048" y="121406"/>
                      <a:pt x="51415" y="119443"/>
                    </a:cubicBezTo>
                    <a:cubicBezTo>
                      <a:pt x="42878" y="117500"/>
                      <a:pt x="34677" y="114290"/>
                      <a:pt x="27086" y="109918"/>
                    </a:cubicBezTo>
                    <a:cubicBezTo>
                      <a:pt x="19112" y="105680"/>
                      <a:pt x="12168" y="99727"/>
                      <a:pt x="6748" y="92488"/>
                    </a:cubicBezTo>
                    <a:cubicBezTo>
                      <a:pt x="2671" y="86792"/>
                      <a:pt x="660" y="79867"/>
                      <a:pt x="1045" y="72866"/>
                    </a:cubicBezTo>
                    <a:cubicBezTo>
                      <a:pt x="1790" y="65599"/>
                      <a:pt x="4704" y="58731"/>
                      <a:pt x="9409" y="53149"/>
                    </a:cubicBezTo>
                    <a:cubicBezTo>
                      <a:pt x="15245" y="45786"/>
                      <a:pt x="22168" y="39367"/>
                      <a:pt x="29937" y="34099"/>
                    </a:cubicBezTo>
                    <a:lnTo>
                      <a:pt x="0" y="16764"/>
                    </a:lnTo>
                    <a:lnTo>
                      <a:pt x="17202" y="6763"/>
                    </a:lnTo>
                    <a:lnTo>
                      <a:pt x="46854" y="23908"/>
                    </a:lnTo>
                    <a:cubicBezTo>
                      <a:pt x="60783" y="17031"/>
                      <a:pt x="75408" y="11668"/>
                      <a:pt x="90476" y="7906"/>
                    </a:cubicBezTo>
                    <a:cubicBezTo>
                      <a:pt x="104808" y="4220"/>
                      <a:pt x="119387" y="1581"/>
                      <a:pt x="134098" y="0"/>
                    </a:cubicBezTo>
                    <a:close/>
                    <a:moveTo>
                      <a:pt x="62725" y="82963"/>
                    </a:moveTo>
                    <a:cubicBezTo>
                      <a:pt x="69375" y="86792"/>
                      <a:pt x="77045" y="88449"/>
                      <a:pt x="84679" y="87725"/>
                    </a:cubicBezTo>
                    <a:cubicBezTo>
                      <a:pt x="95005" y="86563"/>
                      <a:pt x="105172" y="84258"/>
                      <a:pt x="114996" y="80867"/>
                    </a:cubicBezTo>
                    <a:lnTo>
                      <a:pt x="67477" y="53340"/>
                    </a:lnTo>
                    <a:cubicBezTo>
                      <a:pt x="49990" y="64389"/>
                      <a:pt x="48374" y="74295"/>
                      <a:pt x="62725" y="82963"/>
                    </a:cubicBezTo>
                    <a:close/>
                    <a:moveTo>
                      <a:pt x="229516" y="96869"/>
                    </a:moveTo>
                    <a:cubicBezTo>
                      <a:pt x="222256" y="92945"/>
                      <a:pt x="213930" y="91449"/>
                      <a:pt x="205757" y="92583"/>
                    </a:cubicBezTo>
                    <a:cubicBezTo>
                      <a:pt x="194485" y="94088"/>
                      <a:pt x="183357" y="96545"/>
                      <a:pt x="172494" y="99917"/>
                    </a:cubicBezTo>
                    <a:lnTo>
                      <a:pt x="220013" y="127254"/>
                    </a:lnTo>
                    <a:cubicBezTo>
                      <a:pt x="239971" y="114586"/>
                      <a:pt x="243202" y="104394"/>
                      <a:pt x="229516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6" name="Google Shape;1296;p27"/>
            <p:cNvSpPr/>
            <p:nvPr/>
          </p:nvSpPr>
          <p:spPr>
            <a:xfrm>
              <a:off x="3754828" y="439689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27"/>
            <p:cNvSpPr/>
            <p:nvPr/>
          </p:nvSpPr>
          <p:spPr>
            <a:xfrm>
              <a:off x="4924079" y="375300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27"/>
            <p:cNvSpPr/>
            <p:nvPr/>
          </p:nvSpPr>
          <p:spPr>
            <a:xfrm>
              <a:off x="3741903" y="3161886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7"/>
            <p:cNvSpPr/>
            <p:nvPr/>
          </p:nvSpPr>
          <p:spPr>
            <a:xfrm>
              <a:off x="2152775" y="4481289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2"/>
                    <a:pt x="441926" y="511492"/>
                  </a:cubicBezTo>
                  <a:cubicBezTo>
                    <a:pt x="197857" y="511492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7"/>
            <p:cNvSpPr/>
            <p:nvPr/>
          </p:nvSpPr>
          <p:spPr>
            <a:xfrm>
              <a:off x="5481476" y="4556632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1" name="Google Shape;1301;p27"/>
            <p:cNvGrpSpPr/>
            <p:nvPr/>
          </p:nvGrpSpPr>
          <p:grpSpPr>
            <a:xfrm>
              <a:off x="3781914" y="3000342"/>
              <a:ext cx="883852" cy="621125"/>
              <a:chOff x="5591539" y="3742467"/>
              <a:chExt cx="883852" cy="621125"/>
            </a:xfrm>
          </p:grpSpPr>
          <p:sp>
            <p:nvSpPr>
              <p:cNvPr id="1302" name="Google Shape;1302;p27"/>
              <p:cNvSpPr/>
              <p:nvPr/>
            </p:nvSpPr>
            <p:spPr>
              <a:xfrm>
                <a:off x="5591539" y="385210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27"/>
              <p:cNvSpPr/>
              <p:nvPr/>
            </p:nvSpPr>
            <p:spPr>
              <a:xfrm>
                <a:off x="5591633" y="39951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27"/>
              <p:cNvSpPr/>
              <p:nvPr/>
            </p:nvSpPr>
            <p:spPr>
              <a:xfrm>
                <a:off x="6408864" y="399821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27"/>
              <p:cNvSpPr/>
              <p:nvPr/>
            </p:nvSpPr>
            <p:spPr>
              <a:xfrm>
                <a:off x="5591539" y="374246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27"/>
              <p:cNvSpPr/>
              <p:nvPr/>
            </p:nvSpPr>
            <p:spPr>
              <a:xfrm>
                <a:off x="5717159" y="3812071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1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27"/>
              <p:cNvSpPr/>
              <p:nvPr/>
            </p:nvSpPr>
            <p:spPr>
              <a:xfrm>
                <a:off x="5717749" y="3833979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0"/>
                    </a:moveTo>
                    <a:cubicBezTo>
                      <a:pt x="626965" y="215193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3"/>
                      <a:pt x="0" y="172140"/>
                    </a:cubicBezTo>
                    <a:cubicBezTo>
                      <a:pt x="4372" y="129088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27"/>
              <p:cNvSpPr/>
              <p:nvPr/>
            </p:nvSpPr>
            <p:spPr>
              <a:xfrm>
                <a:off x="5879313" y="3916870"/>
                <a:ext cx="294875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070" extrusionOk="0">
                    <a:moveTo>
                      <a:pt x="149495" y="29337"/>
                    </a:moveTo>
                    <a:cubicBezTo>
                      <a:pt x="145608" y="29328"/>
                      <a:pt x="141730" y="29642"/>
                      <a:pt x="137900" y="30289"/>
                    </a:cubicBezTo>
                    <a:cubicBezTo>
                      <a:pt x="132673" y="31052"/>
                      <a:pt x="126876" y="32099"/>
                      <a:pt x="120413" y="33433"/>
                    </a:cubicBezTo>
                    <a:cubicBezTo>
                      <a:pt x="113950" y="34766"/>
                      <a:pt x="107298" y="36576"/>
                      <a:pt x="100265" y="38576"/>
                    </a:cubicBezTo>
                    <a:cubicBezTo>
                      <a:pt x="93517" y="40672"/>
                      <a:pt x="86912" y="43215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99" y="58522"/>
                      <a:pt x="199114" y="56674"/>
                      <a:pt x="210224" y="55912"/>
                    </a:cubicBezTo>
                    <a:cubicBezTo>
                      <a:pt x="220374" y="55302"/>
                      <a:pt x="230571" y="56007"/>
                      <a:pt x="240541" y="58007"/>
                    </a:cubicBezTo>
                    <a:cubicBezTo>
                      <a:pt x="250586" y="60227"/>
                      <a:pt x="260214" y="64056"/>
                      <a:pt x="269052" y="69342"/>
                    </a:cubicBezTo>
                    <a:cubicBezTo>
                      <a:pt x="277853" y="73705"/>
                      <a:pt x="285380" y="80267"/>
                      <a:pt x="290911" y="88392"/>
                    </a:cubicBezTo>
                    <a:cubicBezTo>
                      <a:pt x="294627" y="94317"/>
                      <a:pt x="295796" y="101498"/>
                      <a:pt x="294142" y="108299"/>
                    </a:cubicBezTo>
                    <a:cubicBezTo>
                      <a:pt x="291985" y="115776"/>
                      <a:pt x="287889" y="122549"/>
                      <a:pt x="282262" y="127921"/>
                    </a:cubicBezTo>
                    <a:cubicBezTo>
                      <a:pt x="275420" y="134998"/>
                      <a:pt x="267760" y="141227"/>
                      <a:pt x="259453" y="146495"/>
                    </a:cubicBezTo>
                    <a:lnTo>
                      <a:pt x="291766" y="165545"/>
                    </a:lnTo>
                    <a:lnTo>
                      <a:pt x="274089" y="175736"/>
                    </a:lnTo>
                    <a:lnTo>
                      <a:pt x="241491" y="156686"/>
                    </a:lnTo>
                    <a:cubicBezTo>
                      <a:pt x="225972" y="164392"/>
                      <a:pt x="209739" y="170545"/>
                      <a:pt x="193022" y="175070"/>
                    </a:cubicBezTo>
                    <a:cubicBezTo>
                      <a:pt x="175535" y="179908"/>
                      <a:pt x="157668" y="183252"/>
                      <a:pt x="139611" y="185071"/>
                    </a:cubicBezTo>
                    <a:lnTo>
                      <a:pt x="122599" y="154496"/>
                    </a:lnTo>
                    <a:cubicBezTo>
                      <a:pt x="127332" y="154372"/>
                      <a:pt x="132065" y="153991"/>
                      <a:pt x="136759" y="153353"/>
                    </a:cubicBezTo>
                    <a:cubicBezTo>
                      <a:pt x="143127" y="152590"/>
                      <a:pt x="150255" y="151447"/>
                      <a:pt x="158143" y="149733"/>
                    </a:cubicBezTo>
                    <a:cubicBezTo>
                      <a:pt x="166031" y="148019"/>
                      <a:pt x="174204" y="145923"/>
                      <a:pt x="182948" y="143351"/>
                    </a:cubicBezTo>
                    <a:cubicBezTo>
                      <a:pt x="191435" y="140779"/>
                      <a:pt x="199722" y="137598"/>
                      <a:pt x="207753" y="133826"/>
                    </a:cubicBezTo>
                    <a:lnTo>
                      <a:pt x="157193" y="104585"/>
                    </a:lnTo>
                    <a:lnTo>
                      <a:pt x="150635" y="106871"/>
                    </a:lnTo>
                    <a:lnTo>
                      <a:pt x="143697" y="108966"/>
                    </a:lnTo>
                    <a:cubicBezTo>
                      <a:pt x="130962" y="113157"/>
                      <a:pt x="119368" y="116491"/>
                      <a:pt x="108723" y="118491"/>
                    </a:cubicBezTo>
                    <a:cubicBezTo>
                      <a:pt x="98953" y="120767"/>
                      <a:pt x="88993" y="122101"/>
                      <a:pt x="78976" y="122491"/>
                    </a:cubicBezTo>
                    <a:cubicBezTo>
                      <a:pt x="70128" y="122758"/>
                      <a:pt x="61290" y="121929"/>
                      <a:pt x="52651" y="120015"/>
                    </a:cubicBezTo>
                    <a:cubicBezTo>
                      <a:pt x="44117" y="118043"/>
                      <a:pt x="35924" y="114833"/>
                      <a:pt x="28321" y="110490"/>
                    </a:cubicBezTo>
                    <a:cubicBezTo>
                      <a:pt x="19958" y="106137"/>
                      <a:pt x="12707" y="99908"/>
                      <a:pt x="7128" y="92297"/>
                    </a:cubicBezTo>
                    <a:cubicBezTo>
                      <a:pt x="3070" y="86592"/>
                      <a:pt x="1055" y="79677"/>
                      <a:pt x="1426" y="72676"/>
                    </a:cubicBezTo>
                    <a:cubicBezTo>
                      <a:pt x="2167" y="65380"/>
                      <a:pt x="5085" y="58474"/>
                      <a:pt x="9789" y="52864"/>
                    </a:cubicBezTo>
                    <a:cubicBezTo>
                      <a:pt x="15596" y="45482"/>
                      <a:pt x="22524" y="39053"/>
                      <a:pt x="30317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3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01"/>
                      <a:pt x="77494" y="88259"/>
                      <a:pt x="85154" y="87535"/>
                    </a:cubicBezTo>
                    <a:cubicBezTo>
                      <a:pt x="95475" y="86325"/>
                      <a:pt x="105635" y="84029"/>
                      <a:pt x="115471" y="80677"/>
                    </a:cubicBezTo>
                    <a:lnTo>
                      <a:pt x="67952" y="53149"/>
                    </a:lnTo>
                    <a:cubicBezTo>
                      <a:pt x="50370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50" y="92697"/>
                      <a:pt x="214405" y="91192"/>
                      <a:pt x="206232" y="92393"/>
                    </a:cubicBezTo>
                    <a:cubicBezTo>
                      <a:pt x="194961" y="93897"/>
                      <a:pt x="183832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446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27"/>
              <p:cNvSpPr/>
              <p:nvPr/>
            </p:nvSpPr>
            <p:spPr>
              <a:xfrm>
                <a:off x="6001532" y="40539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1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27"/>
              <p:cNvSpPr/>
              <p:nvPr/>
            </p:nvSpPr>
            <p:spPr>
              <a:xfrm>
                <a:off x="6128693" y="406488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27"/>
              <p:cNvSpPr/>
              <p:nvPr/>
            </p:nvSpPr>
            <p:spPr>
              <a:xfrm>
                <a:off x="6142758" y="400164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27"/>
              <p:cNvSpPr/>
              <p:nvPr/>
            </p:nvSpPr>
            <p:spPr>
              <a:xfrm>
                <a:off x="6043729" y="4008024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27"/>
              <p:cNvSpPr/>
              <p:nvPr/>
            </p:nvSpPr>
            <p:spPr>
              <a:xfrm>
                <a:off x="5947360" y="3952875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049"/>
                    </a:moveTo>
                    <a:lnTo>
                      <a:pt x="48944" y="38957"/>
                    </a:lnTo>
                    <a:lnTo>
                      <a:pt x="58923" y="31623"/>
                    </a:lnTo>
                    <a:cubicBezTo>
                      <a:pt x="58923" y="31623"/>
                      <a:pt x="52841" y="24574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27"/>
              <p:cNvSpPr/>
              <p:nvPr/>
            </p:nvSpPr>
            <p:spPr>
              <a:xfrm>
                <a:off x="6001532" y="392172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27"/>
              <p:cNvSpPr/>
              <p:nvPr/>
            </p:nvSpPr>
            <p:spPr>
              <a:xfrm>
                <a:off x="5879313" y="391668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27"/>
              <p:cNvSpPr/>
              <p:nvPr/>
            </p:nvSpPr>
            <p:spPr>
              <a:xfrm>
                <a:off x="5880264" y="3974210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27"/>
              <p:cNvSpPr/>
              <p:nvPr/>
            </p:nvSpPr>
            <p:spPr>
              <a:xfrm>
                <a:off x="5879313" y="3898868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957"/>
                      <a:pt x="120413" y="34290"/>
                    </a:cubicBezTo>
                    <a:cubicBezTo>
                      <a:pt x="113950" y="35624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60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442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3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9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534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8" name="Google Shape;1318;p27"/>
            <p:cNvGrpSpPr/>
            <p:nvPr/>
          </p:nvGrpSpPr>
          <p:grpSpPr>
            <a:xfrm>
              <a:off x="3781914" y="2856896"/>
              <a:ext cx="883852" cy="621029"/>
              <a:chOff x="5591539" y="3599021"/>
              <a:chExt cx="883852" cy="621029"/>
            </a:xfrm>
          </p:grpSpPr>
          <p:sp>
            <p:nvSpPr>
              <p:cNvPr id="1319" name="Google Shape;1319;p27"/>
              <p:cNvSpPr/>
              <p:nvPr/>
            </p:nvSpPr>
            <p:spPr>
              <a:xfrm>
                <a:off x="5591539" y="370855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27"/>
              <p:cNvSpPr/>
              <p:nvPr/>
            </p:nvSpPr>
            <p:spPr>
              <a:xfrm>
                <a:off x="5591633" y="3851719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7"/>
              <p:cNvSpPr/>
              <p:nvPr/>
            </p:nvSpPr>
            <p:spPr>
              <a:xfrm>
                <a:off x="6408864" y="385476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7"/>
              <p:cNvSpPr/>
              <p:nvPr/>
            </p:nvSpPr>
            <p:spPr>
              <a:xfrm>
                <a:off x="5591539" y="359902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7"/>
              <p:cNvSpPr/>
              <p:nvPr/>
            </p:nvSpPr>
            <p:spPr>
              <a:xfrm>
                <a:off x="5717159" y="3668625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0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7"/>
              <p:cNvSpPr/>
              <p:nvPr/>
            </p:nvSpPr>
            <p:spPr>
              <a:xfrm>
                <a:off x="5717749" y="3690532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675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8992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7"/>
              <p:cNvSpPr/>
              <p:nvPr/>
            </p:nvSpPr>
            <p:spPr>
              <a:xfrm>
                <a:off x="5879313" y="3772757"/>
                <a:ext cx="294875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547" extrusionOk="0">
                    <a:moveTo>
                      <a:pt x="149495" y="30004"/>
                    </a:moveTo>
                    <a:cubicBezTo>
                      <a:pt x="145608" y="29994"/>
                      <a:pt x="141730" y="30309"/>
                      <a:pt x="137900" y="30956"/>
                    </a:cubicBezTo>
                    <a:cubicBezTo>
                      <a:pt x="132673" y="31718"/>
                      <a:pt x="126876" y="32766"/>
                      <a:pt x="120413" y="34100"/>
                    </a:cubicBezTo>
                    <a:cubicBezTo>
                      <a:pt x="113950" y="35433"/>
                      <a:pt x="107298" y="37243"/>
                      <a:pt x="100265" y="39243"/>
                    </a:cubicBezTo>
                    <a:cubicBezTo>
                      <a:pt x="93498" y="41291"/>
                      <a:pt x="86893" y="43844"/>
                      <a:pt x="80497" y="46863"/>
                    </a:cubicBezTo>
                    <a:lnTo>
                      <a:pt x="131247" y="76295"/>
                    </a:lnTo>
                    <a:lnTo>
                      <a:pt x="140751" y="73057"/>
                    </a:lnTo>
                    <a:cubicBezTo>
                      <a:pt x="153676" y="68675"/>
                      <a:pt x="165841" y="65056"/>
                      <a:pt x="177341" y="62103"/>
                    </a:cubicBezTo>
                    <a:cubicBezTo>
                      <a:pt x="188099" y="59188"/>
                      <a:pt x="199114" y="57340"/>
                      <a:pt x="210224" y="56579"/>
                    </a:cubicBezTo>
                    <a:cubicBezTo>
                      <a:pt x="220374" y="55969"/>
                      <a:pt x="230571" y="56674"/>
                      <a:pt x="240541" y="58674"/>
                    </a:cubicBezTo>
                    <a:cubicBezTo>
                      <a:pt x="250586" y="60893"/>
                      <a:pt x="260214" y="64723"/>
                      <a:pt x="269052" y="70009"/>
                    </a:cubicBezTo>
                    <a:cubicBezTo>
                      <a:pt x="277853" y="74371"/>
                      <a:pt x="285380" y="80924"/>
                      <a:pt x="290911" y="89059"/>
                    </a:cubicBezTo>
                    <a:cubicBezTo>
                      <a:pt x="294627" y="94983"/>
                      <a:pt x="295796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287" y="135617"/>
                      <a:pt x="267503" y="141789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1"/>
                      <a:pt x="209349" y="170983"/>
                      <a:pt x="192642" y="175546"/>
                    </a:cubicBezTo>
                    <a:cubicBezTo>
                      <a:pt x="175155" y="180385"/>
                      <a:pt x="157288" y="183728"/>
                      <a:pt x="139231" y="185547"/>
                    </a:cubicBezTo>
                    <a:lnTo>
                      <a:pt x="122219" y="154972"/>
                    </a:lnTo>
                    <a:cubicBezTo>
                      <a:pt x="126952" y="154848"/>
                      <a:pt x="131684" y="154467"/>
                      <a:pt x="136379" y="153829"/>
                    </a:cubicBezTo>
                    <a:cubicBezTo>
                      <a:pt x="142747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5"/>
                      <a:pt x="60910" y="122406"/>
                      <a:pt x="52271" y="120491"/>
                    </a:cubicBezTo>
                    <a:cubicBezTo>
                      <a:pt x="4373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16" y="45958"/>
                      <a:pt x="22144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40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439"/>
                    </a:moveTo>
                    <a:cubicBezTo>
                      <a:pt x="69786" y="87278"/>
                      <a:pt x="77494" y="88916"/>
                      <a:pt x="85154" y="88106"/>
                    </a:cubicBezTo>
                    <a:cubicBezTo>
                      <a:pt x="95475" y="86982"/>
                      <a:pt x="105644" y="84715"/>
                      <a:pt x="115471" y="81344"/>
                    </a:cubicBezTo>
                    <a:lnTo>
                      <a:pt x="67952" y="53816"/>
                    </a:lnTo>
                    <a:cubicBezTo>
                      <a:pt x="50370" y="65246"/>
                      <a:pt x="48849" y="75343"/>
                      <a:pt x="63105" y="83439"/>
                    </a:cubicBezTo>
                    <a:close/>
                    <a:moveTo>
                      <a:pt x="229992" y="97346"/>
                    </a:moveTo>
                    <a:cubicBezTo>
                      <a:pt x="222750" y="93364"/>
                      <a:pt x="214405" y="91859"/>
                      <a:pt x="206232" y="93059"/>
                    </a:cubicBezTo>
                    <a:cubicBezTo>
                      <a:pt x="194951" y="94517"/>
                      <a:pt x="183822" y="96974"/>
                      <a:pt x="172969" y="100394"/>
                    </a:cubicBezTo>
                    <a:lnTo>
                      <a:pt x="220488" y="127730"/>
                    </a:lnTo>
                    <a:cubicBezTo>
                      <a:pt x="240446" y="115443"/>
                      <a:pt x="243677" y="105251"/>
                      <a:pt x="229992" y="9734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27"/>
              <p:cNvSpPr/>
              <p:nvPr/>
            </p:nvSpPr>
            <p:spPr>
              <a:xfrm>
                <a:off x="6001532" y="3910488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0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27"/>
              <p:cNvSpPr/>
              <p:nvPr/>
            </p:nvSpPr>
            <p:spPr>
              <a:xfrm>
                <a:off x="6128693" y="392144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7"/>
              <p:cNvSpPr/>
              <p:nvPr/>
            </p:nvSpPr>
            <p:spPr>
              <a:xfrm>
                <a:off x="6142758" y="3858196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27"/>
              <p:cNvSpPr/>
              <p:nvPr/>
            </p:nvSpPr>
            <p:spPr>
              <a:xfrm>
                <a:off x="6043729" y="386505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9525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27"/>
              <p:cNvSpPr/>
              <p:nvPr/>
            </p:nvSpPr>
            <p:spPr>
              <a:xfrm>
                <a:off x="5947360" y="3809142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1335"/>
                    </a:moveTo>
                    <a:lnTo>
                      <a:pt x="48849" y="38957"/>
                    </a:lnTo>
                    <a:lnTo>
                      <a:pt x="58828" y="31623"/>
                    </a:lnTo>
                    <a:cubicBezTo>
                      <a:pt x="58828" y="31623"/>
                      <a:pt x="52746" y="24574"/>
                      <a:pt x="52271" y="23908"/>
                    </a:cubicBezTo>
                    <a:cubicBezTo>
                      <a:pt x="47871" y="18840"/>
                      <a:pt x="42710" y="14507"/>
                      <a:pt x="36970" y="11049"/>
                    </a:cubicBezTo>
                    <a:cubicBezTo>
                      <a:pt x="33358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7"/>
              <p:cNvSpPr/>
              <p:nvPr/>
            </p:nvSpPr>
            <p:spPr>
              <a:xfrm>
                <a:off x="6001532" y="377828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7"/>
              <p:cNvSpPr/>
              <p:nvPr/>
            </p:nvSpPr>
            <p:spPr>
              <a:xfrm>
                <a:off x="5879313" y="3773233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27"/>
              <p:cNvSpPr/>
              <p:nvPr/>
            </p:nvSpPr>
            <p:spPr>
              <a:xfrm>
                <a:off x="5880264" y="3830764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27"/>
              <p:cNvSpPr/>
              <p:nvPr/>
            </p:nvSpPr>
            <p:spPr>
              <a:xfrm>
                <a:off x="5879313" y="3755421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59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55" y="180318"/>
                      <a:pt x="157288" y="183690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153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5" name="Google Shape;1335;p27"/>
            <p:cNvGrpSpPr/>
            <p:nvPr/>
          </p:nvGrpSpPr>
          <p:grpSpPr>
            <a:xfrm>
              <a:off x="3810520" y="2694304"/>
              <a:ext cx="883852" cy="621125"/>
              <a:chOff x="5620145" y="3436429"/>
              <a:chExt cx="883852" cy="621125"/>
            </a:xfrm>
          </p:grpSpPr>
          <p:sp>
            <p:nvSpPr>
              <p:cNvPr id="1336" name="Google Shape;1336;p27"/>
              <p:cNvSpPr/>
              <p:nvPr/>
            </p:nvSpPr>
            <p:spPr>
              <a:xfrm>
                <a:off x="5620145" y="354606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27"/>
              <p:cNvSpPr/>
              <p:nvPr/>
            </p:nvSpPr>
            <p:spPr>
              <a:xfrm>
                <a:off x="5620240" y="3689127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27"/>
              <p:cNvSpPr/>
              <p:nvPr/>
            </p:nvSpPr>
            <p:spPr>
              <a:xfrm>
                <a:off x="6437470" y="3692175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7"/>
              <p:cNvSpPr/>
              <p:nvPr/>
            </p:nvSpPr>
            <p:spPr>
              <a:xfrm>
                <a:off x="5620145" y="343642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27"/>
              <p:cNvSpPr/>
              <p:nvPr/>
            </p:nvSpPr>
            <p:spPr>
              <a:xfrm>
                <a:off x="5745842" y="3506057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27"/>
              <p:cNvSpPr/>
              <p:nvPr/>
            </p:nvSpPr>
            <p:spPr>
              <a:xfrm>
                <a:off x="5746450" y="3527964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7"/>
              <p:cNvSpPr/>
              <p:nvPr/>
            </p:nvSpPr>
            <p:spPr>
              <a:xfrm>
                <a:off x="5908110" y="3610832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89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7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2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3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6"/>
                    </a:lnTo>
                    <a:cubicBezTo>
                      <a:pt x="130012" y="112967"/>
                      <a:pt x="118417" y="116300"/>
                      <a:pt x="107773" y="118301"/>
                    </a:cubicBezTo>
                    <a:cubicBezTo>
                      <a:pt x="98212" y="120768"/>
                      <a:pt x="88442" y="122330"/>
                      <a:pt x="78596" y="122968"/>
                    </a:cubicBezTo>
                    <a:cubicBezTo>
                      <a:pt x="69748" y="123282"/>
                      <a:pt x="60900" y="122444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3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7"/>
              <p:cNvSpPr/>
              <p:nvPr/>
            </p:nvSpPr>
            <p:spPr>
              <a:xfrm>
                <a:off x="6030138" y="3747992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27"/>
              <p:cNvSpPr/>
              <p:nvPr/>
            </p:nvSpPr>
            <p:spPr>
              <a:xfrm>
                <a:off x="6157299" y="375885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27"/>
              <p:cNvSpPr/>
              <p:nvPr/>
            </p:nvSpPr>
            <p:spPr>
              <a:xfrm>
                <a:off x="6171364" y="3695604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7"/>
              <p:cNvSpPr/>
              <p:nvPr/>
            </p:nvSpPr>
            <p:spPr>
              <a:xfrm>
                <a:off x="6072240" y="3701986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7"/>
              <p:cNvSpPr/>
              <p:nvPr/>
            </p:nvSpPr>
            <p:spPr>
              <a:xfrm>
                <a:off x="5975967" y="3647217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0382"/>
                    </a:moveTo>
                    <a:lnTo>
                      <a:pt x="48754" y="38957"/>
                    </a:lnTo>
                    <a:lnTo>
                      <a:pt x="58828" y="31623"/>
                    </a:lnTo>
                    <a:cubicBezTo>
                      <a:pt x="58828" y="31623"/>
                      <a:pt x="52651" y="24574"/>
                      <a:pt x="52176" y="23908"/>
                    </a:cubicBezTo>
                    <a:cubicBezTo>
                      <a:pt x="47776" y="18878"/>
                      <a:pt x="42615" y="14573"/>
                      <a:pt x="36875" y="11144"/>
                    </a:cubicBezTo>
                    <a:cubicBezTo>
                      <a:pt x="33263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27"/>
              <p:cNvSpPr/>
              <p:nvPr/>
            </p:nvSpPr>
            <p:spPr>
              <a:xfrm>
                <a:off x="6030138" y="3615690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27"/>
              <p:cNvSpPr/>
              <p:nvPr/>
            </p:nvSpPr>
            <p:spPr>
              <a:xfrm>
                <a:off x="5907920" y="3610641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27"/>
              <p:cNvSpPr/>
              <p:nvPr/>
            </p:nvSpPr>
            <p:spPr>
              <a:xfrm>
                <a:off x="5908870" y="366826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27"/>
              <p:cNvSpPr/>
              <p:nvPr/>
            </p:nvSpPr>
            <p:spPr>
              <a:xfrm>
                <a:off x="5907539" y="3592925"/>
                <a:ext cx="29491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11" h="185451" extrusionOk="0">
                    <a:moveTo>
                      <a:pt x="149875" y="30099"/>
                    </a:moveTo>
                    <a:cubicBezTo>
                      <a:pt x="145988" y="30089"/>
                      <a:pt x="142110" y="30404"/>
                      <a:pt x="138280" y="31052"/>
                    </a:cubicBezTo>
                    <a:cubicBezTo>
                      <a:pt x="133148" y="31813"/>
                      <a:pt x="127256" y="32861"/>
                      <a:pt x="120793" y="34195"/>
                    </a:cubicBezTo>
                    <a:cubicBezTo>
                      <a:pt x="114331" y="35528"/>
                      <a:pt x="107678" y="37243"/>
                      <a:pt x="100740" y="39338"/>
                    </a:cubicBezTo>
                    <a:cubicBezTo>
                      <a:pt x="93935" y="41377"/>
                      <a:pt x="87302" y="43920"/>
                      <a:pt x="80877" y="46958"/>
                    </a:cubicBezTo>
                    <a:lnTo>
                      <a:pt x="131722" y="76295"/>
                    </a:lnTo>
                    <a:lnTo>
                      <a:pt x="140751" y="73152"/>
                    </a:lnTo>
                    <a:cubicBezTo>
                      <a:pt x="153676" y="68771"/>
                      <a:pt x="165936" y="65151"/>
                      <a:pt x="177341" y="62103"/>
                    </a:cubicBezTo>
                    <a:cubicBezTo>
                      <a:pt x="188108" y="59265"/>
                      <a:pt x="199114" y="57445"/>
                      <a:pt x="210224" y="56674"/>
                    </a:cubicBezTo>
                    <a:cubicBezTo>
                      <a:pt x="220374" y="56064"/>
                      <a:pt x="230571" y="56769"/>
                      <a:pt x="240541" y="58769"/>
                    </a:cubicBezTo>
                    <a:cubicBezTo>
                      <a:pt x="250577" y="60979"/>
                      <a:pt x="260204" y="64779"/>
                      <a:pt x="269052" y="70009"/>
                    </a:cubicBezTo>
                    <a:cubicBezTo>
                      <a:pt x="277824" y="74409"/>
                      <a:pt x="285351" y="80963"/>
                      <a:pt x="290911" y="89059"/>
                    </a:cubicBezTo>
                    <a:cubicBezTo>
                      <a:pt x="294684" y="94964"/>
                      <a:pt x="295853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315" y="135617"/>
                      <a:pt x="267522" y="141761"/>
                      <a:pt x="259073" y="146876"/>
                    </a:cubicBezTo>
                    <a:lnTo>
                      <a:pt x="291386" y="16592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35"/>
                      <a:pt x="209359" y="170860"/>
                      <a:pt x="192642" y="175355"/>
                    </a:cubicBezTo>
                    <a:cubicBezTo>
                      <a:pt x="175164" y="180280"/>
                      <a:pt x="157297" y="183652"/>
                      <a:pt x="139231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2842" y="152971"/>
                      <a:pt x="149875" y="151829"/>
                      <a:pt x="157763" y="150114"/>
                    </a:cubicBezTo>
                    <a:cubicBezTo>
                      <a:pt x="165651" y="148400"/>
                      <a:pt x="173824" y="146209"/>
                      <a:pt x="182568" y="143732"/>
                    </a:cubicBezTo>
                    <a:cubicBezTo>
                      <a:pt x="191074" y="141218"/>
                      <a:pt x="199370" y="138036"/>
                      <a:pt x="207373" y="13420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46" y="118596"/>
                      <a:pt x="35554" y="115396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44" y="46072"/>
                      <a:pt x="22163" y="39653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15"/>
                      <a:pt x="119871" y="1667"/>
                      <a:pt x="134574" y="0"/>
                    </a:cubicBezTo>
                    <a:close/>
                    <a:moveTo>
                      <a:pt x="63580" y="83439"/>
                    </a:moveTo>
                    <a:cubicBezTo>
                      <a:pt x="70214" y="87306"/>
                      <a:pt x="77903" y="88973"/>
                      <a:pt x="85534" y="88202"/>
                    </a:cubicBezTo>
                    <a:cubicBezTo>
                      <a:pt x="95846" y="87030"/>
                      <a:pt x="106015" y="84763"/>
                      <a:pt x="115851" y="81439"/>
                    </a:cubicBezTo>
                    <a:lnTo>
                      <a:pt x="68332" y="53912"/>
                    </a:lnTo>
                    <a:cubicBezTo>
                      <a:pt x="50655" y="65342"/>
                      <a:pt x="49230" y="75247"/>
                      <a:pt x="63580" y="83725"/>
                    </a:cubicBezTo>
                    <a:close/>
                    <a:moveTo>
                      <a:pt x="230372" y="97441"/>
                    </a:moveTo>
                    <a:cubicBezTo>
                      <a:pt x="223139" y="93421"/>
                      <a:pt x="214786" y="91916"/>
                      <a:pt x="206612" y="93154"/>
                    </a:cubicBezTo>
                    <a:cubicBezTo>
                      <a:pt x="195360" y="94612"/>
                      <a:pt x="184259" y="97069"/>
                      <a:pt x="173444" y="100489"/>
                    </a:cubicBezTo>
                    <a:lnTo>
                      <a:pt x="220963" y="127826"/>
                    </a:lnTo>
                    <a:cubicBezTo>
                      <a:pt x="240921" y="115443"/>
                      <a:pt x="244057" y="105318"/>
                      <a:pt x="23037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2" name="Google Shape;1352;p27"/>
            <p:cNvGrpSpPr/>
            <p:nvPr/>
          </p:nvGrpSpPr>
          <p:grpSpPr>
            <a:xfrm>
              <a:off x="3800921" y="2531712"/>
              <a:ext cx="883852" cy="621125"/>
              <a:chOff x="5610546" y="3273837"/>
              <a:chExt cx="883852" cy="621125"/>
            </a:xfrm>
          </p:grpSpPr>
          <p:sp>
            <p:nvSpPr>
              <p:cNvPr id="1353" name="Google Shape;1353;p27"/>
              <p:cNvSpPr/>
              <p:nvPr/>
            </p:nvSpPr>
            <p:spPr>
              <a:xfrm>
                <a:off x="5610546" y="33834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27"/>
              <p:cNvSpPr/>
              <p:nvPr/>
            </p:nvSpPr>
            <p:spPr>
              <a:xfrm>
                <a:off x="5610736" y="3526535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27"/>
              <p:cNvSpPr/>
              <p:nvPr/>
            </p:nvSpPr>
            <p:spPr>
              <a:xfrm>
                <a:off x="6427967" y="352958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27"/>
              <p:cNvSpPr/>
              <p:nvPr/>
            </p:nvSpPr>
            <p:spPr>
              <a:xfrm>
                <a:off x="5610546" y="327383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27"/>
              <p:cNvSpPr/>
              <p:nvPr/>
            </p:nvSpPr>
            <p:spPr>
              <a:xfrm>
                <a:off x="5736262" y="3343465"/>
                <a:ext cx="63260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093" extrusionOk="0">
                    <a:moveTo>
                      <a:pt x="632021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202"/>
                      <a:pt x="637344" y="143637"/>
                      <a:pt x="632021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27"/>
              <p:cNvSpPr/>
              <p:nvPr/>
            </p:nvSpPr>
            <p:spPr>
              <a:xfrm>
                <a:off x="5736851" y="3365444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1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606"/>
                      <a:pt x="626965" y="128992"/>
                      <a:pt x="631431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>
                <a:off x="5898416" y="3447859"/>
                <a:ext cx="29465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651" h="185451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3"/>
                      <a:pt x="126875" y="32480"/>
                      <a:pt x="120413" y="33814"/>
                    </a:cubicBezTo>
                    <a:cubicBezTo>
                      <a:pt x="113950" y="35147"/>
                      <a:pt x="107203" y="36957"/>
                      <a:pt x="100265" y="39052"/>
                    </a:cubicBezTo>
                    <a:cubicBezTo>
                      <a:pt x="93498" y="41053"/>
                      <a:pt x="86884" y="43567"/>
                      <a:pt x="80497" y="46577"/>
                    </a:cubicBezTo>
                    <a:lnTo>
                      <a:pt x="131247" y="76009"/>
                    </a:lnTo>
                    <a:lnTo>
                      <a:pt x="140751" y="72771"/>
                    </a:lnTo>
                    <a:cubicBezTo>
                      <a:pt x="153676" y="68485"/>
                      <a:pt x="165841" y="64770"/>
                      <a:pt x="177341" y="61817"/>
                    </a:cubicBezTo>
                    <a:cubicBezTo>
                      <a:pt x="188089" y="58883"/>
                      <a:pt x="199104" y="57064"/>
                      <a:pt x="210224" y="56388"/>
                    </a:cubicBezTo>
                    <a:cubicBezTo>
                      <a:pt x="220345" y="55702"/>
                      <a:pt x="230505" y="56369"/>
                      <a:pt x="240446" y="58388"/>
                    </a:cubicBezTo>
                    <a:cubicBezTo>
                      <a:pt x="250453" y="60655"/>
                      <a:pt x="260043" y="64475"/>
                      <a:pt x="268862" y="69723"/>
                    </a:cubicBezTo>
                    <a:cubicBezTo>
                      <a:pt x="277644" y="74114"/>
                      <a:pt x="285161" y="80667"/>
                      <a:pt x="290721" y="88773"/>
                    </a:cubicBezTo>
                    <a:cubicBezTo>
                      <a:pt x="294389" y="94717"/>
                      <a:pt x="295549" y="101879"/>
                      <a:pt x="293952" y="108680"/>
                    </a:cubicBezTo>
                    <a:cubicBezTo>
                      <a:pt x="291776" y="116148"/>
                      <a:pt x="287680" y="122920"/>
                      <a:pt x="282072" y="128302"/>
                    </a:cubicBezTo>
                    <a:cubicBezTo>
                      <a:pt x="275239" y="135350"/>
                      <a:pt x="267617" y="141580"/>
                      <a:pt x="259358" y="146875"/>
                    </a:cubicBezTo>
                    <a:lnTo>
                      <a:pt x="291671" y="165925"/>
                    </a:lnTo>
                    <a:lnTo>
                      <a:pt x="273994" y="176117"/>
                    </a:lnTo>
                    <a:lnTo>
                      <a:pt x="241396" y="157067"/>
                    </a:lnTo>
                    <a:cubicBezTo>
                      <a:pt x="225867" y="164735"/>
                      <a:pt x="209635" y="170898"/>
                      <a:pt x="192927" y="175450"/>
                    </a:cubicBezTo>
                    <a:cubicBezTo>
                      <a:pt x="175440" y="180289"/>
                      <a:pt x="157573" y="183633"/>
                      <a:pt x="139516" y="185452"/>
                    </a:cubicBezTo>
                    <a:lnTo>
                      <a:pt x="122409" y="154876"/>
                    </a:lnTo>
                    <a:cubicBezTo>
                      <a:pt x="127180" y="154753"/>
                      <a:pt x="131941" y="154372"/>
                      <a:pt x="136664" y="153734"/>
                    </a:cubicBezTo>
                    <a:cubicBezTo>
                      <a:pt x="143821" y="152924"/>
                      <a:pt x="150930" y="151714"/>
                      <a:pt x="157953" y="150114"/>
                    </a:cubicBezTo>
                    <a:cubicBezTo>
                      <a:pt x="165841" y="148400"/>
                      <a:pt x="174109" y="146304"/>
                      <a:pt x="182853" y="143732"/>
                    </a:cubicBezTo>
                    <a:cubicBezTo>
                      <a:pt x="191340" y="141151"/>
                      <a:pt x="199627" y="137970"/>
                      <a:pt x="207658" y="134207"/>
                    </a:cubicBezTo>
                    <a:lnTo>
                      <a:pt x="156812" y="104966"/>
                    </a:lnTo>
                    <a:lnTo>
                      <a:pt x="150255" y="107251"/>
                    </a:lnTo>
                    <a:lnTo>
                      <a:pt x="143317" y="109347"/>
                    </a:lnTo>
                    <a:cubicBezTo>
                      <a:pt x="130582" y="113538"/>
                      <a:pt x="118892" y="116872"/>
                      <a:pt x="108343" y="118872"/>
                    </a:cubicBezTo>
                    <a:cubicBezTo>
                      <a:pt x="98545" y="121149"/>
                      <a:pt x="88556" y="122492"/>
                      <a:pt x="78501" y="122873"/>
                    </a:cubicBezTo>
                    <a:cubicBezTo>
                      <a:pt x="69691" y="123187"/>
                      <a:pt x="60872" y="122358"/>
                      <a:pt x="52271" y="120396"/>
                    </a:cubicBezTo>
                    <a:cubicBezTo>
                      <a:pt x="43698" y="118453"/>
                      <a:pt x="35468" y="115243"/>
                      <a:pt x="27846" y="110871"/>
                    </a:cubicBezTo>
                    <a:cubicBezTo>
                      <a:pt x="19540" y="106518"/>
                      <a:pt x="12326" y="100327"/>
                      <a:pt x="6748" y="92774"/>
                    </a:cubicBezTo>
                    <a:cubicBezTo>
                      <a:pt x="2604" y="87078"/>
                      <a:pt x="580" y="8009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197" y="4593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6" y="17059"/>
                      <a:pt x="75793" y="11697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47" y="86754"/>
                      <a:pt x="105587" y="84449"/>
                      <a:pt x="115376" y="81058"/>
                    </a:cubicBezTo>
                    <a:lnTo>
                      <a:pt x="67857" y="53531"/>
                    </a:lnTo>
                    <a:cubicBezTo>
                      <a:pt x="50275" y="65056"/>
                      <a:pt x="48849" y="74867"/>
                      <a:pt x="63105" y="83153"/>
                    </a:cubicBezTo>
                    <a:close/>
                    <a:moveTo>
                      <a:pt x="229992" y="97060"/>
                    </a:moveTo>
                    <a:cubicBezTo>
                      <a:pt x="222693" y="93135"/>
                      <a:pt x="214339" y="91631"/>
                      <a:pt x="206137" y="92774"/>
                    </a:cubicBezTo>
                    <a:cubicBezTo>
                      <a:pt x="194894" y="94278"/>
                      <a:pt x="183803" y="96736"/>
                      <a:pt x="172969" y="100108"/>
                    </a:cubicBezTo>
                    <a:lnTo>
                      <a:pt x="220488" y="127540"/>
                    </a:lnTo>
                    <a:cubicBezTo>
                      <a:pt x="240512" y="115157"/>
                      <a:pt x="243677" y="104994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>
                <a:off x="6020539" y="3585400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27"/>
              <p:cNvSpPr/>
              <p:nvPr/>
            </p:nvSpPr>
            <p:spPr>
              <a:xfrm>
                <a:off x="6147700" y="359625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27"/>
              <p:cNvSpPr/>
              <p:nvPr/>
            </p:nvSpPr>
            <p:spPr>
              <a:xfrm>
                <a:off x="6161861" y="353301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27"/>
              <p:cNvSpPr/>
              <p:nvPr/>
            </p:nvSpPr>
            <p:spPr>
              <a:xfrm>
                <a:off x="6062736" y="353939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27"/>
              <p:cNvSpPr/>
              <p:nvPr/>
            </p:nvSpPr>
            <p:spPr>
              <a:xfrm>
                <a:off x="5966368" y="348453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6" y="18898"/>
                      <a:pt x="42406" y="14592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27"/>
              <p:cNvSpPr/>
              <p:nvPr/>
            </p:nvSpPr>
            <p:spPr>
              <a:xfrm>
                <a:off x="6020539" y="3453098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236" y="19621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27"/>
              <p:cNvSpPr/>
              <p:nvPr/>
            </p:nvSpPr>
            <p:spPr>
              <a:xfrm>
                <a:off x="5898416" y="344805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27"/>
              <p:cNvSpPr/>
              <p:nvPr/>
            </p:nvSpPr>
            <p:spPr>
              <a:xfrm>
                <a:off x="5899366" y="3505676"/>
                <a:ext cx="30317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5907"/>
                    </a:lnTo>
                    <a:lnTo>
                      <a:pt x="997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27"/>
              <p:cNvSpPr/>
              <p:nvPr/>
            </p:nvSpPr>
            <p:spPr>
              <a:xfrm>
                <a:off x="5898416" y="3431095"/>
                <a:ext cx="2946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070" extrusionOk="0">
                    <a:moveTo>
                      <a:pt x="149495" y="29337"/>
                    </a:moveTo>
                    <a:cubicBezTo>
                      <a:pt x="145608" y="29327"/>
                      <a:pt x="141730" y="29642"/>
                      <a:pt x="137900" y="30289"/>
                    </a:cubicBezTo>
                    <a:cubicBezTo>
                      <a:pt x="132673" y="31051"/>
                      <a:pt x="126875" y="32099"/>
                      <a:pt x="120413" y="33433"/>
                    </a:cubicBezTo>
                    <a:cubicBezTo>
                      <a:pt x="113950" y="34766"/>
                      <a:pt x="107203" y="36576"/>
                      <a:pt x="100265" y="38576"/>
                    </a:cubicBezTo>
                    <a:cubicBezTo>
                      <a:pt x="93508" y="40653"/>
                      <a:pt x="86903" y="43196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89" y="58522"/>
                      <a:pt x="199104" y="56664"/>
                      <a:pt x="210224" y="55912"/>
                    </a:cubicBezTo>
                    <a:cubicBezTo>
                      <a:pt x="220345" y="55302"/>
                      <a:pt x="230505" y="56007"/>
                      <a:pt x="240446" y="58007"/>
                    </a:cubicBezTo>
                    <a:cubicBezTo>
                      <a:pt x="250463" y="60227"/>
                      <a:pt x="260062" y="64056"/>
                      <a:pt x="268862" y="69342"/>
                    </a:cubicBezTo>
                    <a:cubicBezTo>
                      <a:pt x="277663" y="73705"/>
                      <a:pt x="285190" y="80267"/>
                      <a:pt x="290721" y="88392"/>
                    </a:cubicBezTo>
                    <a:cubicBezTo>
                      <a:pt x="294399" y="94336"/>
                      <a:pt x="295558" y="101498"/>
                      <a:pt x="293952" y="108299"/>
                    </a:cubicBezTo>
                    <a:cubicBezTo>
                      <a:pt x="291757" y="115757"/>
                      <a:pt x="287661" y="122520"/>
                      <a:pt x="282072" y="127921"/>
                    </a:cubicBezTo>
                    <a:cubicBezTo>
                      <a:pt x="275239" y="134969"/>
                      <a:pt x="267617" y="141199"/>
                      <a:pt x="259358" y="146495"/>
                    </a:cubicBezTo>
                    <a:lnTo>
                      <a:pt x="291671" y="165545"/>
                    </a:lnTo>
                    <a:lnTo>
                      <a:pt x="273994" y="175736"/>
                    </a:lnTo>
                    <a:lnTo>
                      <a:pt x="241396" y="156686"/>
                    </a:lnTo>
                    <a:cubicBezTo>
                      <a:pt x="225867" y="164354"/>
                      <a:pt x="209635" y="170517"/>
                      <a:pt x="192927" y="175070"/>
                    </a:cubicBezTo>
                    <a:cubicBezTo>
                      <a:pt x="175440" y="179908"/>
                      <a:pt x="157573" y="183252"/>
                      <a:pt x="139516" y="185071"/>
                    </a:cubicBezTo>
                    <a:lnTo>
                      <a:pt x="122409" y="154496"/>
                    </a:lnTo>
                    <a:cubicBezTo>
                      <a:pt x="127180" y="154372"/>
                      <a:pt x="131941" y="153991"/>
                      <a:pt x="136664" y="153353"/>
                    </a:cubicBezTo>
                    <a:cubicBezTo>
                      <a:pt x="143032" y="152590"/>
                      <a:pt x="150160" y="151447"/>
                      <a:pt x="157953" y="149733"/>
                    </a:cubicBezTo>
                    <a:cubicBezTo>
                      <a:pt x="165746" y="148019"/>
                      <a:pt x="174109" y="145923"/>
                      <a:pt x="182853" y="143351"/>
                    </a:cubicBezTo>
                    <a:cubicBezTo>
                      <a:pt x="191340" y="140770"/>
                      <a:pt x="199627" y="137589"/>
                      <a:pt x="207658" y="133826"/>
                    </a:cubicBezTo>
                    <a:lnTo>
                      <a:pt x="157098" y="104585"/>
                    </a:lnTo>
                    <a:lnTo>
                      <a:pt x="150540" y="106871"/>
                    </a:lnTo>
                    <a:lnTo>
                      <a:pt x="143602" y="108966"/>
                    </a:lnTo>
                    <a:cubicBezTo>
                      <a:pt x="130867" y="113157"/>
                      <a:pt x="119177" y="116491"/>
                      <a:pt x="108628" y="118491"/>
                    </a:cubicBezTo>
                    <a:cubicBezTo>
                      <a:pt x="98830" y="120767"/>
                      <a:pt x="88841" y="122111"/>
                      <a:pt x="78786" y="122491"/>
                    </a:cubicBezTo>
                    <a:cubicBezTo>
                      <a:pt x="69976" y="122758"/>
                      <a:pt x="61166" y="121929"/>
                      <a:pt x="52556" y="120015"/>
                    </a:cubicBezTo>
                    <a:cubicBezTo>
                      <a:pt x="44002" y="118034"/>
                      <a:pt x="35772" y="114824"/>
                      <a:pt x="28131" y="110490"/>
                    </a:cubicBezTo>
                    <a:cubicBezTo>
                      <a:pt x="19796" y="106137"/>
                      <a:pt x="12573" y="99908"/>
                      <a:pt x="7033" y="92297"/>
                    </a:cubicBezTo>
                    <a:cubicBezTo>
                      <a:pt x="2889" y="86630"/>
                      <a:pt x="865" y="79686"/>
                      <a:pt x="1331" y="72676"/>
                    </a:cubicBezTo>
                    <a:cubicBezTo>
                      <a:pt x="2072" y="65380"/>
                      <a:pt x="4989" y="58474"/>
                      <a:pt x="9694" y="52864"/>
                    </a:cubicBezTo>
                    <a:cubicBezTo>
                      <a:pt x="15482" y="45453"/>
                      <a:pt x="22410" y="39024"/>
                      <a:pt x="30222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11"/>
                      <a:pt x="77494" y="88278"/>
                      <a:pt x="85154" y="87535"/>
                    </a:cubicBezTo>
                    <a:cubicBezTo>
                      <a:pt x="95437" y="86325"/>
                      <a:pt x="105568" y="84020"/>
                      <a:pt x="115376" y="80677"/>
                    </a:cubicBezTo>
                    <a:lnTo>
                      <a:pt x="67857" y="53150"/>
                    </a:lnTo>
                    <a:cubicBezTo>
                      <a:pt x="50275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21" y="92678"/>
                      <a:pt x="214339" y="91173"/>
                      <a:pt x="206137" y="92393"/>
                    </a:cubicBezTo>
                    <a:cubicBezTo>
                      <a:pt x="194894" y="93897"/>
                      <a:pt x="183803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351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9" name="Google Shape;1369;p27"/>
            <p:cNvGrpSpPr/>
            <p:nvPr/>
          </p:nvGrpSpPr>
          <p:grpSpPr>
            <a:xfrm>
              <a:off x="3829623" y="2378741"/>
              <a:ext cx="883852" cy="621029"/>
              <a:chOff x="5639248" y="3120866"/>
              <a:chExt cx="883852" cy="621029"/>
            </a:xfrm>
          </p:grpSpPr>
          <p:sp>
            <p:nvSpPr>
              <p:cNvPr id="1370" name="Google Shape;1370;p27"/>
              <p:cNvSpPr/>
              <p:nvPr/>
            </p:nvSpPr>
            <p:spPr>
              <a:xfrm>
                <a:off x="5639248" y="323040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7"/>
              <p:cNvSpPr/>
              <p:nvPr/>
            </p:nvSpPr>
            <p:spPr>
              <a:xfrm>
                <a:off x="5639343" y="337356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7"/>
              <p:cNvSpPr/>
              <p:nvPr/>
            </p:nvSpPr>
            <p:spPr>
              <a:xfrm>
                <a:off x="6456573" y="3376612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7"/>
              <p:cNvSpPr/>
              <p:nvPr/>
            </p:nvSpPr>
            <p:spPr>
              <a:xfrm>
                <a:off x="5639248" y="31208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7"/>
              <p:cNvSpPr/>
              <p:nvPr/>
            </p:nvSpPr>
            <p:spPr>
              <a:xfrm>
                <a:off x="5764868" y="3190470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7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6"/>
                      <a:pt x="216136" y="383976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4" y="143280"/>
                      <a:pt x="632117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7"/>
              <p:cNvSpPr/>
              <p:nvPr/>
            </p:nvSpPr>
            <p:spPr>
              <a:xfrm>
                <a:off x="5765458" y="321237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7"/>
              <p:cNvSpPr/>
              <p:nvPr/>
            </p:nvSpPr>
            <p:spPr>
              <a:xfrm>
                <a:off x="5927022" y="3295364"/>
                <a:ext cx="294875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213" extrusionOk="0">
                    <a:moveTo>
                      <a:pt x="149495" y="28861"/>
                    </a:moveTo>
                    <a:cubicBezTo>
                      <a:pt x="145608" y="28851"/>
                      <a:pt x="141730" y="29166"/>
                      <a:pt x="137900" y="29813"/>
                    </a:cubicBezTo>
                    <a:cubicBezTo>
                      <a:pt x="132673" y="30575"/>
                      <a:pt x="126876" y="31623"/>
                      <a:pt x="120413" y="32956"/>
                    </a:cubicBezTo>
                    <a:cubicBezTo>
                      <a:pt x="113950" y="34290"/>
                      <a:pt x="107298" y="36004"/>
                      <a:pt x="100265" y="38100"/>
                    </a:cubicBezTo>
                    <a:cubicBezTo>
                      <a:pt x="93498" y="40148"/>
                      <a:pt x="86893" y="42701"/>
                      <a:pt x="80497" y="45720"/>
                    </a:cubicBezTo>
                    <a:lnTo>
                      <a:pt x="131247" y="75057"/>
                    </a:lnTo>
                    <a:lnTo>
                      <a:pt x="140751" y="71914"/>
                    </a:lnTo>
                    <a:cubicBezTo>
                      <a:pt x="153676" y="67532"/>
                      <a:pt x="165841" y="63913"/>
                      <a:pt x="177341" y="60865"/>
                    </a:cubicBezTo>
                    <a:cubicBezTo>
                      <a:pt x="188108" y="58026"/>
                      <a:pt x="199114" y="56207"/>
                      <a:pt x="210224" y="55435"/>
                    </a:cubicBezTo>
                    <a:cubicBezTo>
                      <a:pt x="220374" y="54826"/>
                      <a:pt x="230571" y="55531"/>
                      <a:pt x="240541" y="57531"/>
                    </a:cubicBezTo>
                    <a:cubicBezTo>
                      <a:pt x="250577" y="59760"/>
                      <a:pt x="260195" y="63551"/>
                      <a:pt x="269052" y="68771"/>
                    </a:cubicBezTo>
                    <a:cubicBezTo>
                      <a:pt x="277824" y="73171"/>
                      <a:pt x="285351" y="79724"/>
                      <a:pt x="290911" y="87821"/>
                    </a:cubicBezTo>
                    <a:cubicBezTo>
                      <a:pt x="294627" y="93745"/>
                      <a:pt x="295796" y="100927"/>
                      <a:pt x="294142" y="107728"/>
                    </a:cubicBezTo>
                    <a:cubicBezTo>
                      <a:pt x="291985" y="115205"/>
                      <a:pt x="287889" y="121977"/>
                      <a:pt x="282262" y="127349"/>
                    </a:cubicBezTo>
                    <a:cubicBezTo>
                      <a:pt x="275315" y="134379"/>
                      <a:pt x="267522" y="140522"/>
                      <a:pt x="259073" y="145637"/>
                    </a:cubicBezTo>
                    <a:lnTo>
                      <a:pt x="291386" y="164687"/>
                    </a:lnTo>
                    <a:lnTo>
                      <a:pt x="273709" y="174879"/>
                    </a:lnTo>
                    <a:lnTo>
                      <a:pt x="241111" y="155829"/>
                    </a:lnTo>
                    <a:cubicBezTo>
                      <a:pt x="225572" y="163487"/>
                      <a:pt x="209349" y="169650"/>
                      <a:pt x="192642" y="174212"/>
                    </a:cubicBezTo>
                    <a:cubicBezTo>
                      <a:pt x="175155" y="179051"/>
                      <a:pt x="157288" y="182394"/>
                      <a:pt x="139230" y="184213"/>
                    </a:cubicBezTo>
                    <a:lnTo>
                      <a:pt x="122219" y="153638"/>
                    </a:lnTo>
                    <a:cubicBezTo>
                      <a:pt x="126952" y="153514"/>
                      <a:pt x="131684" y="153133"/>
                      <a:pt x="136379" y="152495"/>
                    </a:cubicBezTo>
                    <a:cubicBezTo>
                      <a:pt x="142842" y="151733"/>
                      <a:pt x="149875" y="150590"/>
                      <a:pt x="157763" y="148876"/>
                    </a:cubicBezTo>
                    <a:cubicBezTo>
                      <a:pt x="165651" y="147161"/>
                      <a:pt x="173824" y="145066"/>
                      <a:pt x="182568" y="142494"/>
                    </a:cubicBezTo>
                    <a:cubicBezTo>
                      <a:pt x="191074" y="139970"/>
                      <a:pt x="199361" y="136779"/>
                      <a:pt x="207373" y="132969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36" y="118615"/>
                      <a:pt x="35544" y="115405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3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105" y="82201"/>
                    </a:moveTo>
                    <a:cubicBezTo>
                      <a:pt x="69758" y="86116"/>
                      <a:pt x="77484" y="87782"/>
                      <a:pt x="85154" y="86963"/>
                    </a:cubicBezTo>
                    <a:cubicBezTo>
                      <a:pt x="95475" y="85792"/>
                      <a:pt x="105635" y="83525"/>
                      <a:pt x="115471" y="80200"/>
                    </a:cubicBezTo>
                    <a:lnTo>
                      <a:pt x="67952" y="52673"/>
                    </a:lnTo>
                    <a:cubicBezTo>
                      <a:pt x="50180" y="64484"/>
                      <a:pt x="48849" y="74390"/>
                      <a:pt x="63105" y="82582"/>
                    </a:cubicBezTo>
                    <a:close/>
                    <a:moveTo>
                      <a:pt x="229992" y="96203"/>
                    </a:moveTo>
                    <a:cubicBezTo>
                      <a:pt x="222750" y="92221"/>
                      <a:pt x="214405" y="90716"/>
                      <a:pt x="206232" y="91916"/>
                    </a:cubicBezTo>
                    <a:cubicBezTo>
                      <a:pt x="194951" y="93374"/>
                      <a:pt x="183822" y="95831"/>
                      <a:pt x="172969" y="99250"/>
                    </a:cubicBezTo>
                    <a:lnTo>
                      <a:pt x="220488" y="126587"/>
                    </a:lnTo>
                    <a:cubicBezTo>
                      <a:pt x="240512" y="114462"/>
                      <a:pt x="243677" y="104461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7"/>
              <p:cNvSpPr/>
              <p:nvPr/>
            </p:nvSpPr>
            <p:spPr>
              <a:xfrm>
                <a:off x="6049241" y="343233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27"/>
              <p:cNvSpPr/>
              <p:nvPr/>
            </p:nvSpPr>
            <p:spPr>
              <a:xfrm>
                <a:off x="6176402" y="3443287"/>
                <a:ext cx="42006" cy="19621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621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621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27"/>
              <p:cNvSpPr/>
              <p:nvPr/>
            </p:nvSpPr>
            <p:spPr>
              <a:xfrm>
                <a:off x="6190467" y="33800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7"/>
              <p:cNvSpPr/>
              <p:nvPr/>
            </p:nvSpPr>
            <p:spPr>
              <a:xfrm>
                <a:off x="6091248" y="33864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7"/>
              <p:cNvSpPr/>
              <p:nvPr/>
            </p:nvSpPr>
            <p:spPr>
              <a:xfrm>
                <a:off x="5995069" y="3331273"/>
                <a:ext cx="58923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862" extrusionOk="0">
                    <a:moveTo>
                      <a:pt x="0" y="11049"/>
                    </a:moveTo>
                    <a:lnTo>
                      <a:pt x="48944" y="38862"/>
                    </a:lnTo>
                    <a:lnTo>
                      <a:pt x="58923" y="31623"/>
                    </a:lnTo>
                    <a:cubicBezTo>
                      <a:pt x="58923" y="31623"/>
                      <a:pt x="52841" y="24575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7"/>
              <p:cNvSpPr/>
              <p:nvPr/>
            </p:nvSpPr>
            <p:spPr>
              <a:xfrm>
                <a:off x="6049241" y="330012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7"/>
              <p:cNvSpPr/>
              <p:nvPr/>
            </p:nvSpPr>
            <p:spPr>
              <a:xfrm>
                <a:off x="5927022" y="3295078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7"/>
              <p:cNvSpPr/>
              <p:nvPr/>
            </p:nvSpPr>
            <p:spPr>
              <a:xfrm>
                <a:off x="5927973" y="3352800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717"/>
                    </a:moveTo>
                    <a:lnTo>
                      <a:pt x="0" y="0"/>
                    </a:lnTo>
                    <a:lnTo>
                      <a:pt x="30222" y="0"/>
                    </a:lnTo>
                    <a:lnTo>
                      <a:pt x="22904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7"/>
              <p:cNvSpPr/>
              <p:nvPr/>
            </p:nvSpPr>
            <p:spPr>
              <a:xfrm>
                <a:off x="5927022" y="3277266"/>
                <a:ext cx="294877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877" h="185546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813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3"/>
                    </a:cubicBezTo>
                    <a:cubicBezTo>
                      <a:pt x="93517" y="41491"/>
                      <a:pt x="86912" y="44005"/>
                      <a:pt x="80497" y="46958"/>
                    </a:cubicBezTo>
                    <a:lnTo>
                      <a:pt x="131247" y="76390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74" y="56178"/>
                      <a:pt x="230552" y="56855"/>
                      <a:pt x="240541" y="58769"/>
                    </a:cubicBezTo>
                    <a:cubicBezTo>
                      <a:pt x="250577" y="61036"/>
                      <a:pt x="260195" y="64856"/>
                      <a:pt x="269052" y="70104"/>
                    </a:cubicBezTo>
                    <a:cubicBezTo>
                      <a:pt x="277824" y="74504"/>
                      <a:pt x="285351" y="81058"/>
                      <a:pt x="290911" y="89154"/>
                    </a:cubicBezTo>
                    <a:cubicBezTo>
                      <a:pt x="294636" y="95040"/>
                      <a:pt x="295796" y="102194"/>
                      <a:pt x="294142" y="108966"/>
                    </a:cubicBezTo>
                    <a:cubicBezTo>
                      <a:pt x="292013" y="116481"/>
                      <a:pt x="287908" y="123292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308"/>
                    </a:lnTo>
                    <a:lnTo>
                      <a:pt x="241111" y="157258"/>
                    </a:lnTo>
                    <a:cubicBezTo>
                      <a:pt x="225591" y="164925"/>
                      <a:pt x="209359" y="171050"/>
                      <a:pt x="192642" y="175546"/>
                    </a:cubicBezTo>
                    <a:cubicBezTo>
                      <a:pt x="175164" y="180422"/>
                      <a:pt x="157288" y="183775"/>
                      <a:pt x="139230" y="185547"/>
                    </a:cubicBezTo>
                    <a:lnTo>
                      <a:pt x="122219" y="154972"/>
                    </a:lnTo>
                    <a:cubicBezTo>
                      <a:pt x="125355" y="154972"/>
                      <a:pt x="130107" y="154972"/>
                      <a:pt x="136379" y="153924"/>
                    </a:cubicBezTo>
                    <a:cubicBezTo>
                      <a:pt x="142652" y="152876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7"/>
                    </a:cubicBezTo>
                    <a:cubicBezTo>
                      <a:pt x="191074" y="141303"/>
                      <a:pt x="199361" y="138113"/>
                      <a:pt x="207373" y="134302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8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377"/>
                      <a:pt x="60900" y="122549"/>
                      <a:pt x="52271" y="120586"/>
                    </a:cubicBezTo>
                    <a:cubicBezTo>
                      <a:pt x="43727" y="118662"/>
                      <a:pt x="35525" y="115452"/>
                      <a:pt x="27941" y="111061"/>
                    </a:cubicBezTo>
                    <a:cubicBezTo>
                      <a:pt x="19597" y="106670"/>
                      <a:pt x="12355" y="100460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18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75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180" y="65437"/>
                      <a:pt x="48849" y="75533"/>
                      <a:pt x="63105" y="83534"/>
                    </a:cubicBezTo>
                    <a:close/>
                    <a:moveTo>
                      <a:pt x="229992" y="97441"/>
                    </a:moveTo>
                    <a:cubicBezTo>
                      <a:pt x="222740" y="93497"/>
                      <a:pt x="214396" y="92021"/>
                      <a:pt x="206232" y="93250"/>
                    </a:cubicBezTo>
                    <a:cubicBezTo>
                      <a:pt x="194951" y="94707"/>
                      <a:pt x="183822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256" y="115538"/>
                      <a:pt x="243677" y="105442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6" name="Google Shape;1386;p27"/>
            <p:cNvGrpSpPr/>
            <p:nvPr/>
          </p:nvGrpSpPr>
          <p:grpSpPr>
            <a:xfrm>
              <a:off x="3810520" y="2225674"/>
              <a:ext cx="883852" cy="621125"/>
              <a:chOff x="5620145" y="2967799"/>
              <a:chExt cx="883852" cy="621125"/>
            </a:xfrm>
          </p:grpSpPr>
          <p:sp>
            <p:nvSpPr>
              <p:cNvPr id="1387" name="Google Shape;1387;p27"/>
              <p:cNvSpPr/>
              <p:nvPr/>
            </p:nvSpPr>
            <p:spPr>
              <a:xfrm>
                <a:off x="5620145" y="30774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7"/>
              <p:cNvSpPr/>
              <p:nvPr/>
            </p:nvSpPr>
            <p:spPr>
              <a:xfrm>
                <a:off x="5620240" y="3220497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27"/>
              <p:cNvSpPr/>
              <p:nvPr/>
            </p:nvSpPr>
            <p:spPr>
              <a:xfrm>
                <a:off x="6437470" y="3223545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27"/>
              <p:cNvSpPr/>
              <p:nvPr/>
            </p:nvSpPr>
            <p:spPr>
              <a:xfrm>
                <a:off x="5620145" y="296779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27"/>
              <p:cNvSpPr/>
              <p:nvPr/>
            </p:nvSpPr>
            <p:spPr>
              <a:xfrm>
                <a:off x="5745842" y="3037498"/>
                <a:ext cx="632610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21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1"/>
                      <a:pt x="216059" y="383881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69" y="92131"/>
                      <a:pt x="637267" y="14385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27"/>
              <p:cNvSpPr/>
              <p:nvPr/>
            </p:nvSpPr>
            <p:spPr>
              <a:xfrm>
                <a:off x="5746450" y="3059406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3"/>
                      <a:pt x="596363" y="257866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3"/>
                      <a:pt x="0" y="172141"/>
                    </a:cubicBezTo>
                    <a:cubicBezTo>
                      <a:pt x="4372" y="128992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27"/>
              <p:cNvSpPr/>
              <p:nvPr/>
            </p:nvSpPr>
            <p:spPr>
              <a:xfrm>
                <a:off x="5907730" y="3141821"/>
                <a:ext cx="294899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451" extrusionOk="0">
                    <a:moveTo>
                      <a:pt x="149685" y="30004"/>
                    </a:moveTo>
                    <a:cubicBezTo>
                      <a:pt x="145807" y="30004"/>
                      <a:pt x="141929" y="30289"/>
                      <a:pt x="138090" y="30861"/>
                    </a:cubicBezTo>
                    <a:cubicBezTo>
                      <a:pt x="132958" y="31623"/>
                      <a:pt x="127066" y="32671"/>
                      <a:pt x="120603" y="34004"/>
                    </a:cubicBezTo>
                    <a:cubicBezTo>
                      <a:pt x="114140" y="35338"/>
                      <a:pt x="107488" y="37147"/>
                      <a:pt x="100550" y="39243"/>
                    </a:cubicBezTo>
                    <a:cubicBezTo>
                      <a:pt x="93745" y="41243"/>
                      <a:pt x="87112" y="43758"/>
                      <a:pt x="80687" y="46768"/>
                    </a:cubicBezTo>
                    <a:lnTo>
                      <a:pt x="131532" y="76200"/>
                    </a:lnTo>
                    <a:lnTo>
                      <a:pt x="140561" y="72961"/>
                    </a:lnTo>
                    <a:cubicBezTo>
                      <a:pt x="153486" y="68675"/>
                      <a:pt x="165746" y="65056"/>
                      <a:pt x="177151" y="62008"/>
                    </a:cubicBezTo>
                    <a:cubicBezTo>
                      <a:pt x="187909" y="59122"/>
                      <a:pt x="198924" y="57312"/>
                      <a:pt x="210034" y="56578"/>
                    </a:cubicBezTo>
                    <a:cubicBezTo>
                      <a:pt x="220250" y="55874"/>
                      <a:pt x="230505" y="56540"/>
                      <a:pt x="240541" y="58579"/>
                    </a:cubicBezTo>
                    <a:cubicBezTo>
                      <a:pt x="250586" y="60827"/>
                      <a:pt x="260204" y="64656"/>
                      <a:pt x="269052" y="69913"/>
                    </a:cubicBezTo>
                    <a:cubicBezTo>
                      <a:pt x="277834" y="74304"/>
                      <a:pt x="285351" y="80858"/>
                      <a:pt x="290911" y="88963"/>
                    </a:cubicBezTo>
                    <a:cubicBezTo>
                      <a:pt x="294665" y="94869"/>
                      <a:pt x="295834" y="102070"/>
                      <a:pt x="294142" y="108871"/>
                    </a:cubicBezTo>
                    <a:cubicBezTo>
                      <a:pt x="292032" y="116367"/>
                      <a:pt x="287927" y="123149"/>
                      <a:pt x="282262" y="128492"/>
                    </a:cubicBezTo>
                    <a:cubicBezTo>
                      <a:pt x="275287" y="135522"/>
                      <a:pt x="267503" y="141694"/>
                      <a:pt x="259073" y="146875"/>
                    </a:cubicBezTo>
                    <a:lnTo>
                      <a:pt x="291386" y="165925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610" y="164811"/>
                      <a:pt x="209368" y="170974"/>
                      <a:pt x="192642" y="175450"/>
                    </a:cubicBezTo>
                    <a:cubicBezTo>
                      <a:pt x="175155" y="180289"/>
                      <a:pt x="157288" y="183642"/>
                      <a:pt x="139230" y="185452"/>
                    </a:cubicBezTo>
                    <a:lnTo>
                      <a:pt x="122219" y="154876"/>
                    </a:lnTo>
                    <a:cubicBezTo>
                      <a:pt x="125355" y="154876"/>
                      <a:pt x="130107" y="154876"/>
                      <a:pt x="136474" y="153829"/>
                    </a:cubicBezTo>
                    <a:cubicBezTo>
                      <a:pt x="142842" y="152781"/>
                      <a:pt x="149875" y="151828"/>
                      <a:pt x="157763" y="150114"/>
                    </a:cubicBezTo>
                    <a:cubicBezTo>
                      <a:pt x="165651" y="148399"/>
                      <a:pt x="173824" y="146304"/>
                      <a:pt x="182568" y="143732"/>
                    </a:cubicBezTo>
                    <a:cubicBezTo>
                      <a:pt x="191074" y="141227"/>
                      <a:pt x="199370" y="138036"/>
                      <a:pt x="207373" y="134207"/>
                    </a:cubicBezTo>
                    <a:lnTo>
                      <a:pt x="156907" y="104965"/>
                    </a:lnTo>
                    <a:lnTo>
                      <a:pt x="150255" y="107251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16" y="106547"/>
                      <a:pt x="12383" y="100336"/>
                      <a:pt x="6748" y="92773"/>
                    </a:cubicBezTo>
                    <a:cubicBezTo>
                      <a:pt x="2690" y="87068"/>
                      <a:pt x="684" y="80153"/>
                      <a:pt x="1045" y="73152"/>
                    </a:cubicBezTo>
                    <a:cubicBezTo>
                      <a:pt x="1768" y="65856"/>
                      <a:pt x="4685" y="58941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344"/>
                    </a:moveTo>
                    <a:cubicBezTo>
                      <a:pt x="70043" y="87173"/>
                      <a:pt x="77712" y="88830"/>
                      <a:pt x="85344" y="88106"/>
                    </a:cubicBezTo>
                    <a:cubicBezTo>
                      <a:pt x="95656" y="86935"/>
                      <a:pt x="105825" y="84668"/>
                      <a:pt x="115661" y="81343"/>
                    </a:cubicBezTo>
                    <a:lnTo>
                      <a:pt x="68142" y="53721"/>
                    </a:lnTo>
                    <a:cubicBezTo>
                      <a:pt x="50465" y="65056"/>
                      <a:pt x="49040" y="74867"/>
                      <a:pt x="63390" y="83153"/>
                    </a:cubicBezTo>
                    <a:close/>
                    <a:moveTo>
                      <a:pt x="230182" y="96679"/>
                    </a:moveTo>
                    <a:cubicBezTo>
                      <a:pt x="222930" y="92735"/>
                      <a:pt x="214586" y="91259"/>
                      <a:pt x="206422" y="92488"/>
                    </a:cubicBezTo>
                    <a:cubicBezTo>
                      <a:pt x="195170" y="93907"/>
                      <a:pt x="184069" y="96336"/>
                      <a:pt x="173254" y="99727"/>
                    </a:cubicBezTo>
                    <a:lnTo>
                      <a:pt x="220773" y="127159"/>
                    </a:lnTo>
                    <a:cubicBezTo>
                      <a:pt x="240541" y="115157"/>
                      <a:pt x="243867" y="105061"/>
                      <a:pt x="23018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27"/>
              <p:cNvSpPr/>
              <p:nvPr/>
            </p:nvSpPr>
            <p:spPr>
              <a:xfrm>
                <a:off x="6030138" y="3279362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27"/>
              <p:cNvSpPr/>
              <p:nvPr/>
            </p:nvSpPr>
            <p:spPr>
              <a:xfrm>
                <a:off x="6157299" y="329022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27"/>
              <p:cNvSpPr/>
              <p:nvPr/>
            </p:nvSpPr>
            <p:spPr>
              <a:xfrm>
                <a:off x="6171364" y="3226974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27"/>
              <p:cNvSpPr/>
              <p:nvPr/>
            </p:nvSpPr>
            <p:spPr>
              <a:xfrm>
                <a:off x="6072240" y="3233356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27"/>
              <p:cNvSpPr/>
              <p:nvPr/>
            </p:nvSpPr>
            <p:spPr>
              <a:xfrm>
                <a:off x="5975967" y="3178206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5"/>
                      <a:pt x="52366" y="23908"/>
                    </a:cubicBezTo>
                    <a:cubicBezTo>
                      <a:pt x="47966" y="18878"/>
                      <a:pt x="42805" y="14573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27"/>
              <p:cNvSpPr/>
              <p:nvPr/>
            </p:nvSpPr>
            <p:spPr>
              <a:xfrm>
                <a:off x="6030138" y="3147155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239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27"/>
              <p:cNvSpPr/>
              <p:nvPr/>
            </p:nvSpPr>
            <p:spPr>
              <a:xfrm>
                <a:off x="5907920" y="3142011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27"/>
              <p:cNvSpPr/>
              <p:nvPr/>
            </p:nvSpPr>
            <p:spPr>
              <a:xfrm>
                <a:off x="5908870" y="319963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27"/>
              <p:cNvSpPr/>
              <p:nvPr/>
            </p:nvSpPr>
            <p:spPr>
              <a:xfrm>
                <a:off x="5908110" y="3125057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90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8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1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2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5"/>
                    </a:lnTo>
                    <a:cubicBezTo>
                      <a:pt x="130012" y="112967"/>
                      <a:pt x="118417" y="116300"/>
                      <a:pt x="107773" y="118300"/>
                    </a:cubicBezTo>
                    <a:cubicBezTo>
                      <a:pt x="98212" y="120767"/>
                      <a:pt x="88442" y="122330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4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2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3" name="Google Shape;1403;p27"/>
            <p:cNvGrpSpPr/>
            <p:nvPr/>
          </p:nvGrpSpPr>
          <p:grpSpPr>
            <a:xfrm>
              <a:off x="3839126" y="2072703"/>
              <a:ext cx="883852" cy="621124"/>
              <a:chOff x="5648751" y="2814828"/>
              <a:chExt cx="883852" cy="621124"/>
            </a:xfrm>
          </p:grpSpPr>
          <p:sp>
            <p:nvSpPr>
              <p:cNvPr id="1404" name="Google Shape;1404;p27"/>
              <p:cNvSpPr/>
              <p:nvPr/>
            </p:nvSpPr>
            <p:spPr>
              <a:xfrm>
                <a:off x="5648751" y="292446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27"/>
              <p:cNvSpPr/>
              <p:nvPr/>
            </p:nvSpPr>
            <p:spPr>
              <a:xfrm>
                <a:off x="5648941" y="306752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27"/>
              <p:cNvSpPr/>
              <p:nvPr/>
            </p:nvSpPr>
            <p:spPr>
              <a:xfrm>
                <a:off x="6466077" y="307057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27"/>
              <p:cNvSpPr/>
              <p:nvPr/>
            </p:nvSpPr>
            <p:spPr>
              <a:xfrm>
                <a:off x="5648751" y="281482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27"/>
              <p:cNvSpPr/>
              <p:nvPr/>
            </p:nvSpPr>
            <p:spPr>
              <a:xfrm>
                <a:off x="5774449" y="2884431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7"/>
              <p:cNvSpPr/>
              <p:nvPr/>
            </p:nvSpPr>
            <p:spPr>
              <a:xfrm>
                <a:off x="5775057" y="2906363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7"/>
              <p:cNvSpPr/>
              <p:nvPr/>
            </p:nvSpPr>
            <p:spPr>
              <a:xfrm>
                <a:off x="5936526" y="2988278"/>
                <a:ext cx="294942" cy="185832"/>
              </a:xfrm>
              <a:custGeom>
                <a:avLst/>
                <a:gdLst/>
                <a:ahLst/>
                <a:cxnLst/>
                <a:rect l="l" t="t" r="r" b="b"/>
                <a:pathLst>
                  <a:path w="294942" h="185832" extrusionOk="0">
                    <a:moveTo>
                      <a:pt x="149495" y="30290"/>
                    </a:moveTo>
                    <a:cubicBezTo>
                      <a:pt x="145608" y="30280"/>
                      <a:pt x="141730" y="30604"/>
                      <a:pt x="137900" y="31242"/>
                    </a:cubicBezTo>
                    <a:cubicBezTo>
                      <a:pt x="132768" y="32004"/>
                      <a:pt x="126876" y="33052"/>
                      <a:pt x="120413" y="34385"/>
                    </a:cubicBezTo>
                    <a:cubicBezTo>
                      <a:pt x="113950" y="35719"/>
                      <a:pt x="107298" y="37529"/>
                      <a:pt x="100360" y="39529"/>
                    </a:cubicBezTo>
                    <a:cubicBezTo>
                      <a:pt x="93574" y="41624"/>
                      <a:pt x="86941" y="44168"/>
                      <a:pt x="80497" y="47149"/>
                    </a:cubicBezTo>
                    <a:lnTo>
                      <a:pt x="131342" y="76581"/>
                    </a:lnTo>
                    <a:lnTo>
                      <a:pt x="140846" y="73342"/>
                    </a:lnTo>
                    <a:cubicBezTo>
                      <a:pt x="153771" y="69056"/>
                      <a:pt x="165936" y="65342"/>
                      <a:pt x="177341" y="62389"/>
                    </a:cubicBezTo>
                    <a:cubicBezTo>
                      <a:pt x="188127" y="59474"/>
                      <a:pt x="199171" y="57626"/>
                      <a:pt x="210319" y="56864"/>
                    </a:cubicBezTo>
                    <a:cubicBezTo>
                      <a:pt x="220440" y="56255"/>
                      <a:pt x="230600" y="56960"/>
                      <a:pt x="240541" y="58960"/>
                    </a:cubicBezTo>
                    <a:cubicBezTo>
                      <a:pt x="250596" y="61170"/>
                      <a:pt x="260223" y="64999"/>
                      <a:pt x="269052" y="70295"/>
                    </a:cubicBezTo>
                    <a:cubicBezTo>
                      <a:pt x="277872" y="74657"/>
                      <a:pt x="285427" y="81220"/>
                      <a:pt x="291006" y="89345"/>
                    </a:cubicBezTo>
                    <a:cubicBezTo>
                      <a:pt x="294684" y="95288"/>
                      <a:pt x="295843" y="102451"/>
                      <a:pt x="294237" y="109252"/>
                    </a:cubicBezTo>
                    <a:cubicBezTo>
                      <a:pt x="292004" y="116719"/>
                      <a:pt x="287879" y="123482"/>
                      <a:pt x="282262" y="128873"/>
                    </a:cubicBezTo>
                    <a:cubicBezTo>
                      <a:pt x="275287" y="135903"/>
                      <a:pt x="267503" y="142075"/>
                      <a:pt x="259073" y="147257"/>
                    </a:cubicBezTo>
                    <a:lnTo>
                      <a:pt x="291386" y="166307"/>
                    </a:lnTo>
                    <a:lnTo>
                      <a:pt x="273804" y="176498"/>
                    </a:lnTo>
                    <a:lnTo>
                      <a:pt x="241206" y="157448"/>
                    </a:lnTo>
                    <a:cubicBezTo>
                      <a:pt x="225677" y="165116"/>
                      <a:pt x="209444" y="171279"/>
                      <a:pt x="192737" y="175832"/>
                    </a:cubicBezTo>
                    <a:cubicBezTo>
                      <a:pt x="175212" y="180670"/>
                      <a:pt x="157316" y="184013"/>
                      <a:pt x="139230" y="185833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970" y="151924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3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cubicBezTo>
                      <a:pt x="148069" y="108109"/>
                      <a:pt x="145693" y="108775"/>
                      <a:pt x="143317" y="109442"/>
                    </a:cubicBez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01"/>
                      <a:pt x="35554" y="115300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00" y="83725"/>
                    </a:moveTo>
                    <a:cubicBezTo>
                      <a:pt x="69881" y="87563"/>
                      <a:pt x="77589" y="89230"/>
                      <a:pt x="85249" y="88487"/>
                    </a:cubicBezTo>
                    <a:cubicBezTo>
                      <a:pt x="95532" y="87268"/>
                      <a:pt x="105663" y="84963"/>
                      <a:pt x="115471" y="81629"/>
                    </a:cubicBezTo>
                    <a:lnTo>
                      <a:pt x="67952" y="54102"/>
                    </a:lnTo>
                    <a:cubicBezTo>
                      <a:pt x="50180" y="65532"/>
                      <a:pt x="48849" y="75438"/>
                      <a:pt x="63200" y="83725"/>
                    </a:cubicBezTo>
                    <a:close/>
                    <a:moveTo>
                      <a:pt x="229992" y="97822"/>
                    </a:moveTo>
                    <a:cubicBezTo>
                      <a:pt x="222750" y="93840"/>
                      <a:pt x="214405" y="92335"/>
                      <a:pt x="206232" y="93536"/>
                    </a:cubicBezTo>
                    <a:cubicBezTo>
                      <a:pt x="194989" y="95040"/>
                      <a:pt x="183898" y="97498"/>
                      <a:pt x="173064" y="100870"/>
                    </a:cubicBezTo>
                    <a:lnTo>
                      <a:pt x="220583" y="128207"/>
                    </a:lnTo>
                    <a:cubicBezTo>
                      <a:pt x="240256" y="115729"/>
                      <a:pt x="243677" y="105537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27"/>
              <p:cNvSpPr/>
              <p:nvPr/>
            </p:nvSpPr>
            <p:spPr>
              <a:xfrm>
                <a:off x="6058745" y="31260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27"/>
              <p:cNvSpPr/>
              <p:nvPr/>
            </p:nvSpPr>
            <p:spPr>
              <a:xfrm>
                <a:off x="6185905" y="313724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7"/>
              <p:cNvSpPr/>
              <p:nvPr/>
            </p:nvSpPr>
            <p:spPr>
              <a:xfrm>
                <a:off x="6199971" y="307400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27"/>
              <p:cNvSpPr/>
              <p:nvPr/>
            </p:nvSpPr>
            <p:spPr>
              <a:xfrm>
                <a:off x="6100751" y="3080384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7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5"/>
                    </a:cubicBezTo>
                    <a:cubicBezTo>
                      <a:pt x="15681" y="20098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27"/>
              <p:cNvSpPr/>
              <p:nvPr/>
            </p:nvSpPr>
            <p:spPr>
              <a:xfrm>
                <a:off x="6004573" y="3025235"/>
                <a:ext cx="5873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733" h="38957" extrusionOk="0">
                    <a:moveTo>
                      <a:pt x="0" y="11049"/>
                    </a:moveTo>
                    <a:lnTo>
                      <a:pt x="48659" y="38957"/>
                    </a:lnTo>
                    <a:lnTo>
                      <a:pt x="58733" y="31623"/>
                    </a:lnTo>
                    <a:cubicBezTo>
                      <a:pt x="58733" y="31623"/>
                      <a:pt x="52556" y="24575"/>
                      <a:pt x="52081" y="23908"/>
                    </a:cubicBezTo>
                    <a:cubicBezTo>
                      <a:pt x="47699" y="18869"/>
                      <a:pt x="42567" y="14526"/>
                      <a:pt x="36875" y="11049"/>
                    </a:cubicBezTo>
                    <a:cubicBezTo>
                      <a:pt x="33168" y="10382"/>
                      <a:pt x="9979" y="0"/>
                      <a:pt x="997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7"/>
              <p:cNvSpPr/>
              <p:nvPr/>
            </p:nvSpPr>
            <p:spPr>
              <a:xfrm>
                <a:off x="6058745" y="299408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7"/>
              <p:cNvSpPr/>
              <p:nvPr/>
            </p:nvSpPr>
            <p:spPr>
              <a:xfrm>
                <a:off x="5936526" y="2989040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7"/>
              <p:cNvSpPr/>
              <p:nvPr/>
            </p:nvSpPr>
            <p:spPr>
              <a:xfrm>
                <a:off x="5937476" y="3046571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907"/>
                    </a:moveTo>
                    <a:cubicBezTo>
                      <a:pt x="0" y="17907"/>
                      <a:pt x="0" y="0"/>
                      <a:pt x="0" y="0"/>
                    </a:cubicBezTo>
                    <a:lnTo>
                      <a:pt x="30222" y="0"/>
                    </a:lnTo>
                    <a:lnTo>
                      <a:pt x="22999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7"/>
              <p:cNvSpPr/>
              <p:nvPr/>
            </p:nvSpPr>
            <p:spPr>
              <a:xfrm>
                <a:off x="5936526" y="2971514"/>
                <a:ext cx="294948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948" h="185546" extrusionOk="0">
                    <a:moveTo>
                      <a:pt x="149495" y="29908"/>
                    </a:moveTo>
                    <a:cubicBezTo>
                      <a:pt x="145608" y="29899"/>
                      <a:pt x="141730" y="30223"/>
                      <a:pt x="137900" y="30861"/>
                    </a:cubicBezTo>
                    <a:cubicBezTo>
                      <a:pt x="132768" y="31623"/>
                      <a:pt x="126876" y="32671"/>
                      <a:pt x="120413" y="34004"/>
                    </a:cubicBezTo>
                    <a:cubicBezTo>
                      <a:pt x="113950" y="35338"/>
                      <a:pt x="107298" y="37052"/>
                      <a:pt x="100360" y="39148"/>
                    </a:cubicBezTo>
                    <a:cubicBezTo>
                      <a:pt x="93565" y="41196"/>
                      <a:pt x="86922" y="43748"/>
                      <a:pt x="80497" y="46768"/>
                    </a:cubicBezTo>
                    <a:lnTo>
                      <a:pt x="131342" y="76105"/>
                    </a:lnTo>
                    <a:lnTo>
                      <a:pt x="140846" y="72866"/>
                    </a:lnTo>
                    <a:cubicBezTo>
                      <a:pt x="153771" y="68580"/>
                      <a:pt x="165936" y="64960"/>
                      <a:pt x="177341" y="61913"/>
                    </a:cubicBezTo>
                    <a:cubicBezTo>
                      <a:pt x="188137" y="59065"/>
                      <a:pt x="199180" y="57255"/>
                      <a:pt x="210319" y="56483"/>
                    </a:cubicBezTo>
                    <a:cubicBezTo>
                      <a:pt x="220440" y="55874"/>
                      <a:pt x="230600" y="56579"/>
                      <a:pt x="240541" y="58579"/>
                    </a:cubicBezTo>
                    <a:cubicBezTo>
                      <a:pt x="250586" y="60751"/>
                      <a:pt x="260214" y="64551"/>
                      <a:pt x="269052" y="69818"/>
                    </a:cubicBezTo>
                    <a:cubicBezTo>
                      <a:pt x="277853" y="74219"/>
                      <a:pt x="285399" y="80772"/>
                      <a:pt x="291006" y="88868"/>
                    </a:cubicBezTo>
                    <a:cubicBezTo>
                      <a:pt x="294693" y="94802"/>
                      <a:pt x="295853" y="101975"/>
                      <a:pt x="294237" y="108775"/>
                    </a:cubicBezTo>
                    <a:cubicBezTo>
                      <a:pt x="292004" y="116243"/>
                      <a:pt x="287879" y="123006"/>
                      <a:pt x="282262" y="128397"/>
                    </a:cubicBezTo>
                    <a:cubicBezTo>
                      <a:pt x="275363" y="135484"/>
                      <a:pt x="267646" y="141722"/>
                      <a:pt x="259263" y="146971"/>
                    </a:cubicBezTo>
                    <a:lnTo>
                      <a:pt x="291576" y="166021"/>
                    </a:lnTo>
                    <a:lnTo>
                      <a:pt x="273994" y="176213"/>
                    </a:lnTo>
                    <a:lnTo>
                      <a:pt x="241396" y="157163"/>
                    </a:lnTo>
                    <a:cubicBezTo>
                      <a:pt x="225857" y="164802"/>
                      <a:pt x="209635" y="170926"/>
                      <a:pt x="192927" y="175450"/>
                    </a:cubicBezTo>
                    <a:cubicBezTo>
                      <a:pt x="175421" y="180365"/>
                      <a:pt x="157516" y="183747"/>
                      <a:pt x="139421" y="185547"/>
                    </a:cubicBezTo>
                    <a:lnTo>
                      <a:pt x="122409" y="154876"/>
                    </a:lnTo>
                    <a:cubicBezTo>
                      <a:pt x="127180" y="154800"/>
                      <a:pt x="131932" y="154448"/>
                      <a:pt x="136664" y="153829"/>
                    </a:cubicBezTo>
                    <a:cubicBezTo>
                      <a:pt x="143032" y="153067"/>
                      <a:pt x="150160" y="151829"/>
                      <a:pt x="157953" y="150114"/>
                    </a:cubicBezTo>
                    <a:cubicBezTo>
                      <a:pt x="165746" y="148400"/>
                      <a:pt x="174014" y="146304"/>
                      <a:pt x="182758" y="143828"/>
                    </a:cubicBezTo>
                    <a:cubicBezTo>
                      <a:pt x="191254" y="141275"/>
                      <a:pt x="199542" y="138093"/>
                      <a:pt x="207563" y="134303"/>
                    </a:cubicBezTo>
                    <a:lnTo>
                      <a:pt x="156907" y="105061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72"/>
                      <a:pt x="78596" y="123063"/>
                    </a:cubicBezTo>
                    <a:cubicBezTo>
                      <a:pt x="69748" y="123425"/>
                      <a:pt x="60900" y="122587"/>
                      <a:pt x="52271" y="120587"/>
                    </a:cubicBezTo>
                    <a:cubicBezTo>
                      <a:pt x="43736" y="118643"/>
                      <a:pt x="35535" y="115434"/>
                      <a:pt x="27941" y="111062"/>
                    </a:cubicBezTo>
                    <a:cubicBezTo>
                      <a:pt x="19616" y="106651"/>
                      <a:pt x="12374" y="100432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92" y="4286"/>
                      <a:pt x="119871" y="1638"/>
                      <a:pt x="134574" y="0"/>
                    </a:cubicBezTo>
                    <a:close/>
                    <a:moveTo>
                      <a:pt x="63200" y="83249"/>
                    </a:moveTo>
                    <a:cubicBezTo>
                      <a:pt x="69862" y="87125"/>
                      <a:pt x="77579" y="88792"/>
                      <a:pt x="85249" y="88011"/>
                    </a:cubicBezTo>
                    <a:cubicBezTo>
                      <a:pt x="95532" y="86830"/>
                      <a:pt x="105663" y="84563"/>
                      <a:pt x="115471" y="81248"/>
                    </a:cubicBezTo>
                    <a:lnTo>
                      <a:pt x="67952" y="53721"/>
                    </a:lnTo>
                    <a:cubicBezTo>
                      <a:pt x="50180" y="65151"/>
                      <a:pt x="48849" y="74962"/>
                      <a:pt x="63200" y="83249"/>
                    </a:cubicBezTo>
                    <a:close/>
                    <a:moveTo>
                      <a:pt x="229992" y="97250"/>
                    </a:moveTo>
                    <a:cubicBezTo>
                      <a:pt x="222759" y="93231"/>
                      <a:pt x="214405" y="91726"/>
                      <a:pt x="206232" y="92964"/>
                    </a:cubicBezTo>
                    <a:cubicBezTo>
                      <a:pt x="194980" y="94421"/>
                      <a:pt x="183879" y="96879"/>
                      <a:pt x="173064" y="100298"/>
                    </a:cubicBezTo>
                    <a:lnTo>
                      <a:pt x="220583" y="127635"/>
                    </a:lnTo>
                    <a:cubicBezTo>
                      <a:pt x="240541" y="115253"/>
                      <a:pt x="243677" y="105127"/>
                      <a:pt x="229992" y="9725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0" name="Google Shape;1420;p27"/>
            <p:cNvGrpSpPr/>
            <p:nvPr/>
          </p:nvGrpSpPr>
          <p:grpSpPr>
            <a:xfrm>
              <a:off x="3799020" y="4220685"/>
              <a:ext cx="883852" cy="621125"/>
              <a:chOff x="5608645" y="4962810"/>
              <a:chExt cx="883852" cy="621125"/>
            </a:xfrm>
          </p:grpSpPr>
          <p:sp>
            <p:nvSpPr>
              <p:cNvPr id="1421" name="Google Shape;1421;p27"/>
              <p:cNvSpPr/>
              <p:nvPr/>
            </p:nvSpPr>
            <p:spPr>
              <a:xfrm>
                <a:off x="5608645" y="507244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27"/>
              <p:cNvSpPr/>
              <p:nvPr/>
            </p:nvSpPr>
            <p:spPr>
              <a:xfrm>
                <a:off x="5608835" y="5215508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27"/>
              <p:cNvSpPr/>
              <p:nvPr/>
            </p:nvSpPr>
            <p:spPr>
              <a:xfrm>
                <a:off x="6425971" y="521855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27"/>
              <p:cNvSpPr/>
              <p:nvPr/>
            </p:nvSpPr>
            <p:spPr>
              <a:xfrm>
                <a:off x="5608645" y="4962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27"/>
              <p:cNvSpPr/>
              <p:nvPr/>
            </p:nvSpPr>
            <p:spPr>
              <a:xfrm>
                <a:off x="5734818" y="5032438"/>
                <a:ext cx="632517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154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094" y="92012"/>
                      <a:pt x="636792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27"/>
              <p:cNvSpPr/>
              <p:nvPr/>
            </p:nvSpPr>
            <p:spPr>
              <a:xfrm>
                <a:off x="5735426" y="5054346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27"/>
              <p:cNvSpPr/>
              <p:nvPr/>
            </p:nvSpPr>
            <p:spPr>
              <a:xfrm>
                <a:off x="5896325" y="5137308"/>
                <a:ext cx="29503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4784" extrusionOk="0">
                    <a:moveTo>
                      <a:pt x="149590" y="29242"/>
                    </a:moveTo>
                    <a:cubicBezTo>
                      <a:pt x="145702" y="29232"/>
                      <a:pt x="141825" y="29556"/>
                      <a:pt x="137995" y="30194"/>
                    </a:cubicBezTo>
                    <a:cubicBezTo>
                      <a:pt x="132863" y="30956"/>
                      <a:pt x="126971" y="32004"/>
                      <a:pt x="120603" y="33338"/>
                    </a:cubicBezTo>
                    <a:cubicBezTo>
                      <a:pt x="11423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941" y="72295"/>
                    </a:lnTo>
                    <a:cubicBezTo>
                      <a:pt x="153866" y="68008"/>
                      <a:pt x="166031" y="64294"/>
                      <a:pt x="177531" y="61341"/>
                    </a:cubicBezTo>
                    <a:cubicBezTo>
                      <a:pt x="188279" y="58398"/>
                      <a:pt x="199294" y="56579"/>
                      <a:pt x="210414" y="55912"/>
                    </a:cubicBezTo>
                    <a:cubicBezTo>
                      <a:pt x="220535" y="55226"/>
                      <a:pt x="230695" y="55893"/>
                      <a:pt x="240636" y="57912"/>
                    </a:cubicBezTo>
                    <a:cubicBezTo>
                      <a:pt x="250691" y="60122"/>
                      <a:pt x="260318" y="63951"/>
                      <a:pt x="269147" y="69247"/>
                    </a:cubicBezTo>
                    <a:cubicBezTo>
                      <a:pt x="277948" y="73647"/>
                      <a:pt x="285503" y="80200"/>
                      <a:pt x="291101" y="88297"/>
                    </a:cubicBezTo>
                    <a:cubicBezTo>
                      <a:pt x="294779" y="94240"/>
                      <a:pt x="295938" y="101403"/>
                      <a:pt x="294332" y="108204"/>
                    </a:cubicBezTo>
                    <a:cubicBezTo>
                      <a:pt x="292118" y="115681"/>
                      <a:pt x="287993" y="122444"/>
                      <a:pt x="282357" y="127825"/>
                    </a:cubicBezTo>
                    <a:cubicBezTo>
                      <a:pt x="275382" y="134855"/>
                      <a:pt x="267598" y="141027"/>
                      <a:pt x="259168" y="146209"/>
                    </a:cubicBezTo>
                    <a:lnTo>
                      <a:pt x="291481" y="165259"/>
                    </a:lnTo>
                    <a:lnTo>
                      <a:pt x="273899" y="175450"/>
                    </a:lnTo>
                    <a:lnTo>
                      <a:pt x="241301" y="156400"/>
                    </a:lnTo>
                    <a:cubicBezTo>
                      <a:pt x="225772" y="164068"/>
                      <a:pt x="209539" y="170231"/>
                      <a:pt x="192832" y="174784"/>
                    </a:cubicBezTo>
                    <a:cubicBezTo>
                      <a:pt x="175307" y="179622"/>
                      <a:pt x="157411" y="182966"/>
                      <a:pt x="139325" y="184785"/>
                    </a:cubicBezTo>
                    <a:lnTo>
                      <a:pt x="122314" y="154210"/>
                    </a:lnTo>
                    <a:cubicBezTo>
                      <a:pt x="127085" y="154086"/>
                      <a:pt x="131846" y="153705"/>
                      <a:pt x="136569" y="153067"/>
                    </a:cubicBezTo>
                    <a:cubicBezTo>
                      <a:pt x="143726" y="152257"/>
                      <a:pt x="150834" y="151047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59" y="140513"/>
                      <a:pt x="199446" y="137331"/>
                      <a:pt x="207468" y="133540"/>
                    </a:cubicBezTo>
                    <a:lnTo>
                      <a:pt x="156907" y="104584"/>
                    </a:lnTo>
                    <a:lnTo>
                      <a:pt x="150255" y="106871"/>
                    </a:lnTo>
                    <a:lnTo>
                      <a:pt x="143412" y="108966"/>
                    </a:lnTo>
                    <a:cubicBezTo>
                      <a:pt x="130677" y="113157"/>
                      <a:pt x="118987" y="116491"/>
                      <a:pt x="108438" y="118491"/>
                    </a:cubicBezTo>
                    <a:cubicBezTo>
                      <a:pt x="98640" y="120767"/>
                      <a:pt x="88651" y="122111"/>
                      <a:pt x="78596" y="122491"/>
                    </a:cubicBezTo>
                    <a:cubicBezTo>
                      <a:pt x="69805" y="122968"/>
                      <a:pt x="60986" y="122291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27" y="85935"/>
                      <a:pt x="105758" y="83629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0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867" y="104489"/>
                      <a:pt x="230087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27"/>
              <p:cNvSpPr/>
              <p:nvPr/>
            </p:nvSpPr>
            <p:spPr>
              <a:xfrm>
                <a:off x="6018639" y="5274373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27"/>
              <p:cNvSpPr/>
              <p:nvPr/>
            </p:nvSpPr>
            <p:spPr>
              <a:xfrm>
                <a:off x="6145799" y="528523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27"/>
              <p:cNvSpPr/>
              <p:nvPr/>
            </p:nvSpPr>
            <p:spPr>
              <a:xfrm>
                <a:off x="6159865" y="5221985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7"/>
              <p:cNvSpPr/>
              <p:nvPr/>
            </p:nvSpPr>
            <p:spPr>
              <a:xfrm>
                <a:off x="6061026" y="5228653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7"/>
              <p:cNvSpPr/>
              <p:nvPr/>
            </p:nvSpPr>
            <p:spPr>
              <a:xfrm>
                <a:off x="5964467" y="5173217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7"/>
              <p:cNvSpPr/>
              <p:nvPr/>
            </p:nvSpPr>
            <p:spPr>
              <a:xfrm>
                <a:off x="6018639" y="514207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7"/>
              <p:cNvSpPr/>
              <p:nvPr/>
            </p:nvSpPr>
            <p:spPr>
              <a:xfrm>
                <a:off x="5896420" y="5137023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7"/>
              <p:cNvSpPr/>
              <p:nvPr/>
            </p:nvSpPr>
            <p:spPr>
              <a:xfrm>
                <a:off x="5897465" y="5194553"/>
                <a:ext cx="29841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29908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5621"/>
                    </a:lnTo>
                    <a:lnTo>
                      <a:pt x="9694" y="2990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7"/>
              <p:cNvSpPr/>
              <p:nvPr/>
            </p:nvSpPr>
            <p:spPr>
              <a:xfrm>
                <a:off x="5896325" y="5119687"/>
                <a:ext cx="29504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547" extrusionOk="0">
                    <a:moveTo>
                      <a:pt x="149590" y="29718"/>
                    </a:moveTo>
                    <a:cubicBezTo>
                      <a:pt x="145702" y="29708"/>
                      <a:pt x="141825" y="30032"/>
                      <a:pt x="137995" y="30671"/>
                    </a:cubicBezTo>
                    <a:cubicBezTo>
                      <a:pt x="132863" y="31432"/>
                      <a:pt x="126971" y="32480"/>
                      <a:pt x="120603" y="33814"/>
                    </a:cubicBezTo>
                    <a:cubicBezTo>
                      <a:pt x="114235" y="35147"/>
                      <a:pt x="107393" y="36862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5914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722"/>
                    </a:cubicBezTo>
                    <a:cubicBezTo>
                      <a:pt x="188298" y="58874"/>
                      <a:pt x="199304" y="5705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672" y="60598"/>
                      <a:pt x="260299" y="64398"/>
                      <a:pt x="269147" y="69628"/>
                    </a:cubicBezTo>
                    <a:cubicBezTo>
                      <a:pt x="277948" y="74028"/>
                      <a:pt x="285494" y="80581"/>
                      <a:pt x="291101" y="88678"/>
                    </a:cubicBezTo>
                    <a:cubicBezTo>
                      <a:pt x="294788" y="94612"/>
                      <a:pt x="295948" y="101784"/>
                      <a:pt x="294332" y="108585"/>
                    </a:cubicBezTo>
                    <a:cubicBezTo>
                      <a:pt x="292156" y="116186"/>
                      <a:pt x="288031" y="123082"/>
                      <a:pt x="282357" y="128588"/>
                    </a:cubicBezTo>
                    <a:cubicBezTo>
                      <a:pt x="275410" y="135617"/>
                      <a:pt x="267617" y="141761"/>
                      <a:pt x="259168" y="146876"/>
                    </a:cubicBezTo>
                    <a:lnTo>
                      <a:pt x="291481" y="165926"/>
                    </a:lnTo>
                    <a:lnTo>
                      <a:pt x="273899" y="176213"/>
                    </a:lnTo>
                    <a:lnTo>
                      <a:pt x="241301" y="157163"/>
                    </a:lnTo>
                    <a:cubicBezTo>
                      <a:pt x="225762" y="164802"/>
                      <a:pt x="209539" y="170926"/>
                      <a:pt x="192832" y="175451"/>
                    </a:cubicBezTo>
                    <a:cubicBezTo>
                      <a:pt x="175326" y="180365"/>
                      <a:pt x="157421" y="183747"/>
                      <a:pt x="139325" y="185547"/>
                    </a:cubicBezTo>
                    <a:lnTo>
                      <a:pt x="122314" y="154972"/>
                    </a:lnTo>
                    <a:cubicBezTo>
                      <a:pt x="127085" y="154848"/>
                      <a:pt x="131846" y="154467"/>
                      <a:pt x="136569" y="153829"/>
                    </a:cubicBezTo>
                    <a:cubicBezTo>
                      <a:pt x="142937" y="153067"/>
                      <a:pt x="150065" y="151924"/>
                      <a:pt x="157858" y="150209"/>
                    </a:cubicBezTo>
                    <a:cubicBezTo>
                      <a:pt x="165651" y="148495"/>
                      <a:pt x="174014" y="146304"/>
                      <a:pt x="182663" y="143828"/>
                    </a:cubicBezTo>
                    <a:cubicBezTo>
                      <a:pt x="191169" y="141313"/>
                      <a:pt x="199465" y="138132"/>
                      <a:pt x="207468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320"/>
                      <a:pt x="60967" y="122520"/>
                      <a:pt x="52366" y="120587"/>
                    </a:cubicBezTo>
                    <a:cubicBezTo>
                      <a:pt x="43803" y="118615"/>
                      <a:pt x="35582" y="115405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4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058"/>
                    </a:moveTo>
                    <a:cubicBezTo>
                      <a:pt x="69957" y="86935"/>
                      <a:pt x="77674" y="88602"/>
                      <a:pt x="85344" y="87821"/>
                    </a:cubicBezTo>
                    <a:cubicBezTo>
                      <a:pt x="95627" y="86639"/>
                      <a:pt x="105758" y="84372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44" y="74866"/>
                      <a:pt x="63295" y="83058"/>
                    </a:cubicBezTo>
                    <a:close/>
                    <a:moveTo>
                      <a:pt x="230087" y="97060"/>
                    </a:moveTo>
                    <a:cubicBezTo>
                      <a:pt x="222854" y="93040"/>
                      <a:pt x="214500" y="91535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541" y="115062"/>
                      <a:pt x="243867" y="104965"/>
                      <a:pt x="230087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7" name="Google Shape;1437;p27"/>
            <p:cNvGrpSpPr/>
            <p:nvPr/>
          </p:nvGrpSpPr>
          <p:grpSpPr>
            <a:xfrm>
              <a:off x="3799020" y="4077239"/>
              <a:ext cx="883852" cy="621125"/>
              <a:chOff x="5608645" y="4819364"/>
              <a:chExt cx="883852" cy="621125"/>
            </a:xfrm>
          </p:grpSpPr>
          <p:sp>
            <p:nvSpPr>
              <p:cNvPr id="1438" name="Google Shape;1438;p27"/>
              <p:cNvSpPr/>
              <p:nvPr/>
            </p:nvSpPr>
            <p:spPr>
              <a:xfrm>
                <a:off x="5608645" y="492899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7"/>
              <p:cNvSpPr/>
              <p:nvPr/>
            </p:nvSpPr>
            <p:spPr>
              <a:xfrm>
                <a:off x="5608835" y="507206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27"/>
              <p:cNvSpPr/>
              <p:nvPr/>
            </p:nvSpPr>
            <p:spPr>
              <a:xfrm>
                <a:off x="6425971" y="507511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27"/>
              <p:cNvSpPr/>
              <p:nvPr/>
            </p:nvSpPr>
            <p:spPr>
              <a:xfrm>
                <a:off x="5608645" y="48193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27"/>
              <p:cNvSpPr/>
              <p:nvPr/>
            </p:nvSpPr>
            <p:spPr>
              <a:xfrm>
                <a:off x="5734818" y="4888968"/>
                <a:ext cx="632517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154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094" y="92607"/>
                      <a:pt x="636792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27"/>
              <p:cNvSpPr/>
              <p:nvPr/>
            </p:nvSpPr>
            <p:spPr>
              <a:xfrm>
                <a:off x="5735426" y="491089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27"/>
              <p:cNvSpPr/>
              <p:nvPr/>
            </p:nvSpPr>
            <p:spPr>
              <a:xfrm>
                <a:off x="5896325" y="4993385"/>
                <a:ext cx="295037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5261" extrusionOk="0">
                    <a:moveTo>
                      <a:pt x="149590" y="29718"/>
                    </a:moveTo>
                    <a:cubicBezTo>
                      <a:pt x="145702" y="29709"/>
                      <a:pt x="141825" y="30032"/>
                      <a:pt x="137995" y="30671"/>
                    </a:cubicBezTo>
                    <a:cubicBezTo>
                      <a:pt x="132863" y="31433"/>
                      <a:pt x="126971" y="32480"/>
                      <a:pt x="120603" y="33814"/>
                    </a:cubicBezTo>
                    <a:cubicBezTo>
                      <a:pt x="114235" y="35147"/>
                      <a:pt x="107393" y="36957"/>
                      <a:pt x="100455" y="39053"/>
                    </a:cubicBezTo>
                    <a:cubicBezTo>
                      <a:pt x="93660" y="41072"/>
                      <a:pt x="87017" y="43587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770"/>
                      <a:pt x="177531" y="61817"/>
                    </a:cubicBezTo>
                    <a:cubicBezTo>
                      <a:pt x="188279" y="58874"/>
                      <a:pt x="199294" y="57055"/>
                      <a:pt x="210414" y="56388"/>
                    </a:cubicBezTo>
                    <a:cubicBezTo>
                      <a:pt x="220535" y="55702"/>
                      <a:pt x="230695" y="56369"/>
                      <a:pt x="240636" y="58388"/>
                    </a:cubicBezTo>
                    <a:cubicBezTo>
                      <a:pt x="250691" y="60598"/>
                      <a:pt x="260318" y="64427"/>
                      <a:pt x="269147" y="69723"/>
                    </a:cubicBezTo>
                    <a:cubicBezTo>
                      <a:pt x="277948" y="74124"/>
                      <a:pt x="285503" y="80677"/>
                      <a:pt x="291101" y="88773"/>
                    </a:cubicBezTo>
                    <a:cubicBezTo>
                      <a:pt x="294779" y="94717"/>
                      <a:pt x="295938" y="101880"/>
                      <a:pt x="294332" y="108680"/>
                    </a:cubicBezTo>
                    <a:cubicBezTo>
                      <a:pt x="292118" y="116157"/>
                      <a:pt x="287993" y="122920"/>
                      <a:pt x="282357" y="128302"/>
                    </a:cubicBezTo>
                    <a:cubicBezTo>
                      <a:pt x="275382" y="135331"/>
                      <a:pt x="267598" y="141504"/>
                      <a:pt x="259168" y="146685"/>
                    </a:cubicBezTo>
                    <a:lnTo>
                      <a:pt x="291481" y="165735"/>
                    </a:lnTo>
                    <a:lnTo>
                      <a:pt x="273899" y="175927"/>
                    </a:lnTo>
                    <a:lnTo>
                      <a:pt x="241301" y="156877"/>
                    </a:lnTo>
                    <a:cubicBezTo>
                      <a:pt x="225772" y="164545"/>
                      <a:pt x="209539" y="170707"/>
                      <a:pt x="192832" y="175260"/>
                    </a:cubicBezTo>
                    <a:cubicBezTo>
                      <a:pt x="175307" y="180099"/>
                      <a:pt x="157411" y="183442"/>
                      <a:pt x="139325" y="185261"/>
                    </a:cubicBezTo>
                    <a:lnTo>
                      <a:pt x="122314" y="154686"/>
                    </a:lnTo>
                    <a:cubicBezTo>
                      <a:pt x="127085" y="154562"/>
                      <a:pt x="131846" y="154181"/>
                      <a:pt x="136569" y="153543"/>
                    </a:cubicBezTo>
                    <a:cubicBezTo>
                      <a:pt x="143726" y="152733"/>
                      <a:pt x="150834" y="151524"/>
                      <a:pt x="157858" y="149924"/>
                    </a:cubicBezTo>
                    <a:cubicBezTo>
                      <a:pt x="165651" y="148209"/>
                      <a:pt x="174014" y="146113"/>
                      <a:pt x="182663" y="143542"/>
                    </a:cubicBezTo>
                    <a:cubicBezTo>
                      <a:pt x="191159" y="140989"/>
                      <a:pt x="199446" y="137808"/>
                      <a:pt x="207468" y="13401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282"/>
                      <a:pt x="60967" y="122454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3439"/>
                    </a:moveTo>
                    <a:cubicBezTo>
                      <a:pt x="69976" y="87278"/>
                      <a:pt x="77684" y="88945"/>
                      <a:pt x="85344" y="88202"/>
                    </a:cubicBezTo>
                    <a:cubicBezTo>
                      <a:pt x="95627" y="86982"/>
                      <a:pt x="105758" y="84677"/>
                      <a:pt x="115566" y="81344"/>
                    </a:cubicBezTo>
                    <a:lnTo>
                      <a:pt x="68047" y="53816"/>
                    </a:lnTo>
                    <a:cubicBezTo>
                      <a:pt x="50560" y="64961"/>
                      <a:pt x="48944" y="74867"/>
                      <a:pt x="63295" y="83439"/>
                    </a:cubicBezTo>
                    <a:close/>
                    <a:moveTo>
                      <a:pt x="230087" y="97346"/>
                    </a:moveTo>
                    <a:cubicBezTo>
                      <a:pt x="222845" y="93364"/>
                      <a:pt x="214500" y="91859"/>
                      <a:pt x="206327" y="93059"/>
                    </a:cubicBezTo>
                    <a:cubicBezTo>
                      <a:pt x="195084" y="94564"/>
                      <a:pt x="183993" y="97022"/>
                      <a:pt x="173159" y="100394"/>
                    </a:cubicBezTo>
                    <a:lnTo>
                      <a:pt x="220678" y="127730"/>
                    </a:lnTo>
                    <a:cubicBezTo>
                      <a:pt x="240541" y="115157"/>
                      <a:pt x="243867" y="104966"/>
                      <a:pt x="230087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27"/>
              <p:cNvSpPr/>
              <p:nvPr/>
            </p:nvSpPr>
            <p:spPr>
              <a:xfrm>
                <a:off x="6018639" y="5130926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27"/>
              <p:cNvSpPr/>
              <p:nvPr/>
            </p:nvSpPr>
            <p:spPr>
              <a:xfrm>
                <a:off x="6145799" y="514178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27"/>
              <p:cNvSpPr/>
              <p:nvPr/>
            </p:nvSpPr>
            <p:spPr>
              <a:xfrm>
                <a:off x="6159865" y="5078539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7"/>
              <p:cNvSpPr/>
              <p:nvPr/>
            </p:nvSpPr>
            <p:spPr>
              <a:xfrm>
                <a:off x="6061026" y="5084921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27"/>
              <p:cNvSpPr/>
              <p:nvPr/>
            </p:nvSpPr>
            <p:spPr>
              <a:xfrm>
                <a:off x="5964467" y="502977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27"/>
              <p:cNvSpPr/>
              <p:nvPr/>
            </p:nvSpPr>
            <p:spPr>
              <a:xfrm>
                <a:off x="6018639" y="499862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7"/>
              <p:cNvSpPr/>
              <p:nvPr/>
            </p:nvSpPr>
            <p:spPr>
              <a:xfrm>
                <a:off x="5896420" y="4993576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27"/>
              <p:cNvSpPr/>
              <p:nvPr/>
            </p:nvSpPr>
            <p:spPr>
              <a:xfrm>
                <a:off x="5897465" y="5051107"/>
                <a:ext cx="29841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6193"/>
                    </a:lnTo>
                    <a:lnTo>
                      <a:pt x="9694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27"/>
              <p:cNvSpPr/>
              <p:nvPr/>
            </p:nvSpPr>
            <p:spPr>
              <a:xfrm>
                <a:off x="5896325" y="4976145"/>
                <a:ext cx="295043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166" extrusionOk="0">
                    <a:moveTo>
                      <a:pt x="149590" y="29813"/>
                    </a:moveTo>
                    <a:cubicBezTo>
                      <a:pt x="145702" y="29804"/>
                      <a:pt x="141825" y="30128"/>
                      <a:pt x="137995" y="30766"/>
                    </a:cubicBezTo>
                    <a:cubicBezTo>
                      <a:pt x="132863" y="31528"/>
                      <a:pt x="126971" y="32576"/>
                      <a:pt x="120603" y="33909"/>
                    </a:cubicBezTo>
                    <a:cubicBezTo>
                      <a:pt x="114235" y="35243"/>
                      <a:pt x="107393" y="36957"/>
                      <a:pt x="100455" y="39053"/>
                    </a:cubicBezTo>
                    <a:cubicBezTo>
                      <a:pt x="93660" y="41100"/>
                      <a:pt x="87017" y="43653"/>
                      <a:pt x="80592" y="46672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865"/>
                      <a:pt x="177531" y="61817"/>
                    </a:cubicBezTo>
                    <a:cubicBezTo>
                      <a:pt x="188298" y="58969"/>
                      <a:pt x="199304" y="57150"/>
                      <a:pt x="210414" y="56388"/>
                    </a:cubicBezTo>
                    <a:cubicBezTo>
                      <a:pt x="220535" y="55779"/>
                      <a:pt x="230695" y="56483"/>
                      <a:pt x="240636" y="58484"/>
                    </a:cubicBezTo>
                    <a:cubicBezTo>
                      <a:pt x="250672" y="60693"/>
                      <a:pt x="260299" y="64494"/>
                      <a:pt x="269147" y="69723"/>
                    </a:cubicBezTo>
                    <a:cubicBezTo>
                      <a:pt x="277948" y="74124"/>
                      <a:pt x="285494" y="80677"/>
                      <a:pt x="291101" y="88773"/>
                    </a:cubicBezTo>
                    <a:cubicBezTo>
                      <a:pt x="294788" y="94707"/>
                      <a:pt x="295948" y="101880"/>
                      <a:pt x="294332" y="108680"/>
                    </a:cubicBezTo>
                    <a:cubicBezTo>
                      <a:pt x="292099" y="116148"/>
                      <a:pt x="287974" y="122911"/>
                      <a:pt x="282357" y="128302"/>
                    </a:cubicBezTo>
                    <a:cubicBezTo>
                      <a:pt x="275410" y="135331"/>
                      <a:pt x="267617" y="141475"/>
                      <a:pt x="259168" y="146590"/>
                    </a:cubicBezTo>
                    <a:lnTo>
                      <a:pt x="291481" y="165640"/>
                    </a:lnTo>
                    <a:lnTo>
                      <a:pt x="273899" y="175832"/>
                    </a:lnTo>
                    <a:lnTo>
                      <a:pt x="241301" y="156782"/>
                    </a:lnTo>
                    <a:cubicBezTo>
                      <a:pt x="225762" y="164420"/>
                      <a:pt x="209539" y="170545"/>
                      <a:pt x="192832" y="175070"/>
                    </a:cubicBezTo>
                    <a:cubicBezTo>
                      <a:pt x="175326" y="179984"/>
                      <a:pt x="157421" y="183366"/>
                      <a:pt x="139325" y="185166"/>
                    </a:cubicBezTo>
                    <a:lnTo>
                      <a:pt x="122314" y="154591"/>
                    </a:lnTo>
                    <a:cubicBezTo>
                      <a:pt x="127085" y="154467"/>
                      <a:pt x="131846" y="154086"/>
                      <a:pt x="136569" y="153448"/>
                    </a:cubicBezTo>
                    <a:cubicBezTo>
                      <a:pt x="142937" y="152686"/>
                      <a:pt x="150065" y="151447"/>
                      <a:pt x="157858" y="149828"/>
                    </a:cubicBezTo>
                    <a:cubicBezTo>
                      <a:pt x="165651" y="148209"/>
                      <a:pt x="174014" y="145923"/>
                      <a:pt x="182663" y="143446"/>
                    </a:cubicBezTo>
                    <a:cubicBezTo>
                      <a:pt x="191159" y="140894"/>
                      <a:pt x="199446" y="137713"/>
                      <a:pt x="207468" y="133921"/>
                    </a:cubicBezTo>
                    <a:lnTo>
                      <a:pt x="156907" y="105156"/>
                    </a:lnTo>
                    <a:lnTo>
                      <a:pt x="150255" y="107442"/>
                    </a:lnTo>
                    <a:lnTo>
                      <a:pt x="143412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82"/>
                      <a:pt x="78596" y="123063"/>
                    </a:cubicBezTo>
                    <a:cubicBezTo>
                      <a:pt x="69777" y="123425"/>
                      <a:pt x="60957" y="122596"/>
                      <a:pt x="52366" y="120587"/>
                    </a:cubicBezTo>
                    <a:cubicBezTo>
                      <a:pt x="43793" y="118663"/>
                      <a:pt x="35554" y="115453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4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153"/>
                    </a:moveTo>
                    <a:cubicBezTo>
                      <a:pt x="69957" y="87030"/>
                      <a:pt x="77674" y="88697"/>
                      <a:pt x="85344" y="87916"/>
                    </a:cubicBezTo>
                    <a:cubicBezTo>
                      <a:pt x="95627" y="86735"/>
                      <a:pt x="105758" y="84468"/>
                      <a:pt x="115566" y="81153"/>
                    </a:cubicBezTo>
                    <a:lnTo>
                      <a:pt x="68047" y="53626"/>
                    </a:lnTo>
                    <a:cubicBezTo>
                      <a:pt x="50560" y="65056"/>
                      <a:pt x="48944" y="74962"/>
                      <a:pt x="63295" y="83153"/>
                    </a:cubicBezTo>
                    <a:close/>
                    <a:moveTo>
                      <a:pt x="230087" y="97155"/>
                    </a:moveTo>
                    <a:cubicBezTo>
                      <a:pt x="222854" y="93136"/>
                      <a:pt x="214500" y="91630"/>
                      <a:pt x="206327" y="92869"/>
                    </a:cubicBezTo>
                    <a:cubicBezTo>
                      <a:pt x="195075" y="94326"/>
                      <a:pt x="183974" y="96784"/>
                      <a:pt x="173159" y="100203"/>
                    </a:cubicBezTo>
                    <a:lnTo>
                      <a:pt x="220678" y="127540"/>
                    </a:lnTo>
                    <a:cubicBezTo>
                      <a:pt x="240541" y="115157"/>
                      <a:pt x="243867" y="105061"/>
                      <a:pt x="230087" y="9715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4" name="Google Shape;1454;p27"/>
            <p:cNvGrpSpPr/>
            <p:nvPr/>
          </p:nvGrpSpPr>
          <p:grpSpPr>
            <a:xfrm>
              <a:off x="3827627" y="3914647"/>
              <a:ext cx="883852" cy="621125"/>
              <a:chOff x="5637252" y="4656772"/>
              <a:chExt cx="883852" cy="621125"/>
            </a:xfrm>
          </p:grpSpPr>
          <p:sp>
            <p:nvSpPr>
              <p:cNvPr id="1455" name="Google Shape;1455;p27"/>
              <p:cNvSpPr/>
              <p:nvPr/>
            </p:nvSpPr>
            <p:spPr>
              <a:xfrm>
                <a:off x="5637252" y="476640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7"/>
              <p:cNvSpPr/>
              <p:nvPr/>
            </p:nvSpPr>
            <p:spPr>
              <a:xfrm>
                <a:off x="5637442" y="4909470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7"/>
              <p:cNvSpPr/>
              <p:nvPr/>
            </p:nvSpPr>
            <p:spPr>
              <a:xfrm>
                <a:off x="6454577" y="4912518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7"/>
              <p:cNvSpPr/>
              <p:nvPr/>
            </p:nvSpPr>
            <p:spPr>
              <a:xfrm>
                <a:off x="5637252" y="465677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7"/>
              <p:cNvSpPr/>
              <p:nvPr/>
            </p:nvSpPr>
            <p:spPr>
              <a:xfrm>
                <a:off x="5763347" y="4726400"/>
                <a:ext cx="632534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34" h="366093" extrusionOk="0">
                    <a:moveTo>
                      <a:pt x="632021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380" y="-17907"/>
                      <a:pt x="540025" y="53721"/>
                    </a:cubicBezTo>
                    <a:cubicBezTo>
                      <a:pt x="606171" y="92107"/>
                      <a:pt x="636963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7"/>
              <p:cNvSpPr/>
              <p:nvPr/>
            </p:nvSpPr>
            <p:spPr>
              <a:xfrm>
                <a:off x="5763937" y="4748307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791" y="-17907"/>
                      <a:pt x="539435" y="53721"/>
                    </a:cubicBezTo>
                    <a:cubicBezTo>
                      <a:pt x="595983" y="86677"/>
                      <a:pt x="62658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7"/>
              <p:cNvSpPr/>
              <p:nvPr/>
            </p:nvSpPr>
            <p:spPr>
              <a:xfrm>
                <a:off x="5925121" y="4831270"/>
                <a:ext cx="29522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222" h="184784" extrusionOk="0">
                    <a:moveTo>
                      <a:pt x="149495" y="29337"/>
                    </a:moveTo>
                    <a:cubicBezTo>
                      <a:pt x="145608" y="29280"/>
                      <a:pt x="141730" y="29566"/>
                      <a:pt x="137900" y="30194"/>
                    </a:cubicBezTo>
                    <a:cubicBezTo>
                      <a:pt x="132673" y="30956"/>
                      <a:pt x="126875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576"/>
                    </a:cubicBezTo>
                    <a:cubicBezTo>
                      <a:pt x="93470" y="40595"/>
                      <a:pt x="86827" y="43110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89" y="58407"/>
                      <a:pt x="199104" y="56588"/>
                      <a:pt x="210224" y="55912"/>
                    </a:cubicBezTo>
                    <a:cubicBezTo>
                      <a:pt x="220345" y="55226"/>
                      <a:pt x="230505" y="55893"/>
                      <a:pt x="240446" y="57912"/>
                    </a:cubicBezTo>
                    <a:cubicBezTo>
                      <a:pt x="250653" y="60122"/>
                      <a:pt x="260432" y="63941"/>
                      <a:pt x="269432" y="69247"/>
                    </a:cubicBezTo>
                    <a:cubicBezTo>
                      <a:pt x="278214" y="73638"/>
                      <a:pt x="285731" y="80191"/>
                      <a:pt x="291291" y="88297"/>
                    </a:cubicBezTo>
                    <a:cubicBezTo>
                      <a:pt x="294959" y="94240"/>
                      <a:pt x="296119" y="101403"/>
                      <a:pt x="294522" y="108204"/>
                    </a:cubicBezTo>
                    <a:cubicBezTo>
                      <a:pt x="292346" y="115672"/>
                      <a:pt x="288250" y="122444"/>
                      <a:pt x="282643" y="127826"/>
                    </a:cubicBezTo>
                    <a:cubicBezTo>
                      <a:pt x="275638" y="134855"/>
                      <a:pt x="267817" y="141027"/>
                      <a:pt x="259358" y="146209"/>
                    </a:cubicBezTo>
                    <a:lnTo>
                      <a:pt x="291671" y="165259"/>
                    </a:lnTo>
                    <a:lnTo>
                      <a:pt x="274089" y="175451"/>
                    </a:lnTo>
                    <a:lnTo>
                      <a:pt x="241491" y="156401"/>
                    </a:lnTo>
                    <a:cubicBezTo>
                      <a:pt x="225962" y="164068"/>
                      <a:pt x="209729" y="170231"/>
                      <a:pt x="193022" y="174784"/>
                    </a:cubicBezTo>
                    <a:cubicBezTo>
                      <a:pt x="175535" y="179622"/>
                      <a:pt x="157668" y="182966"/>
                      <a:pt x="139611" y="184785"/>
                    </a:cubicBezTo>
                    <a:lnTo>
                      <a:pt x="122504" y="154210"/>
                    </a:lnTo>
                    <a:cubicBezTo>
                      <a:pt x="127275" y="154086"/>
                      <a:pt x="132036" y="153705"/>
                      <a:pt x="136759" y="153067"/>
                    </a:cubicBezTo>
                    <a:cubicBezTo>
                      <a:pt x="143916" y="152257"/>
                      <a:pt x="151025" y="151047"/>
                      <a:pt x="158048" y="149447"/>
                    </a:cubicBezTo>
                    <a:cubicBezTo>
                      <a:pt x="165936" y="147733"/>
                      <a:pt x="174204" y="145637"/>
                      <a:pt x="182853" y="143065"/>
                    </a:cubicBezTo>
                    <a:cubicBezTo>
                      <a:pt x="191368" y="140494"/>
                      <a:pt x="199694" y="137312"/>
                      <a:pt x="207753" y="133540"/>
                    </a:cubicBezTo>
                    <a:lnTo>
                      <a:pt x="156622" y="104585"/>
                    </a:lnTo>
                    <a:lnTo>
                      <a:pt x="149970" y="106871"/>
                    </a:lnTo>
                    <a:lnTo>
                      <a:pt x="143127" y="108966"/>
                    </a:lnTo>
                    <a:cubicBezTo>
                      <a:pt x="130392" y="113157"/>
                      <a:pt x="118702" y="116491"/>
                      <a:pt x="108153" y="118491"/>
                    </a:cubicBezTo>
                    <a:cubicBezTo>
                      <a:pt x="98355" y="120767"/>
                      <a:pt x="88366" y="122111"/>
                      <a:pt x="78311" y="122491"/>
                    </a:cubicBezTo>
                    <a:cubicBezTo>
                      <a:pt x="69501" y="122806"/>
                      <a:pt x="60682" y="121977"/>
                      <a:pt x="52081" y="120015"/>
                    </a:cubicBezTo>
                    <a:cubicBezTo>
                      <a:pt x="43508" y="118072"/>
                      <a:pt x="35278" y="114862"/>
                      <a:pt x="27656" y="110490"/>
                    </a:cubicBezTo>
                    <a:cubicBezTo>
                      <a:pt x="19350" y="106137"/>
                      <a:pt x="12136" y="99946"/>
                      <a:pt x="6558" y="92393"/>
                    </a:cubicBezTo>
                    <a:cubicBezTo>
                      <a:pt x="2423" y="86687"/>
                      <a:pt x="371" y="79724"/>
                      <a:pt x="760" y="72676"/>
                    </a:cubicBezTo>
                    <a:cubicBezTo>
                      <a:pt x="1606" y="65437"/>
                      <a:pt x="4514" y="58598"/>
                      <a:pt x="9124" y="52959"/>
                    </a:cubicBezTo>
                    <a:cubicBezTo>
                      <a:pt x="14968" y="45577"/>
                      <a:pt x="21925" y="39148"/>
                      <a:pt x="29747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677"/>
                    </a:moveTo>
                    <a:cubicBezTo>
                      <a:pt x="69786" y="86516"/>
                      <a:pt x="77494" y="88182"/>
                      <a:pt x="85154" y="87439"/>
                    </a:cubicBezTo>
                    <a:cubicBezTo>
                      <a:pt x="95447" y="86278"/>
                      <a:pt x="105587" y="83972"/>
                      <a:pt x="115376" y="80581"/>
                    </a:cubicBezTo>
                    <a:lnTo>
                      <a:pt x="67857" y="53054"/>
                    </a:lnTo>
                    <a:cubicBezTo>
                      <a:pt x="50370" y="64579"/>
                      <a:pt x="48849" y="74104"/>
                      <a:pt x="63105" y="82677"/>
                    </a:cubicBezTo>
                    <a:close/>
                    <a:moveTo>
                      <a:pt x="229992" y="96583"/>
                    </a:moveTo>
                    <a:cubicBezTo>
                      <a:pt x="222693" y="92659"/>
                      <a:pt x="214339" y="91164"/>
                      <a:pt x="206137" y="92297"/>
                    </a:cubicBezTo>
                    <a:cubicBezTo>
                      <a:pt x="194894" y="93802"/>
                      <a:pt x="183803" y="96260"/>
                      <a:pt x="172969" y="99631"/>
                    </a:cubicBezTo>
                    <a:lnTo>
                      <a:pt x="220488" y="126968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7"/>
              <p:cNvSpPr/>
              <p:nvPr/>
            </p:nvSpPr>
            <p:spPr>
              <a:xfrm>
                <a:off x="6047245" y="49683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7"/>
              <p:cNvSpPr/>
              <p:nvPr/>
            </p:nvSpPr>
            <p:spPr>
              <a:xfrm>
                <a:off x="6174406" y="4979193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27"/>
              <p:cNvSpPr/>
              <p:nvPr/>
            </p:nvSpPr>
            <p:spPr>
              <a:xfrm>
                <a:off x="6188566" y="4915947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27"/>
              <p:cNvSpPr/>
              <p:nvPr/>
            </p:nvSpPr>
            <p:spPr>
              <a:xfrm>
                <a:off x="6089632" y="4922329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764"/>
                    </a:cubicBezTo>
                    <a:cubicBezTo>
                      <a:pt x="15681" y="2000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27"/>
              <p:cNvSpPr/>
              <p:nvPr/>
            </p:nvSpPr>
            <p:spPr>
              <a:xfrm>
                <a:off x="5993073" y="4867179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891" y="23908"/>
                    </a:cubicBezTo>
                    <a:cubicBezTo>
                      <a:pt x="47529" y="18878"/>
                      <a:pt x="42396" y="14564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27"/>
              <p:cNvSpPr/>
              <p:nvPr/>
            </p:nvSpPr>
            <p:spPr>
              <a:xfrm>
                <a:off x="6047245" y="4836033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4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621"/>
                    </a:lnTo>
                    <a:lnTo>
                      <a:pt x="27371" y="2457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27"/>
              <p:cNvSpPr/>
              <p:nvPr/>
            </p:nvSpPr>
            <p:spPr>
              <a:xfrm>
                <a:off x="5925121" y="483098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27"/>
              <p:cNvSpPr/>
              <p:nvPr/>
            </p:nvSpPr>
            <p:spPr>
              <a:xfrm>
                <a:off x="5926072" y="4888610"/>
                <a:ext cx="29841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27"/>
              <p:cNvSpPr/>
              <p:nvPr/>
            </p:nvSpPr>
            <p:spPr>
              <a:xfrm>
                <a:off x="5924931" y="4813649"/>
                <a:ext cx="295418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418" h="185261" extrusionOk="0">
                    <a:moveTo>
                      <a:pt x="149685" y="29718"/>
                    </a:moveTo>
                    <a:cubicBezTo>
                      <a:pt x="145798" y="29709"/>
                      <a:pt x="141920" y="30023"/>
                      <a:pt x="138090" y="30671"/>
                    </a:cubicBezTo>
                    <a:cubicBezTo>
                      <a:pt x="132863" y="31433"/>
                      <a:pt x="127066" y="32480"/>
                      <a:pt x="120603" y="33814"/>
                    </a:cubicBezTo>
                    <a:cubicBezTo>
                      <a:pt x="114140" y="35147"/>
                      <a:pt x="107393" y="36957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817"/>
                    </a:cubicBezTo>
                    <a:cubicBezTo>
                      <a:pt x="188280" y="58903"/>
                      <a:pt x="199294" y="5704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852" y="60541"/>
                      <a:pt x="260651" y="64370"/>
                      <a:pt x="269622" y="69723"/>
                    </a:cubicBezTo>
                    <a:cubicBezTo>
                      <a:pt x="278423" y="74086"/>
                      <a:pt x="285950" y="80639"/>
                      <a:pt x="291481" y="88773"/>
                    </a:cubicBezTo>
                    <a:cubicBezTo>
                      <a:pt x="295159" y="94717"/>
                      <a:pt x="296319" y="101880"/>
                      <a:pt x="294712" y="108680"/>
                    </a:cubicBezTo>
                    <a:cubicBezTo>
                      <a:pt x="292517" y="116138"/>
                      <a:pt x="288421" y="122901"/>
                      <a:pt x="282833" y="128302"/>
                    </a:cubicBezTo>
                    <a:cubicBezTo>
                      <a:pt x="275828" y="135331"/>
                      <a:pt x="268007" y="141504"/>
                      <a:pt x="259548" y="146685"/>
                    </a:cubicBezTo>
                    <a:lnTo>
                      <a:pt x="291861" y="165735"/>
                    </a:lnTo>
                    <a:lnTo>
                      <a:pt x="274279" y="175927"/>
                    </a:lnTo>
                    <a:lnTo>
                      <a:pt x="241681" y="156877"/>
                    </a:lnTo>
                    <a:cubicBezTo>
                      <a:pt x="226133" y="164506"/>
                      <a:pt x="209901" y="170659"/>
                      <a:pt x="193212" y="175260"/>
                    </a:cubicBezTo>
                    <a:cubicBezTo>
                      <a:pt x="175725" y="180099"/>
                      <a:pt x="157858" y="183442"/>
                      <a:pt x="139801" y="185261"/>
                    </a:cubicBezTo>
                    <a:lnTo>
                      <a:pt x="122694" y="154686"/>
                    </a:lnTo>
                    <a:cubicBezTo>
                      <a:pt x="127465" y="154562"/>
                      <a:pt x="132226" y="154181"/>
                      <a:pt x="136950" y="153543"/>
                    </a:cubicBezTo>
                    <a:cubicBezTo>
                      <a:pt x="143317" y="152781"/>
                      <a:pt x="150445" y="151638"/>
                      <a:pt x="158238" y="149923"/>
                    </a:cubicBezTo>
                    <a:cubicBezTo>
                      <a:pt x="166031" y="148209"/>
                      <a:pt x="174395" y="146113"/>
                      <a:pt x="183043" y="143542"/>
                    </a:cubicBezTo>
                    <a:cubicBezTo>
                      <a:pt x="191558" y="140970"/>
                      <a:pt x="199884" y="137789"/>
                      <a:pt x="207943" y="134017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35"/>
                      <a:pt x="60881" y="122406"/>
                      <a:pt x="52271" y="120491"/>
                    </a:cubicBezTo>
                    <a:cubicBezTo>
                      <a:pt x="43717" y="118510"/>
                      <a:pt x="35487" y="115300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13" y="87097"/>
                      <a:pt x="570" y="80163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47" y="16993"/>
                      <a:pt x="75774" y="11621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95" y="83153"/>
                    </a:moveTo>
                    <a:cubicBezTo>
                      <a:pt x="69967" y="87001"/>
                      <a:pt x="77684" y="88640"/>
                      <a:pt x="85344" y="87821"/>
                    </a:cubicBezTo>
                    <a:cubicBezTo>
                      <a:pt x="95637" y="86696"/>
                      <a:pt x="105777" y="84430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73" y="74838"/>
                      <a:pt x="63295" y="83153"/>
                    </a:cubicBezTo>
                    <a:close/>
                    <a:moveTo>
                      <a:pt x="230182" y="97060"/>
                    </a:moveTo>
                    <a:cubicBezTo>
                      <a:pt x="222902" y="93098"/>
                      <a:pt x="214529" y="91592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636" y="115157"/>
                      <a:pt x="243867" y="104966"/>
                      <a:pt x="230182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1" name="Google Shape;1471;p27"/>
            <p:cNvGrpSpPr/>
            <p:nvPr/>
          </p:nvGrpSpPr>
          <p:grpSpPr>
            <a:xfrm>
              <a:off x="3818123" y="3752055"/>
              <a:ext cx="883852" cy="621125"/>
              <a:chOff x="5627748" y="4494180"/>
              <a:chExt cx="883852" cy="621125"/>
            </a:xfrm>
          </p:grpSpPr>
          <p:sp>
            <p:nvSpPr>
              <p:cNvPr id="1472" name="Google Shape;1472;p27"/>
              <p:cNvSpPr/>
              <p:nvPr/>
            </p:nvSpPr>
            <p:spPr>
              <a:xfrm>
                <a:off x="5627748" y="460381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27"/>
              <p:cNvSpPr/>
              <p:nvPr/>
            </p:nvSpPr>
            <p:spPr>
              <a:xfrm>
                <a:off x="5627938" y="4746878"/>
                <a:ext cx="87244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245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27"/>
              <p:cNvSpPr/>
              <p:nvPr/>
            </p:nvSpPr>
            <p:spPr>
              <a:xfrm>
                <a:off x="6445074" y="4749926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27"/>
              <p:cNvSpPr/>
              <p:nvPr/>
            </p:nvSpPr>
            <p:spPr>
              <a:xfrm>
                <a:off x="5627748" y="449418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27"/>
              <p:cNvSpPr/>
              <p:nvPr/>
            </p:nvSpPr>
            <p:spPr>
              <a:xfrm>
                <a:off x="5753825" y="4563879"/>
                <a:ext cx="632535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535" h="366022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2"/>
                      <a:pt x="216059" y="383882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189" y="92131"/>
                      <a:pt x="636887" y="143566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27"/>
              <p:cNvSpPr/>
              <p:nvPr/>
            </p:nvSpPr>
            <p:spPr>
              <a:xfrm>
                <a:off x="5754433" y="4585787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8992"/>
                      <a:pt x="34974" y="86415"/>
                      <a:pt x="91902" y="53649"/>
                    </a:cubicBezTo>
                    <a:cubicBezTo>
                      <a:pt x="215451" y="-17883"/>
                      <a:pt x="415791" y="-17883"/>
                      <a:pt x="539340" y="53649"/>
                    </a:cubicBezTo>
                    <a:cubicBezTo>
                      <a:pt x="595983" y="86606"/>
                      <a:pt x="62658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27"/>
              <p:cNvSpPr/>
              <p:nvPr/>
            </p:nvSpPr>
            <p:spPr>
              <a:xfrm>
                <a:off x="5915333" y="4668297"/>
                <a:ext cx="294899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261" extrusionOk="0">
                    <a:moveTo>
                      <a:pt x="149685" y="29718"/>
                    </a:moveTo>
                    <a:cubicBezTo>
                      <a:pt x="145807" y="29718"/>
                      <a:pt x="141929" y="30004"/>
                      <a:pt x="138090" y="30575"/>
                    </a:cubicBezTo>
                    <a:cubicBezTo>
                      <a:pt x="132958" y="31337"/>
                      <a:pt x="127066" y="32385"/>
                      <a:pt x="120603" y="33719"/>
                    </a:cubicBezTo>
                    <a:cubicBezTo>
                      <a:pt x="114140" y="35052"/>
                      <a:pt x="107488" y="36862"/>
                      <a:pt x="100550" y="38958"/>
                    </a:cubicBezTo>
                    <a:cubicBezTo>
                      <a:pt x="93821" y="41015"/>
                      <a:pt x="87245" y="43567"/>
                      <a:pt x="80877" y="46577"/>
                    </a:cubicBezTo>
                    <a:lnTo>
                      <a:pt x="131722" y="76010"/>
                    </a:lnTo>
                    <a:lnTo>
                      <a:pt x="140751" y="72771"/>
                    </a:lnTo>
                    <a:cubicBezTo>
                      <a:pt x="153771" y="68485"/>
                      <a:pt x="165936" y="64866"/>
                      <a:pt x="177341" y="61817"/>
                    </a:cubicBezTo>
                    <a:cubicBezTo>
                      <a:pt x="188099" y="58931"/>
                      <a:pt x="199114" y="57122"/>
                      <a:pt x="210224" y="56388"/>
                    </a:cubicBezTo>
                    <a:cubicBezTo>
                      <a:pt x="220374" y="55693"/>
                      <a:pt x="230571" y="56369"/>
                      <a:pt x="240541" y="58388"/>
                    </a:cubicBezTo>
                    <a:cubicBezTo>
                      <a:pt x="250586" y="60636"/>
                      <a:pt x="260204" y="64465"/>
                      <a:pt x="269052" y="69723"/>
                    </a:cubicBezTo>
                    <a:cubicBezTo>
                      <a:pt x="277853" y="74086"/>
                      <a:pt x="285380" y="80639"/>
                      <a:pt x="290911" y="88773"/>
                    </a:cubicBezTo>
                    <a:cubicBezTo>
                      <a:pt x="294665" y="94679"/>
                      <a:pt x="295834" y="101880"/>
                      <a:pt x="294142" y="108680"/>
                    </a:cubicBezTo>
                    <a:cubicBezTo>
                      <a:pt x="292032" y="116177"/>
                      <a:pt x="287927" y="122958"/>
                      <a:pt x="282262" y="128302"/>
                    </a:cubicBezTo>
                    <a:cubicBezTo>
                      <a:pt x="275287" y="135331"/>
                      <a:pt x="267503" y="141504"/>
                      <a:pt x="259073" y="146685"/>
                    </a:cubicBezTo>
                    <a:lnTo>
                      <a:pt x="291386" y="165735"/>
                    </a:lnTo>
                    <a:lnTo>
                      <a:pt x="273804" y="175927"/>
                    </a:lnTo>
                    <a:lnTo>
                      <a:pt x="241206" y="156877"/>
                    </a:lnTo>
                    <a:cubicBezTo>
                      <a:pt x="225696" y="164592"/>
                      <a:pt x="209454" y="170745"/>
                      <a:pt x="192737" y="175260"/>
                    </a:cubicBezTo>
                    <a:cubicBezTo>
                      <a:pt x="175212" y="180099"/>
                      <a:pt x="157316" y="183442"/>
                      <a:pt x="139230" y="185261"/>
                    </a:cubicBezTo>
                    <a:lnTo>
                      <a:pt x="122219" y="154686"/>
                    </a:lnTo>
                    <a:cubicBezTo>
                      <a:pt x="125355" y="154686"/>
                      <a:pt x="130107" y="154686"/>
                      <a:pt x="136474" y="153638"/>
                    </a:cubicBezTo>
                    <a:cubicBezTo>
                      <a:pt x="142842" y="152591"/>
                      <a:pt x="149875" y="151638"/>
                      <a:pt x="157763" y="149924"/>
                    </a:cubicBezTo>
                    <a:cubicBezTo>
                      <a:pt x="165651" y="148209"/>
                      <a:pt x="173824" y="146114"/>
                      <a:pt x="182568" y="143542"/>
                    </a:cubicBezTo>
                    <a:cubicBezTo>
                      <a:pt x="191074" y="141037"/>
                      <a:pt x="199370" y="137846"/>
                      <a:pt x="207373" y="134017"/>
                    </a:cubicBezTo>
                    <a:lnTo>
                      <a:pt x="156907" y="104966"/>
                    </a:lnTo>
                    <a:lnTo>
                      <a:pt x="150255" y="107252"/>
                    </a:lnTo>
                    <a:lnTo>
                      <a:pt x="143317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82"/>
                      <a:pt x="60900" y="122454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35" y="106528"/>
                      <a:pt x="12402" y="100317"/>
                      <a:pt x="6748" y="92774"/>
                    </a:cubicBezTo>
                    <a:cubicBezTo>
                      <a:pt x="2689" y="87068"/>
                      <a:pt x="684" y="80153"/>
                      <a:pt x="1045" y="73152"/>
                    </a:cubicBezTo>
                    <a:cubicBezTo>
                      <a:pt x="1815" y="65865"/>
                      <a:pt x="4723" y="5896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5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058"/>
                    </a:moveTo>
                    <a:cubicBezTo>
                      <a:pt x="70071" y="86897"/>
                      <a:pt x="77779" y="88563"/>
                      <a:pt x="85439" y="87821"/>
                    </a:cubicBezTo>
                    <a:cubicBezTo>
                      <a:pt x="95722" y="86639"/>
                      <a:pt x="105853" y="84372"/>
                      <a:pt x="115661" y="81058"/>
                    </a:cubicBezTo>
                    <a:lnTo>
                      <a:pt x="68142" y="53435"/>
                    </a:lnTo>
                    <a:cubicBezTo>
                      <a:pt x="50655" y="64961"/>
                      <a:pt x="49039" y="75152"/>
                      <a:pt x="63390" y="83058"/>
                    </a:cubicBezTo>
                    <a:close/>
                    <a:moveTo>
                      <a:pt x="230182" y="96965"/>
                    </a:moveTo>
                    <a:cubicBezTo>
                      <a:pt x="222930" y="93021"/>
                      <a:pt x="214586" y="91545"/>
                      <a:pt x="206422" y="92774"/>
                    </a:cubicBezTo>
                    <a:cubicBezTo>
                      <a:pt x="195170" y="94193"/>
                      <a:pt x="184069" y="96622"/>
                      <a:pt x="173254" y="100013"/>
                    </a:cubicBezTo>
                    <a:lnTo>
                      <a:pt x="220773" y="127445"/>
                    </a:lnTo>
                    <a:cubicBezTo>
                      <a:pt x="240636" y="115062"/>
                      <a:pt x="243867" y="104966"/>
                      <a:pt x="230182" y="969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27"/>
              <p:cNvSpPr/>
              <p:nvPr/>
            </p:nvSpPr>
            <p:spPr>
              <a:xfrm>
                <a:off x="6037741" y="480574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27"/>
              <p:cNvSpPr/>
              <p:nvPr/>
            </p:nvSpPr>
            <p:spPr>
              <a:xfrm>
                <a:off x="6164902" y="4816601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27"/>
              <p:cNvSpPr/>
              <p:nvPr/>
            </p:nvSpPr>
            <p:spPr>
              <a:xfrm>
                <a:off x="6178968" y="475335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27"/>
              <p:cNvSpPr/>
              <p:nvPr/>
            </p:nvSpPr>
            <p:spPr>
              <a:xfrm>
                <a:off x="6080128" y="4759737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27"/>
              <p:cNvSpPr/>
              <p:nvPr/>
            </p:nvSpPr>
            <p:spPr>
              <a:xfrm>
                <a:off x="5983570" y="4704588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6" y="18878"/>
                      <a:pt x="42796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27"/>
              <p:cNvSpPr/>
              <p:nvPr/>
            </p:nvSpPr>
            <p:spPr>
              <a:xfrm>
                <a:off x="6037741" y="467344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1" y="19717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27"/>
              <p:cNvSpPr/>
              <p:nvPr/>
            </p:nvSpPr>
            <p:spPr>
              <a:xfrm>
                <a:off x="5915523" y="4668392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27"/>
              <p:cNvSpPr/>
              <p:nvPr/>
            </p:nvSpPr>
            <p:spPr>
              <a:xfrm>
                <a:off x="5916473" y="4725638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27"/>
              <p:cNvSpPr/>
              <p:nvPr/>
            </p:nvSpPr>
            <p:spPr>
              <a:xfrm>
                <a:off x="5915428" y="4651533"/>
                <a:ext cx="294626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626" h="184784" extrusionOk="0">
                    <a:moveTo>
                      <a:pt x="149590" y="29242"/>
                    </a:moveTo>
                    <a:cubicBezTo>
                      <a:pt x="145702" y="29232"/>
                      <a:pt x="141825" y="29546"/>
                      <a:pt x="137995" y="30194"/>
                    </a:cubicBezTo>
                    <a:cubicBezTo>
                      <a:pt x="132863" y="30956"/>
                      <a:pt x="126971" y="32004"/>
                      <a:pt x="120508" y="33338"/>
                    </a:cubicBezTo>
                    <a:cubicBezTo>
                      <a:pt x="11404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466" y="72295"/>
                    </a:lnTo>
                    <a:cubicBezTo>
                      <a:pt x="153486" y="68008"/>
                      <a:pt x="165651" y="64294"/>
                      <a:pt x="177056" y="61341"/>
                    </a:cubicBezTo>
                    <a:cubicBezTo>
                      <a:pt x="187804" y="58417"/>
                      <a:pt x="198819" y="56597"/>
                      <a:pt x="209939" y="55912"/>
                    </a:cubicBezTo>
                    <a:cubicBezTo>
                      <a:pt x="220089" y="55216"/>
                      <a:pt x="230286" y="55893"/>
                      <a:pt x="240256" y="57912"/>
                    </a:cubicBezTo>
                    <a:cubicBezTo>
                      <a:pt x="250311" y="60122"/>
                      <a:pt x="259938" y="63951"/>
                      <a:pt x="268767" y="69247"/>
                    </a:cubicBezTo>
                    <a:cubicBezTo>
                      <a:pt x="277568" y="73609"/>
                      <a:pt x="285095" y="80162"/>
                      <a:pt x="290626" y="88297"/>
                    </a:cubicBezTo>
                    <a:cubicBezTo>
                      <a:pt x="294399" y="94202"/>
                      <a:pt x="295568" y="101403"/>
                      <a:pt x="293857" y="108204"/>
                    </a:cubicBezTo>
                    <a:cubicBezTo>
                      <a:pt x="291719" y="115691"/>
                      <a:pt x="287613" y="122472"/>
                      <a:pt x="281977" y="127825"/>
                    </a:cubicBezTo>
                    <a:cubicBezTo>
                      <a:pt x="275002" y="134855"/>
                      <a:pt x="267218" y="141027"/>
                      <a:pt x="258788" y="146209"/>
                    </a:cubicBezTo>
                    <a:lnTo>
                      <a:pt x="291101" y="165259"/>
                    </a:lnTo>
                    <a:lnTo>
                      <a:pt x="273519" y="175450"/>
                    </a:lnTo>
                    <a:lnTo>
                      <a:pt x="240921" y="156400"/>
                    </a:lnTo>
                    <a:cubicBezTo>
                      <a:pt x="225392" y="164068"/>
                      <a:pt x="209159" y="170231"/>
                      <a:pt x="192452" y="174784"/>
                    </a:cubicBezTo>
                    <a:cubicBezTo>
                      <a:pt x="174927" y="179622"/>
                      <a:pt x="157031" y="182966"/>
                      <a:pt x="138945" y="184785"/>
                    </a:cubicBezTo>
                    <a:lnTo>
                      <a:pt x="121934" y="154210"/>
                    </a:lnTo>
                    <a:cubicBezTo>
                      <a:pt x="126704" y="154086"/>
                      <a:pt x="131466" y="153705"/>
                      <a:pt x="136189" y="153067"/>
                    </a:cubicBezTo>
                    <a:cubicBezTo>
                      <a:pt x="143346" y="152248"/>
                      <a:pt x="150454" y="151038"/>
                      <a:pt x="157478" y="149447"/>
                    </a:cubicBezTo>
                    <a:cubicBezTo>
                      <a:pt x="165271" y="147733"/>
                      <a:pt x="173539" y="145637"/>
                      <a:pt x="182283" y="143065"/>
                    </a:cubicBezTo>
                    <a:cubicBezTo>
                      <a:pt x="190779" y="140513"/>
                      <a:pt x="199066" y="137331"/>
                      <a:pt x="207087" y="133540"/>
                    </a:cubicBezTo>
                    <a:lnTo>
                      <a:pt x="156812" y="104584"/>
                    </a:lnTo>
                    <a:lnTo>
                      <a:pt x="150160" y="106871"/>
                    </a:lnTo>
                    <a:lnTo>
                      <a:pt x="143222" y="108966"/>
                    </a:lnTo>
                    <a:cubicBezTo>
                      <a:pt x="130582" y="113157"/>
                      <a:pt x="118892" y="116491"/>
                      <a:pt x="108343" y="118491"/>
                    </a:cubicBezTo>
                    <a:cubicBezTo>
                      <a:pt x="98545" y="120767"/>
                      <a:pt x="88556" y="122101"/>
                      <a:pt x="78501" y="122491"/>
                    </a:cubicBezTo>
                    <a:cubicBezTo>
                      <a:pt x="69710" y="122949"/>
                      <a:pt x="60891" y="122282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37" y="85973"/>
                      <a:pt x="105768" y="83677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1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772" y="104489"/>
                      <a:pt x="230087" y="96583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8" name="Google Shape;1488;p27"/>
            <p:cNvGrpSpPr/>
            <p:nvPr/>
          </p:nvGrpSpPr>
          <p:grpSpPr>
            <a:xfrm>
              <a:off x="2205711" y="4330032"/>
              <a:ext cx="883852" cy="621125"/>
              <a:chOff x="4015336" y="5072157"/>
              <a:chExt cx="883852" cy="621125"/>
            </a:xfrm>
          </p:grpSpPr>
          <p:sp>
            <p:nvSpPr>
              <p:cNvPr id="1489" name="Google Shape;1489;p27"/>
              <p:cNvSpPr/>
              <p:nvPr/>
            </p:nvSpPr>
            <p:spPr>
              <a:xfrm>
                <a:off x="4015336" y="518179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27"/>
              <p:cNvSpPr/>
              <p:nvPr/>
            </p:nvSpPr>
            <p:spPr>
              <a:xfrm>
                <a:off x="4015526" y="532485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27"/>
              <p:cNvSpPr/>
              <p:nvPr/>
            </p:nvSpPr>
            <p:spPr>
              <a:xfrm>
                <a:off x="4832661" y="532790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27"/>
              <p:cNvSpPr/>
              <p:nvPr/>
            </p:nvSpPr>
            <p:spPr>
              <a:xfrm>
                <a:off x="4015336" y="507215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27"/>
              <p:cNvSpPr/>
              <p:nvPr/>
            </p:nvSpPr>
            <p:spPr>
              <a:xfrm>
                <a:off x="4141033" y="5141785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173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173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27"/>
              <p:cNvSpPr/>
              <p:nvPr/>
            </p:nvSpPr>
            <p:spPr>
              <a:xfrm>
                <a:off x="4141641" y="516369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8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27"/>
              <p:cNvSpPr/>
              <p:nvPr/>
            </p:nvSpPr>
            <p:spPr>
              <a:xfrm>
                <a:off x="4303110" y="5245703"/>
                <a:ext cx="29490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737" extrusionOk="0">
                    <a:moveTo>
                      <a:pt x="149495" y="30194"/>
                    </a:moveTo>
                    <a:cubicBezTo>
                      <a:pt x="145610" y="30184"/>
                      <a:pt x="141732" y="30509"/>
                      <a:pt x="137900" y="31147"/>
                    </a:cubicBezTo>
                    <a:cubicBezTo>
                      <a:pt x="132768" y="31909"/>
                      <a:pt x="126876" y="32956"/>
                      <a:pt x="120413" y="34290"/>
                    </a:cubicBezTo>
                    <a:cubicBezTo>
                      <a:pt x="113950" y="35623"/>
                      <a:pt x="107298" y="37433"/>
                      <a:pt x="100360" y="39529"/>
                    </a:cubicBezTo>
                    <a:cubicBezTo>
                      <a:pt x="93565" y="41548"/>
                      <a:pt x="86926" y="44062"/>
                      <a:pt x="80497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961"/>
                      <a:pt x="165936" y="65246"/>
                      <a:pt x="177341" y="62293"/>
                    </a:cubicBezTo>
                    <a:cubicBezTo>
                      <a:pt x="188089" y="59369"/>
                      <a:pt x="199107" y="57550"/>
                      <a:pt x="210224" y="56864"/>
                    </a:cubicBezTo>
                    <a:cubicBezTo>
                      <a:pt x="220373" y="56169"/>
                      <a:pt x="230569" y="56845"/>
                      <a:pt x="240541" y="58864"/>
                    </a:cubicBezTo>
                    <a:cubicBezTo>
                      <a:pt x="250594" y="61074"/>
                      <a:pt x="260223" y="64894"/>
                      <a:pt x="269052" y="70199"/>
                    </a:cubicBezTo>
                    <a:cubicBezTo>
                      <a:pt x="277853" y="74600"/>
                      <a:pt x="285403" y="81153"/>
                      <a:pt x="291006" y="89249"/>
                    </a:cubicBezTo>
                    <a:cubicBezTo>
                      <a:pt x="294700" y="95183"/>
                      <a:pt x="295831" y="102365"/>
                      <a:pt x="294142" y="109156"/>
                    </a:cubicBezTo>
                    <a:cubicBezTo>
                      <a:pt x="292005" y="116643"/>
                      <a:pt x="287902" y="123425"/>
                      <a:pt x="282263" y="128778"/>
                    </a:cubicBezTo>
                    <a:cubicBezTo>
                      <a:pt x="275290" y="135807"/>
                      <a:pt x="267506" y="141979"/>
                      <a:pt x="259073" y="147161"/>
                    </a:cubicBezTo>
                    <a:lnTo>
                      <a:pt x="291386" y="166211"/>
                    </a:lnTo>
                    <a:lnTo>
                      <a:pt x="273804" y="176403"/>
                    </a:lnTo>
                    <a:lnTo>
                      <a:pt x="241206" y="157353"/>
                    </a:lnTo>
                    <a:cubicBezTo>
                      <a:pt x="225675" y="165020"/>
                      <a:pt x="209444" y="171183"/>
                      <a:pt x="192737" y="175736"/>
                    </a:cubicBezTo>
                    <a:cubicBezTo>
                      <a:pt x="175214" y="180575"/>
                      <a:pt x="157315" y="183918"/>
                      <a:pt x="139230" y="185738"/>
                    </a:cubicBezTo>
                    <a:lnTo>
                      <a:pt x="122219" y="154972"/>
                    </a:lnTo>
                    <a:cubicBezTo>
                      <a:pt x="126988" y="154848"/>
                      <a:pt x="131746" y="154467"/>
                      <a:pt x="136474" y="153829"/>
                    </a:cubicBezTo>
                    <a:cubicBezTo>
                      <a:pt x="143631" y="153010"/>
                      <a:pt x="150737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7"/>
                    </a:cubicBezTo>
                    <a:cubicBezTo>
                      <a:pt x="191061" y="141275"/>
                      <a:pt x="199352" y="138093"/>
                      <a:pt x="207373" y="134302"/>
                    </a:cubicBezTo>
                    <a:lnTo>
                      <a:pt x="156908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39" y="121244"/>
                      <a:pt x="88648" y="122577"/>
                      <a:pt x="78596" y="122968"/>
                    </a:cubicBezTo>
                    <a:cubicBezTo>
                      <a:pt x="69751" y="123282"/>
                      <a:pt x="60903" y="122453"/>
                      <a:pt x="52271" y="120491"/>
                    </a:cubicBezTo>
                    <a:cubicBezTo>
                      <a:pt x="43734" y="118548"/>
                      <a:pt x="35533" y="115338"/>
                      <a:pt x="27941" y="110966"/>
                    </a:cubicBezTo>
                    <a:cubicBezTo>
                      <a:pt x="19598" y="106585"/>
                      <a:pt x="12352" y="100365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828" y="65865"/>
                      <a:pt x="4737" y="58979"/>
                      <a:pt x="9409" y="53340"/>
                    </a:cubicBezTo>
                    <a:cubicBezTo>
                      <a:pt x="15242" y="45977"/>
                      <a:pt x="22166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59" y="17031"/>
                      <a:pt x="75883" y="11668"/>
                      <a:pt x="90951" y="7906"/>
                    </a:cubicBezTo>
                    <a:cubicBezTo>
                      <a:pt x="105285" y="4229"/>
                      <a:pt x="119863" y="1591"/>
                      <a:pt x="134574" y="0"/>
                    </a:cubicBezTo>
                    <a:close/>
                    <a:moveTo>
                      <a:pt x="63200" y="83629"/>
                    </a:moveTo>
                    <a:cubicBezTo>
                      <a:pt x="69880" y="87468"/>
                      <a:pt x="77584" y="89135"/>
                      <a:pt x="85249" y="88392"/>
                    </a:cubicBezTo>
                    <a:cubicBezTo>
                      <a:pt x="95542" y="87211"/>
                      <a:pt x="105675" y="84915"/>
                      <a:pt x="115471" y="81534"/>
                    </a:cubicBezTo>
                    <a:lnTo>
                      <a:pt x="67952" y="54007"/>
                    </a:lnTo>
                    <a:cubicBezTo>
                      <a:pt x="50465" y="65437"/>
                      <a:pt x="48945" y="75343"/>
                      <a:pt x="63200" y="83629"/>
                    </a:cubicBezTo>
                    <a:close/>
                    <a:moveTo>
                      <a:pt x="229992" y="97822"/>
                    </a:moveTo>
                    <a:cubicBezTo>
                      <a:pt x="222731" y="93888"/>
                      <a:pt x="214405" y="92383"/>
                      <a:pt x="206232" y="93535"/>
                    </a:cubicBezTo>
                    <a:cubicBezTo>
                      <a:pt x="194990" y="95040"/>
                      <a:pt x="183894" y="97498"/>
                      <a:pt x="173064" y="100870"/>
                    </a:cubicBezTo>
                    <a:lnTo>
                      <a:pt x="220583" y="128206"/>
                    </a:lnTo>
                    <a:cubicBezTo>
                      <a:pt x="240446" y="115633"/>
                      <a:pt x="243677" y="105442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27"/>
              <p:cNvSpPr/>
              <p:nvPr/>
            </p:nvSpPr>
            <p:spPr>
              <a:xfrm>
                <a:off x="4425329" y="5383530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27"/>
              <p:cNvSpPr/>
              <p:nvPr/>
            </p:nvSpPr>
            <p:spPr>
              <a:xfrm>
                <a:off x="4552490" y="5394578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27"/>
              <p:cNvSpPr/>
              <p:nvPr/>
            </p:nvSpPr>
            <p:spPr>
              <a:xfrm>
                <a:off x="4566555" y="533133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9" name="Google Shape;1499;p27"/>
              <p:cNvSpPr/>
              <p:nvPr/>
            </p:nvSpPr>
            <p:spPr>
              <a:xfrm>
                <a:off x="4467716" y="5337714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764"/>
                    </a:cubicBezTo>
                    <a:cubicBezTo>
                      <a:pt x="15681" y="20002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27"/>
              <p:cNvSpPr/>
              <p:nvPr/>
            </p:nvSpPr>
            <p:spPr>
              <a:xfrm>
                <a:off x="4371062" y="5282565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623"/>
                    </a:lnTo>
                    <a:cubicBezTo>
                      <a:pt x="59019" y="31623"/>
                      <a:pt x="52841" y="24574"/>
                      <a:pt x="52366" y="23908"/>
                    </a:cubicBezTo>
                    <a:cubicBezTo>
                      <a:pt x="47978" y="18898"/>
                      <a:pt x="42850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7"/>
              <p:cNvSpPr/>
              <p:nvPr/>
            </p:nvSpPr>
            <p:spPr>
              <a:xfrm>
                <a:off x="4425329" y="525141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7"/>
              <p:cNvSpPr/>
              <p:nvPr/>
            </p:nvSpPr>
            <p:spPr>
              <a:xfrm>
                <a:off x="4303110" y="5246369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27"/>
              <p:cNvSpPr/>
              <p:nvPr/>
            </p:nvSpPr>
            <p:spPr>
              <a:xfrm>
                <a:off x="4304536" y="5303900"/>
                <a:ext cx="2946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29461" h="3009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462" y="0"/>
                    </a:lnTo>
                    <a:lnTo>
                      <a:pt x="22144" y="16002"/>
                    </a:lnTo>
                    <a:lnTo>
                      <a:pt x="9504" y="3009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27"/>
              <p:cNvSpPr/>
              <p:nvPr/>
            </p:nvSpPr>
            <p:spPr>
              <a:xfrm>
                <a:off x="4303110" y="5229225"/>
                <a:ext cx="294907" cy="185356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356" extrusionOk="0">
                    <a:moveTo>
                      <a:pt x="149495" y="29528"/>
                    </a:moveTo>
                    <a:cubicBezTo>
                      <a:pt x="145610" y="29518"/>
                      <a:pt x="141732" y="29842"/>
                      <a:pt x="137900" y="30480"/>
                    </a:cubicBezTo>
                    <a:cubicBezTo>
                      <a:pt x="132768" y="31242"/>
                      <a:pt x="126876" y="32290"/>
                      <a:pt x="120413" y="33623"/>
                    </a:cubicBezTo>
                    <a:cubicBezTo>
                      <a:pt x="113950" y="34957"/>
                      <a:pt x="107298" y="36671"/>
                      <a:pt x="100360" y="38767"/>
                    </a:cubicBezTo>
                    <a:cubicBezTo>
                      <a:pt x="93563" y="40815"/>
                      <a:pt x="86924" y="43367"/>
                      <a:pt x="80497" y="46387"/>
                    </a:cubicBezTo>
                    <a:lnTo>
                      <a:pt x="131342" y="76200"/>
                    </a:lnTo>
                    <a:lnTo>
                      <a:pt x="140846" y="73057"/>
                    </a:lnTo>
                    <a:cubicBezTo>
                      <a:pt x="153771" y="68675"/>
                      <a:pt x="165936" y="65056"/>
                      <a:pt x="177341" y="62008"/>
                    </a:cubicBezTo>
                    <a:cubicBezTo>
                      <a:pt x="188108" y="59169"/>
                      <a:pt x="199118" y="57350"/>
                      <a:pt x="210224" y="56579"/>
                    </a:cubicBezTo>
                    <a:cubicBezTo>
                      <a:pt x="220378" y="55969"/>
                      <a:pt x="230568" y="56674"/>
                      <a:pt x="240541" y="58674"/>
                    </a:cubicBezTo>
                    <a:cubicBezTo>
                      <a:pt x="250578" y="60884"/>
                      <a:pt x="260200" y="64684"/>
                      <a:pt x="269052" y="69913"/>
                    </a:cubicBezTo>
                    <a:cubicBezTo>
                      <a:pt x="277850" y="74314"/>
                      <a:pt x="285401" y="80867"/>
                      <a:pt x="291006" y="88963"/>
                    </a:cubicBezTo>
                    <a:cubicBezTo>
                      <a:pt x="294700" y="94898"/>
                      <a:pt x="295831" y="102080"/>
                      <a:pt x="294142" y="108871"/>
                    </a:cubicBezTo>
                    <a:cubicBezTo>
                      <a:pt x="291984" y="116348"/>
                      <a:pt x="287884" y="123120"/>
                      <a:pt x="282263" y="128492"/>
                    </a:cubicBezTo>
                    <a:cubicBezTo>
                      <a:pt x="275312" y="135522"/>
                      <a:pt x="267523" y="141665"/>
                      <a:pt x="259073" y="146780"/>
                    </a:cubicBezTo>
                    <a:lnTo>
                      <a:pt x="291386" y="165830"/>
                    </a:lnTo>
                    <a:lnTo>
                      <a:pt x="273804" y="176022"/>
                    </a:lnTo>
                    <a:lnTo>
                      <a:pt x="241206" y="156972"/>
                    </a:lnTo>
                    <a:cubicBezTo>
                      <a:pt x="225671" y="164611"/>
                      <a:pt x="209441" y="170736"/>
                      <a:pt x="192737" y="175260"/>
                    </a:cubicBezTo>
                    <a:cubicBezTo>
                      <a:pt x="175227" y="180175"/>
                      <a:pt x="157324" y="183556"/>
                      <a:pt x="139230" y="185356"/>
                    </a:cubicBezTo>
                    <a:lnTo>
                      <a:pt x="122219" y="154781"/>
                    </a:lnTo>
                    <a:cubicBezTo>
                      <a:pt x="126988" y="154657"/>
                      <a:pt x="131746" y="154276"/>
                      <a:pt x="136474" y="153638"/>
                    </a:cubicBezTo>
                    <a:cubicBezTo>
                      <a:pt x="142842" y="152876"/>
                      <a:pt x="149875" y="151733"/>
                      <a:pt x="157763" y="150019"/>
                    </a:cubicBezTo>
                    <a:cubicBezTo>
                      <a:pt x="165651" y="148304"/>
                      <a:pt x="173824" y="146113"/>
                      <a:pt x="182568" y="143637"/>
                    </a:cubicBezTo>
                    <a:cubicBezTo>
                      <a:pt x="191076" y="141122"/>
                      <a:pt x="199369" y="137941"/>
                      <a:pt x="207373" y="134112"/>
                    </a:cubicBezTo>
                    <a:lnTo>
                      <a:pt x="156908" y="104775"/>
                    </a:lnTo>
                    <a:lnTo>
                      <a:pt x="150255" y="107061"/>
                    </a:lnTo>
                    <a:lnTo>
                      <a:pt x="143317" y="109156"/>
                    </a:lnTo>
                    <a:cubicBezTo>
                      <a:pt x="130677" y="113347"/>
                      <a:pt x="118987" y="116586"/>
                      <a:pt x="108438" y="118681"/>
                    </a:cubicBezTo>
                    <a:cubicBezTo>
                      <a:pt x="98639" y="120958"/>
                      <a:pt x="88648" y="122291"/>
                      <a:pt x="78596" y="122682"/>
                    </a:cubicBezTo>
                    <a:cubicBezTo>
                      <a:pt x="69756" y="123025"/>
                      <a:pt x="60908" y="122225"/>
                      <a:pt x="52271" y="120301"/>
                    </a:cubicBezTo>
                    <a:cubicBezTo>
                      <a:pt x="43746" y="118310"/>
                      <a:pt x="35552" y="115110"/>
                      <a:pt x="27941" y="110776"/>
                    </a:cubicBezTo>
                    <a:cubicBezTo>
                      <a:pt x="19598" y="106394"/>
                      <a:pt x="12352" y="100174"/>
                      <a:pt x="6748" y="92583"/>
                    </a:cubicBezTo>
                    <a:cubicBezTo>
                      <a:pt x="2686" y="86878"/>
                      <a:pt x="675" y="79962"/>
                      <a:pt x="1045" y="72962"/>
                    </a:cubicBezTo>
                    <a:cubicBezTo>
                      <a:pt x="1811" y="65675"/>
                      <a:pt x="4722" y="58779"/>
                      <a:pt x="9409" y="53149"/>
                    </a:cubicBezTo>
                    <a:cubicBezTo>
                      <a:pt x="15242" y="45787"/>
                      <a:pt x="22166" y="39367"/>
                      <a:pt x="29937" y="34099"/>
                    </a:cubicBezTo>
                    <a:lnTo>
                      <a:pt x="0" y="16764"/>
                    </a:lnTo>
                    <a:lnTo>
                      <a:pt x="17677" y="6572"/>
                    </a:lnTo>
                    <a:lnTo>
                      <a:pt x="47329" y="23717"/>
                    </a:lnTo>
                    <a:cubicBezTo>
                      <a:pt x="61238" y="16764"/>
                      <a:pt x="75867" y="11373"/>
                      <a:pt x="90951" y="7620"/>
                    </a:cubicBezTo>
                    <a:cubicBezTo>
                      <a:pt x="105280" y="4134"/>
                      <a:pt x="119820" y="1591"/>
                      <a:pt x="134479" y="0"/>
                    </a:cubicBezTo>
                    <a:close/>
                    <a:moveTo>
                      <a:pt x="63200" y="82868"/>
                    </a:moveTo>
                    <a:cubicBezTo>
                      <a:pt x="69863" y="86744"/>
                      <a:pt x="77582" y="88420"/>
                      <a:pt x="85249" y="87630"/>
                    </a:cubicBezTo>
                    <a:cubicBezTo>
                      <a:pt x="95532" y="86449"/>
                      <a:pt x="105662" y="84182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945" y="74676"/>
                      <a:pt x="63200" y="82868"/>
                    </a:cubicBezTo>
                    <a:close/>
                    <a:moveTo>
                      <a:pt x="229992" y="96869"/>
                    </a:moveTo>
                    <a:cubicBezTo>
                      <a:pt x="222761" y="92850"/>
                      <a:pt x="214407" y="91345"/>
                      <a:pt x="206232" y="92583"/>
                    </a:cubicBezTo>
                    <a:cubicBezTo>
                      <a:pt x="194982" y="94040"/>
                      <a:pt x="183883" y="96498"/>
                      <a:pt x="173064" y="99917"/>
                    </a:cubicBezTo>
                    <a:lnTo>
                      <a:pt x="220583" y="127254"/>
                    </a:lnTo>
                    <a:cubicBezTo>
                      <a:pt x="240541" y="114871"/>
                      <a:pt x="243677" y="104747"/>
                      <a:pt x="229992" y="9686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5" name="Google Shape;1505;p27"/>
            <p:cNvGrpSpPr/>
            <p:nvPr/>
          </p:nvGrpSpPr>
          <p:grpSpPr>
            <a:xfrm>
              <a:off x="5533746" y="4396707"/>
              <a:ext cx="883852" cy="621030"/>
              <a:chOff x="7343371" y="5138832"/>
              <a:chExt cx="883852" cy="621030"/>
            </a:xfrm>
          </p:grpSpPr>
          <p:sp>
            <p:nvSpPr>
              <p:cNvPr id="1506" name="Google Shape;1506;p27"/>
              <p:cNvSpPr/>
              <p:nvPr/>
            </p:nvSpPr>
            <p:spPr>
              <a:xfrm>
                <a:off x="7343371" y="52483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27"/>
              <p:cNvSpPr/>
              <p:nvPr/>
            </p:nvSpPr>
            <p:spPr>
              <a:xfrm>
                <a:off x="7343561" y="539153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27"/>
              <p:cNvSpPr/>
              <p:nvPr/>
            </p:nvSpPr>
            <p:spPr>
              <a:xfrm>
                <a:off x="8160792" y="5394578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27"/>
              <p:cNvSpPr/>
              <p:nvPr/>
            </p:nvSpPr>
            <p:spPr>
              <a:xfrm>
                <a:off x="7343371" y="51388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27"/>
              <p:cNvSpPr/>
              <p:nvPr/>
            </p:nvSpPr>
            <p:spPr>
              <a:xfrm>
                <a:off x="7469087" y="5208436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1" name="Google Shape;1511;p27"/>
              <p:cNvSpPr/>
              <p:nvPr/>
            </p:nvSpPr>
            <p:spPr>
              <a:xfrm>
                <a:off x="7469677" y="5230344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8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2" name="Google Shape;1512;p27"/>
              <p:cNvSpPr/>
              <p:nvPr/>
            </p:nvSpPr>
            <p:spPr>
              <a:xfrm>
                <a:off x="7630861" y="5313140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2"/>
                    </a:cubicBezTo>
                    <a:lnTo>
                      <a:pt x="131628" y="75629"/>
                    </a:lnTo>
                    <a:lnTo>
                      <a:pt x="141131" y="72485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210"/>
                    </a:lnTo>
                    <a:cubicBezTo>
                      <a:pt x="127332" y="154086"/>
                      <a:pt x="132065" y="153705"/>
                      <a:pt x="136760" y="153067"/>
                    </a:cubicBezTo>
                    <a:cubicBezTo>
                      <a:pt x="143127" y="152305"/>
                      <a:pt x="150255" y="151162"/>
                      <a:pt x="158048" y="149447"/>
                    </a:cubicBezTo>
                    <a:cubicBezTo>
                      <a:pt x="165841" y="147733"/>
                      <a:pt x="174204" y="145542"/>
                      <a:pt x="182948" y="143065"/>
                    </a:cubicBezTo>
                    <a:cubicBezTo>
                      <a:pt x="191444" y="140522"/>
                      <a:pt x="199741" y="137341"/>
                      <a:pt x="207753" y="133540"/>
                    </a:cubicBezTo>
                    <a:lnTo>
                      <a:pt x="157193" y="104394"/>
                    </a:lnTo>
                    <a:lnTo>
                      <a:pt x="150635" y="106680"/>
                    </a:lnTo>
                    <a:lnTo>
                      <a:pt x="143697" y="108776"/>
                    </a:lnTo>
                    <a:cubicBezTo>
                      <a:pt x="130962" y="112967"/>
                      <a:pt x="119368" y="116205"/>
                      <a:pt x="108723" y="118301"/>
                    </a:cubicBezTo>
                    <a:cubicBezTo>
                      <a:pt x="98953" y="120577"/>
                      <a:pt x="88994" y="121911"/>
                      <a:pt x="78976" y="122301"/>
                    </a:cubicBezTo>
                    <a:cubicBezTo>
                      <a:pt x="70128" y="122663"/>
                      <a:pt x="61280" y="121825"/>
                      <a:pt x="52651" y="119825"/>
                    </a:cubicBezTo>
                    <a:cubicBezTo>
                      <a:pt x="44079" y="117891"/>
                      <a:pt x="35848" y="114671"/>
                      <a:pt x="28226" y="110300"/>
                    </a:cubicBezTo>
                    <a:cubicBezTo>
                      <a:pt x="19891" y="105947"/>
                      <a:pt x="12669" y="99717"/>
                      <a:pt x="7128" y="92107"/>
                    </a:cubicBezTo>
                    <a:cubicBezTo>
                      <a:pt x="3022" y="86420"/>
                      <a:pt x="1007" y="79486"/>
                      <a:pt x="1426" y="72485"/>
                    </a:cubicBezTo>
                    <a:cubicBezTo>
                      <a:pt x="2148" y="65189"/>
                      <a:pt x="5065" y="58274"/>
                      <a:pt x="9789" y="52673"/>
                    </a:cubicBezTo>
                    <a:cubicBezTo>
                      <a:pt x="15596" y="45291"/>
                      <a:pt x="22524" y="38862"/>
                      <a:pt x="30317" y="33623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7060"/>
                    </a:moveTo>
                    <a:cubicBezTo>
                      <a:pt x="223101" y="93059"/>
                      <a:pt x="214719" y="91554"/>
                      <a:pt x="206517" y="92773"/>
                    </a:cubicBezTo>
                    <a:cubicBezTo>
                      <a:pt x="195265" y="94240"/>
                      <a:pt x="184174" y="96698"/>
                      <a:pt x="173349" y="100108"/>
                    </a:cubicBezTo>
                    <a:lnTo>
                      <a:pt x="220868" y="127445"/>
                    </a:lnTo>
                    <a:cubicBezTo>
                      <a:pt x="240892" y="114871"/>
                      <a:pt x="244057" y="104747"/>
                      <a:pt x="23037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27"/>
              <p:cNvSpPr/>
              <p:nvPr/>
            </p:nvSpPr>
            <p:spPr>
              <a:xfrm>
                <a:off x="7753460" y="54501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27"/>
              <p:cNvSpPr/>
              <p:nvPr/>
            </p:nvSpPr>
            <p:spPr>
              <a:xfrm>
                <a:off x="7880525" y="5461158"/>
                <a:ext cx="42101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811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812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27"/>
              <p:cNvSpPr/>
              <p:nvPr/>
            </p:nvSpPr>
            <p:spPr>
              <a:xfrm>
                <a:off x="7894686" y="539800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27"/>
              <p:cNvSpPr/>
              <p:nvPr/>
            </p:nvSpPr>
            <p:spPr>
              <a:xfrm>
                <a:off x="7795847" y="5404389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1"/>
                    </a:lnTo>
                    <a:cubicBezTo>
                      <a:pt x="45048" y="33051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7"/>
              <p:cNvSpPr/>
              <p:nvPr/>
            </p:nvSpPr>
            <p:spPr>
              <a:xfrm>
                <a:off x="7699193" y="5349240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908"/>
                    </a:cubicBezTo>
                    <a:cubicBezTo>
                      <a:pt x="47614" y="18821"/>
                      <a:pt x="42444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7"/>
              <p:cNvSpPr/>
              <p:nvPr/>
            </p:nvSpPr>
            <p:spPr>
              <a:xfrm>
                <a:off x="7753460" y="5318093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27"/>
              <p:cNvSpPr/>
              <p:nvPr/>
            </p:nvSpPr>
            <p:spPr>
              <a:xfrm>
                <a:off x="7631241" y="531304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27"/>
              <p:cNvSpPr/>
              <p:nvPr/>
            </p:nvSpPr>
            <p:spPr>
              <a:xfrm>
                <a:off x="7632192" y="53705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27"/>
              <p:cNvSpPr/>
              <p:nvPr/>
            </p:nvSpPr>
            <p:spPr>
              <a:xfrm>
                <a:off x="7630861" y="5295995"/>
                <a:ext cx="295637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880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583" y="36576"/>
                      <a:pt x="100645" y="38671"/>
                    </a:cubicBezTo>
                    <a:cubicBezTo>
                      <a:pt x="93897" y="40729"/>
                      <a:pt x="87292" y="43243"/>
                      <a:pt x="80877" y="46196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88"/>
                      <a:pt x="199494" y="56779"/>
                      <a:pt x="210604" y="56007"/>
                    </a:cubicBezTo>
                    <a:cubicBezTo>
                      <a:pt x="220726" y="55369"/>
                      <a:pt x="230875" y="56036"/>
                      <a:pt x="240826" y="58007"/>
                    </a:cubicBezTo>
                    <a:cubicBezTo>
                      <a:pt x="251033" y="60217"/>
                      <a:pt x="260812" y="64037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278"/>
                      <a:pt x="296556" y="101432"/>
                      <a:pt x="294902" y="108204"/>
                    </a:cubicBezTo>
                    <a:cubicBezTo>
                      <a:pt x="292793" y="115700"/>
                      <a:pt x="288687" y="122482"/>
                      <a:pt x="283023" y="127825"/>
                    </a:cubicBezTo>
                    <a:cubicBezTo>
                      <a:pt x="276076" y="134883"/>
                      <a:pt x="268282" y="141056"/>
                      <a:pt x="259833" y="146209"/>
                    </a:cubicBezTo>
                    <a:lnTo>
                      <a:pt x="292146" y="165259"/>
                    </a:lnTo>
                    <a:lnTo>
                      <a:pt x="274469" y="175546"/>
                    </a:lnTo>
                    <a:lnTo>
                      <a:pt x="241871" y="156496"/>
                    </a:lnTo>
                    <a:cubicBezTo>
                      <a:pt x="226371" y="164239"/>
                      <a:pt x="210138" y="170402"/>
                      <a:pt x="193402" y="174879"/>
                    </a:cubicBezTo>
                    <a:cubicBezTo>
                      <a:pt x="175915" y="179718"/>
                      <a:pt x="158048" y="183061"/>
                      <a:pt x="139991" y="184880"/>
                    </a:cubicBezTo>
                    <a:lnTo>
                      <a:pt x="122979" y="154305"/>
                    </a:lnTo>
                    <a:cubicBezTo>
                      <a:pt x="126115" y="154305"/>
                      <a:pt x="130772" y="154305"/>
                      <a:pt x="137140" y="153257"/>
                    </a:cubicBezTo>
                    <a:cubicBezTo>
                      <a:pt x="143507" y="152209"/>
                      <a:pt x="150635" y="151257"/>
                      <a:pt x="158428" y="149542"/>
                    </a:cubicBezTo>
                    <a:cubicBezTo>
                      <a:pt x="166221" y="147828"/>
                      <a:pt x="174585" y="145732"/>
                      <a:pt x="183328" y="143161"/>
                    </a:cubicBezTo>
                    <a:cubicBezTo>
                      <a:pt x="191824" y="140618"/>
                      <a:pt x="200121" y="137436"/>
                      <a:pt x="208133" y="133636"/>
                    </a:cubicBezTo>
                    <a:lnTo>
                      <a:pt x="157193" y="104680"/>
                    </a:lnTo>
                    <a:lnTo>
                      <a:pt x="150635" y="106966"/>
                    </a:lnTo>
                    <a:lnTo>
                      <a:pt x="143697" y="109156"/>
                    </a:lnTo>
                    <a:cubicBezTo>
                      <a:pt x="130962" y="113347"/>
                      <a:pt x="119368" y="116586"/>
                      <a:pt x="108723" y="118681"/>
                    </a:cubicBezTo>
                    <a:cubicBezTo>
                      <a:pt x="98953" y="120958"/>
                      <a:pt x="88994" y="122291"/>
                      <a:pt x="78976" y="122682"/>
                    </a:cubicBezTo>
                    <a:cubicBezTo>
                      <a:pt x="70128" y="122996"/>
                      <a:pt x="61280" y="122168"/>
                      <a:pt x="52651" y="120205"/>
                    </a:cubicBezTo>
                    <a:cubicBezTo>
                      <a:pt x="44098" y="118224"/>
                      <a:pt x="35867" y="115014"/>
                      <a:pt x="28226" y="110680"/>
                    </a:cubicBezTo>
                    <a:cubicBezTo>
                      <a:pt x="19910" y="106299"/>
                      <a:pt x="12697" y="100079"/>
                      <a:pt x="7128" y="92488"/>
                    </a:cubicBezTo>
                    <a:cubicBezTo>
                      <a:pt x="3032" y="86801"/>
                      <a:pt x="1017" y="79867"/>
                      <a:pt x="1426" y="72866"/>
                    </a:cubicBezTo>
                    <a:cubicBezTo>
                      <a:pt x="2148" y="65570"/>
                      <a:pt x="5065" y="58655"/>
                      <a:pt x="9789" y="53054"/>
                    </a:cubicBezTo>
                    <a:cubicBezTo>
                      <a:pt x="15567" y="45644"/>
                      <a:pt x="22505" y="39214"/>
                      <a:pt x="30317" y="34004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092" y="92716"/>
                      <a:pt x="214710" y="91240"/>
                      <a:pt x="206517" y="92488"/>
                    </a:cubicBezTo>
                    <a:cubicBezTo>
                      <a:pt x="195265" y="93954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2" name="Google Shape;1522;p27"/>
            <p:cNvGrpSpPr/>
            <p:nvPr/>
          </p:nvGrpSpPr>
          <p:grpSpPr>
            <a:xfrm>
              <a:off x="5533746" y="4253261"/>
              <a:ext cx="883852" cy="621029"/>
              <a:chOff x="7343371" y="4995386"/>
              <a:chExt cx="883852" cy="621029"/>
            </a:xfrm>
          </p:grpSpPr>
          <p:sp>
            <p:nvSpPr>
              <p:cNvPr id="1523" name="Google Shape;1523;p27"/>
              <p:cNvSpPr/>
              <p:nvPr/>
            </p:nvSpPr>
            <p:spPr>
              <a:xfrm>
                <a:off x="7343371" y="51049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27"/>
              <p:cNvSpPr/>
              <p:nvPr/>
            </p:nvSpPr>
            <p:spPr>
              <a:xfrm>
                <a:off x="7343561" y="524808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27"/>
              <p:cNvSpPr/>
              <p:nvPr/>
            </p:nvSpPr>
            <p:spPr>
              <a:xfrm>
                <a:off x="8160792" y="5251132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27"/>
              <p:cNvSpPr/>
              <p:nvPr/>
            </p:nvSpPr>
            <p:spPr>
              <a:xfrm>
                <a:off x="7343371" y="49953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7"/>
              <p:cNvSpPr/>
              <p:nvPr/>
            </p:nvSpPr>
            <p:spPr>
              <a:xfrm>
                <a:off x="7469087" y="5064990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7"/>
              <p:cNvSpPr/>
              <p:nvPr/>
            </p:nvSpPr>
            <p:spPr>
              <a:xfrm>
                <a:off x="7469677" y="508689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7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7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27"/>
              <p:cNvSpPr/>
              <p:nvPr/>
            </p:nvSpPr>
            <p:spPr>
              <a:xfrm>
                <a:off x="7630861" y="5169693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1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781"/>
                    </a:lnTo>
                    <a:cubicBezTo>
                      <a:pt x="127332" y="154657"/>
                      <a:pt x="132065" y="154276"/>
                      <a:pt x="136760" y="153638"/>
                    </a:cubicBezTo>
                    <a:cubicBezTo>
                      <a:pt x="143127" y="152876"/>
                      <a:pt x="150255" y="151638"/>
                      <a:pt x="158048" y="150019"/>
                    </a:cubicBezTo>
                    <a:cubicBezTo>
                      <a:pt x="165841" y="148399"/>
                      <a:pt x="174204" y="146113"/>
                      <a:pt x="182948" y="143637"/>
                    </a:cubicBezTo>
                    <a:cubicBezTo>
                      <a:pt x="191425" y="141056"/>
                      <a:pt x="199722" y="137865"/>
                      <a:pt x="207753" y="134112"/>
                    </a:cubicBezTo>
                    <a:lnTo>
                      <a:pt x="157193" y="104965"/>
                    </a:lnTo>
                    <a:lnTo>
                      <a:pt x="150635" y="107252"/>
                    </a:lnTo>
                    <a:lnTo>
                      <a:pt x="143697" y="109347"/>
                    </a:lnTo>
                    <a:cubicBezTo>
                      <a:pt x="130962" y="113538"/>
                      <a:pt x="119368" y="116777"/>
                      <a:pt x="108723" y="118872"/>
                    </a:cubicBezTo>
                    <a:cubicBezTo>
                      <a:pt x="98953" y="121148"/>
                      <a:pt x="88994" y="122482"/>
                      <a:pt x="78976" y="122872"/>
                    </a:cubicBezTo>
                    <a:cubicBezTo>
                      <a:pt x="70128" y="123234"/>
                      <a:pt x="61280" y="122396"/>
                      <a:pt x="52651" y="120396"/>
                    </a:cubicBezTo>
                    <a:cubicBezTo>
                      <a:pt x="44079" y="118463"/>
                      <a:pt x="35848" y="115243"/>
                      <a:pt x="28226" y="110871"/>
                    </a:cubicBezTo>
                    <a:cubicBezTo>
                      <a:pt x="19891" y="106518"/>
                      <a:pt x="12669" y="100289"/>
                      <a:pt x="7128" y="92678"/>
                    </a:cubicBezTo>
                    <a:cubicBezTo>
                      <a:pt x="3022" y="86992"/>
                      <a:pt x="1007" y="80058"/>
                      <a:pt x="1426" y="73057"/>
                    </a:cubicBezTo>
                    <a:cubicBezTo>
                      <a:pt x="2148" y="65761"/>
                      <a:pt x="5065" y="58846"/>
                      <a:pt x="9789" y="53245"/>
                    </a:cubicBezTo>
                    <a:cubicBezTo>
                      <a:pt x="15596" y="45863"/>
                      <a:pt x="22524" y="39434"/>
                      <a:pt x="30317" y="3419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01" y="92773"/>
                      <a:pt x="214719" y="91269"/>
                      <a:pt x="206517" y="92488"/>
                    </a:cubicBezTo>
                    <a:cubicBezTo>
                      <a:pt x="195265" y="93955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27"/>
              <p:cNvSpPr/>
              <p:nvPr/>
            </p:nvSpPr>
            <p:spPr>
              <a:xfrm>
                <a:off x="7753460" y="530723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7"/>
              <p:cNvSpPr/>
              <p:nvPr/>
            </p:nvSpPr>
            <p:spPr>
              <a:xfrm>
                <a:off x="7880525" y="5317712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27"/>
              <p:cNvSpPr/>
              <p:nvPr/>
            </p:nvSpPr>
            <p:spPr>
              <a:xfrm>
                <a:off x="7894686" y="525456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27"/>
              <p:cNvSpPr/>
              <p:nvPr/>
            </p:nvSpPr>
            <p:spPr>
              <a:xfrm>
                <a:off x="7795847" y="526094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7"/>
              <p:cNvSpPr/>
              <p:nvPr/>
            </p:nvSpPr>
            <p:spPr>
              <a:xfrm>
                <a:off x="7699193" y="5205793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813"/>
                    </a:cubicBezTo>
                    <a:cubicBezTo>
                      <a:pt x="47585" y="18783"/>
                      <a:pt x="42425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7"/>
              <p:cNvSpPr/>
              <p:nvPr/>
            </p:nvSpPr>
            <p:spPr>
              <a:xfrm>
                <a:off x="7753460" y="517464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27"/>
              <p:cNvSpPr/>
              <p:nvPr/>
            </p:nvSpPr>
            <p:spPr>
              <a:xfrm>
                <a:off x="7631241" y="516959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7"/>
              <p:cNvSpPr/>
              <p:nvPr/>
            </p:nvSpPr>
            <p:spPr>
              <a:xfrm>
                <a:off x="7632192" y="522712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7"/>
              <p:cNvSpPr/>
              <p:nvPr/>
            </p:nvSpPr>
            <p:spPr>
              <a:xfrm>
                <a:off x="7630861" y="5152548"/>
                <a:ext cx="295637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403" extrusionOk="0">
                    <a:moveTo>
                      <a:pt x="149875" y="29051"/>
                    </a:moveTo>
                    <a:cubicBezTo>
                      <a:pt x="145988" y="29042"/>
                      <a:pt x="142110" y="29356"/>
                      <a:pt x="138280" y="30004"/>
                    </a:cubicBezTo>
                    <a:cubicBezTo>
                      <a:pt x="133053" y="30671"/>
                      <a:pt x="127256" y="31718"/>
                      <a:pt x="120793" y="33147"/>
                    </a:cubicBezTo>
                    <a:cubicBezTo>
                      <a:pt x="114331" y="34576"/>
                      <a:pt x="107583" y="36195"/>
                      <a:pt x="100645" y="38290"/>
                    </a:cubicBezTo>
                    <a:cubicBezTo>
                      <a:pt x="93878" y="40310"/>
                      <a:pt x="87273" y="42824"/>
                      <a:pt x="80877" y="45815"/>
                    </a:cubicBezTo>
                    <a:lnTo>
                      <a:pt x="131628" y="75247"/>
                    </a:lnTo>
                    <a:lnTo>
                      <a:pt x="141131" y="72009"/>
                    </a:lnTo>
                    <a:cubicBezTo>
                      <a:pt x="154056" y="67723"/>
                      <a:pt x="166221" y="64103"/>
                      <a:pt x="177721" y="61055"/>
                    </a:cubicBezTo>
                    <a:cubicBezTo>
                      <a:pt x="188489" y="58207"/>
                      <a:pt x="199494" y="56397"/>
                      <a:pt x="210604" y="55626"/>
                    </a:cubicBezTo>
                    <a:cubicBezTo>
                      <a:pt x="220726" y="54988"/>
                      <a:pt x="230875" y="55654"/>
                      <a:pt x="240826" y="57626"/>
                    </a:cubicBezTo>
                    <a:cubicBezTo>
                      <a:pt x="251033" y="59836"/>
                      <a:pt x="260812" y="63655"/>
                      <a:pt x="269813" y="68961"/>
                    </a:cubicBezTo>
                    <a:cubicBezTo>
                      <a:pt x="278584" y="73362"/>
                      <a:pt x="286112" y="79915"/>
                      <a:pt x="291671" y="88011"/>
                    </a:cubicBezTo>
                    <a:cubicBezTo>
                      <a:pt x="295397" y="93897"/>
                      <a:pt x="296556" y="101051"/>
                      <a:pt x="294902" y="107823"/>
                    </a:cubicBezTo>
                    <a:cubicBezTo>
                      <a:pt x="292793" y="115319"/>
                      <a:pt x="288687" y="122101"/>
                      <a:pt x="283023" y="127444"/>
                    </a:cubicBezTo>
                    <a:cubicBezTo>
                      <a:pt x="276076" y="134503"/>
                      <a:pt x="268282" y="140675"/>
                      <a:pt x="259833" y="145828"/>
                    </a:cubicBezTo>
                    <a:lnTo>
                      <a:pt x="292146" y="164878"/>
                    </a:lnTo>
                    <a:lnTo>
                      <a:pt x="274469" y="175069"/>
                    </a:lnTo>
                    <a:lnTo>
                      <a:pt x="241871" y="156019"/>
                    </a:lnTo>
                    <a:cubicBezTo>
                      <a:pt x="226371" y="163763"/>
                      <a:pt x="210138" y="169916"/>
                      <a:pt x="193402" y="174403"/>
                    </a:cubicBezTo>
                    <a:cubicBezTo>
                      <a:pt x="175915" y="179241"/>
                      <a:pt x="158048" y="182585"/>
                      <a:pt x="139991" y="184404"/>
                    </a:cubicBezTo>
                    <a:lnTo>
                      <a:pt x="122979" y="153829"/>
                    </a:lnTo>
                    <a:cubicBezTo>
                      <a:pt x="126115" y="153829"/>
                      <a:pt x="130772" y="153829"/>
                      <a:pt x="137140" y="152781"/>
                    </a:cubicBezTo>
                    <a:cubicBezTo>
                      <a:pt x="143507" y="151733"/>
                      <a:pt x="150635" y="150781"/>
                      <a:pt x="158428" y="149066"/>
                    </a:cubicBezTo>
                    <a:cubicBezTo>
                      <a:pt x="166221" y="147352"/>
                      <a:pt x="174585" y="145256"/>
                      <a:pt x="183328" y="142684"/>
                    </a:cubicBezTo>
                    <a:cubicBezTo>
                      <a:pt x="191824" y="140141"/>
                      <a:pt x="200121" y="136960"/>
                      <a:pt x="208133" y="133159"/>
                    </a:cubicBezTo>
                    <a:lnTo>
                      <a:pt x="157573" y="103917"/>
                    </a:lnTo>
                    <a:lnTo>
                      <a:pt x="151015" y="106204"/>
                    </a:lnTo>
                    <a:lnTo>
                      <a:pt x="144077" y="108394"/>
                    </a:lnTo>
                    <a:cubicBezTo>
                      <a:pt x="131342" y="112585"/>
                      <a:pt x="119748" y="115824"/>
                      <a:pt x="109104" y="117919"/>
                    </a:cubicBezTo>
                    <a:cubicBezTo>
                      <a:pt x="99334" y="120196"/>
                      <a:pt x="89374" y="121530"/>
                      <a:pt x="79357" y="121920"/>
                    </a:cubicBezTo>
                    <a:cubicBezTo>
                      <a:pt x="70509" y="122234"/>
                      <a:pt x="61661" y="121396"/>
                      <a:pt x="53031" y="119443"/>
                    </a:cubicBezTo>
                    <a:cubicBezTo>
                      <a:pt x="44478" y="117462"/>
                      <a:pt x="36247" y="114252"/>
                      <a:pt x="28606" y="109918"/>
                    </a:cubicBezTo>
                    <a:cubicBezTo>
                      <a:pt x="20291" y="105537"/>
                      <a:pt x="13077" y="99317"/>
                      <a:pt x="7508" y="91726"/>
                    </a:cubicBezTo>
                    <a:cubicBezTo>
                      <a:pt x="3412" y="86039"/>
                      <a:pt x="1397" y="79105"/>
                      <a:pt x="1806" y="72104"/>
                    </a:cubicBezTo>
                    <a:cubicBezTo>
                      <a:pt x="2528" y="64808"/>
                      <a:pt x="5446" y="57893"/>
                      <a:pt x="10169" y="52292"/>
                    </a:cubicBezTo>
                    <a:cubicBezTo>
                      <a:pt x="15947" y="44882"/>
                      <a:pt x="22885" y="38452"/>
                      <a:pt x="30697" y="33242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391"/>
                    </a:moveTo>
                    <a:cubicBezTo>
                      <a:pt x="70157" y="86258"/>
                      <a:pt x="77864" y="87925"/>
                      <a:pt x="85534" y="87154"/>
                    </a:cubicBezTo>
                    <a:cubicBezTo>
                      <a:pt x="95817" y="85992"/>
                      <a:pt x="105948" y="83725"/>
                      <a:pt x="115756" y="80391"/>
                    </a:cubicBezTo>
                    <a:lnTo>
                      <a:pt x="68237" y="52864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298"/>
                    </a:moveTo>
                    <a:cubicBezTo>
                      <a:pt x="223092" y="92335"/>
                      <a:pt x="214710" y="90859"/>
                      <a:pt x="206517" y="92107"/>
                    </a:cubicBezTo>
                    <a:cubicBezTo>
                      <a:pt x="195274" y="93535"/>
                      <a:pt x="184174" y="95964"/>
                      <a:pt x="173349" y="99346"/>
                    </a:cubicBezTo>
                    <a:lnTo>
                      <a:pt x="220868" y="126778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27"/>
            <p:cNvGrpSpPr/>
            <p:nvPr/>
          </p:nvGrpSpPr>
          <p:grpSpPr>
            <a:xfrm>
              <a:off x="4965040" y="3574128"/>
              <a:ext cx="883852" cy="621125"/>
              <a:chOff x="6774665" y="4316253"/>
              <a:chExt cx="883852" cy="621125"/>
            </a:xfrm>
          </p:grpSpPr>
          <p:sp>
            <p:nvSpPr>
              <p:cNvPr id="1540" name="Google Shape;1540;p27"/>
              <p:cNvSpPr/>
              <p:nvPr/>
            </p:nvSpPr>
            <p:spPr>
              <a:xfrm>
                <a:off x="6774665" y="44258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7"/>
              <p:cNvSpPr/>
              <p:nvPr/>
            </p:nvSpPr>
            <p:spPr>
              <a:xfrm>
                <a:off x="6774855" y="456895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7"/>
              <p:cNvSpPr/>
              <p:nvPr/>
            </p:nvSpPr>
            <p:spPr>
              <a:xfrm>
                <a:off x="7592086" y="4572000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27"/>
              <p:cNvSpPr/>
              <p:nvPr/>
            </p:nvSpPr>
            <p:spPr>
              <a:xfrm>
                <a:off x="6774665" y="431625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27"/>
              <p:cNvSpPr/>
              <p:nvPr/>
            </p:nvSpPr>
            <p:spPr>
              <a:xfrm>
                <a:off x="6900380" y="4385881"/>
                <a:ext cx="632615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093" extrusionOk="0">
                    <a:moveTo>
                      <a:pt x="632021" y="194024"/>
                    </a:moveTo>
                    <a:cubicBezTo>
                      <a:pt x="627555" y="237077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1" y="237077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931" y="92107"/>
                      <a:pt x="637344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27"/>
              <p:cNvSpPr/>
              <p:nvPr/>
            </p:nvSpPr>
            <p:spPr>
              <a:xfrm>
                <a:off x="6900970" y="440778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27"/>
              <p:cNvSpPr/>
              <p:nvPr/>
            </p:nvSpPr>
            <p:spPr>
              <a:xfrm>
                <a:off x="7062535" y="4489799"/>
                <a:ext cx="295132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32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874" y="95193"/>
                      <a:pt x="296033" y="102356"/>
                      <a:pt x="294427" y="109156"/>
                    </a:cubicBezTo>
                    <a:cubicBezTo>
                      <a:pt x="292251" y="116624"/>
                      <a:pt x="288155" y="123397"/>
                      <a:pt x="282547" y="128778"/>
                    </a:cubicBezTo>
                    <a:cubicBezTo>
                      <a:pt x="275553" y="135789"/>
                      <a:pt x="267769" y="141961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5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693" y="93612"/>
                      <a:pt x="214339" y="92107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27"/>
              <p:cNvSpPr/>
              <p:nvPr/>
            </p:nvSpPr>
            <p:spPr>
              <a:xfrm>
                <a:off x="7184658" y="4627816"/>
                <a:ext cx="19482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431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27"/>
              <p:cNvSpPr/>
              <p:nvPr/>
            </p:nvSpPr>
            <p:spPr>
              <a:xfrm>
                <a:off x="7311819" y="4638675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27"/>
              <p:cNvSpPr/>
              <p:nvPr/>
            </p:nvSpPr>
            <p:spPr>
              <a:xfrm>
                <a:off x="7325980" y="457542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27"/>
              <p:cNvSpPr/>
              <p:nvPr/>
            </p:nvSpPr>
            <p:spPr>
              <a:xfrm>
                <a:off x="7227140" y="4581810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27"/>
              <p:cNvSpPr/>
              <p:nvPr/>
            </p:nvSpPr>
            <p:spPr>
              <a:xfrm>
                <a:off x="7130487" y="4526660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27"/>
              <p:cNvSpPr/>
              <p:nvPr/>
            </p:nvSpPr>
            <p:spPr>
              <a:xfrm>
                <a:off x="7184753" y="449551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27"/>
              <p:cNvSpPr/>
              <p:nvPr/>
            </p:nvSpPr>
            <p:spPr>
              <a:xfrm>
                <a:off x="7062535" y="4490466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27"/>
              <p:cNvSpPr/>
              <p:nvPr/>
            </p:nvSpPr>
            <p:spPr>
              <a:xfrm>
                <a:off x="7063485" y="4547997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27"/>
              <p:cNvSpPr/>
              <p:nvPr/>
            </p:nvSpPr>
            <p:spPr>
              <a:xfrm>
                <a:off x="7062535" y="4472654"/>
                <a:ext cx="295233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6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338"/>
                      <a:pt x="100265" y="39433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0"/>
                    </a:lnTo>
                    <a:lnTo>
                      <a:pt x="140751" y="73247"/>
                    </a:lnTo>
                    <a:cubicBezTo>
                      <a:pt x="153676" y="68866"/>
                      <a:pt x="165841" y="65246"/>
                      <a:pt x="177340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45" y="56159"/>
                      <a:pt x="230505" y="56864"/>
                      <a:pt x="240446" y="58864"/>
                    </a:cubicBezTo>
                    <a:cubicBezTo>
                      <a:pt x="250643" y="61036"/>
                      <a:pt x="260432" y="64827"/>
                      <a:pt x="269432" y="70104"/>
                    </a:cubicBezTo>
                    <a:cubicBezTo>
                      <a:pt x="278204" y="74504"/>
                      <a:pt x="285731" y="81058"/>
                      <a:pt x="291291" y="89154"/>
                    </a:cubicBezTo>
                    <a:cubicBezTo>
                      <a:pt x="294978" y="95088"/>
                      <a:pt x="296138" y="102260"/>
                      <a:pt x="294522" y="109061"/>
                    </a:cubicBezTo>
                    <a:cubicBezTo>
                      <a:pt x="292327" y="116519"/>
                      <a:pt x="288231" y="123282"/>
                      <a:pt x="282643" y="128683"/>
                    </a:cubicBezTo>
                    <a:cubicBezTo>
                      <a:pt x="275667" y="135684"/>
                      <a:pt x="267883" y="141827"/>
                      <a:pt x="259453" y="146971"/>
                    </a:cubicBezTo>
                    <a:lnTo>
                      <a:pt x="29176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0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2747" y="153067"/>
                      <a:pt x="149875" y="151924"/>
                      <a:pt x="157668" y="150209"/>
                    </a:cubicBezTo>
                    <a:cubicBezTo>
                      <a:pt x="165461" y="148495"/>
                      <a:pt x="173824" y="146304"/>
                      <a:pt x="182568" y="143828"/>
                    </a:cubicBezTo>
                    <a:cubicBezTo>
                      <a:pt x="191064" y="141284"/>
                      <a:pt x="199361" y="138103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37" y="87125"/>
                      <a:pt x="105568" y="84858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534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84" y="94707"/>
                      <a:pt x="183784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224"/>
                      <a:pt x="243677" y="105089"/>
                      <a:pt x="229991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6" name="Google Shape;1556;p27"/>
            <p:cNvGrpSpPr/>
            <p:nvPr/>
          </p:nvGrpSpPr>
          <p:grpSpPr>
            <a:xfrm>
              <a:off x="4965040" y="3430682"/>
              <a:ext cx="883852" cy="621125"/>
              <a:chOff x="6774665" y="4172807"/>
              <a:chExt cx="883852" cy="621125"/>
            </a:xfrm>
          </p:grpSpPr>
          <p:sp>
            <p:nvSpPr>
              <p:cNvPr id="1557" name="Google Shape;1557;p27"/>
              <p:cNvSpPr/>
              <p:nvPr/>
            </p:nvSpPr>
            <p:spPr>
              <a:xfrm>
                <a:off x="6774665" y="428244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27"/>
              <p:cNvSpPr/>
              <p:nvPr/>
            </p:nvSpPr>
            <p:spPr>
              <a:xfrm>
                <a:off x="6774855" y="442550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27"/>
              <p:cNvSpPr/>
              <p:nvPr/>
            </p:nvSpPr>
            <p:spPr>
              <a:xfrm>
                <a:off x="7592086" y="442855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27"/>
              <p:cNvSpPr/>
              <p:nvPr/>
            </p:nvSpPr>
            <p:spPr>
              <a:xfrm>
                <a:off x="6774665" y="417280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27"/>
              <p:cNvSpPr/>
              <p:nvPr/>
            </p:nvSpPr>
            <p:spPr>
              <a:xfrm>
                <a:off x="6900380" y="4242411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583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931" y="92131"/>
                      <a:pt x="637344" y="143661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27"/>
              <p:cNvSpPr/>
              <p:nvPr/>
            </p:nvSpPr>
            <p:spPr>
              <a:xfrm>
                <a:off x="6900970" y="426434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27"/>
              <p:cNvSpPr/>
              <p:nvPr/>
            </p:nvSpPr>
            <p:spPr>
              <a:xfrm>
                <a:off x="7062535" y="4346352"/>
                <a:ext cx="295228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28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246"/>
                      <a:pt x="177340" y="62294"/>
                    </a:cubicBezTo>
                    <a:cubicBezTo>
                      <a:pt x="188089" y="59360"/>
                      <a:pt x="199104" y="57541"/>
                      <a:pt x="210224" y="56864"/>
                    </a:cubicBezTo>
                    <a:cubicBezTo>
                      <a:pt x="220345" y="56179"/>
                      <a:pt x="230505" y="56845"/>
                      <a:pt x="240446" y="58864"/>
                    </a:cubicBezTo>
                    <a:cubicBezTo>
                      <a:pt x="250662" y="61017"/>
                      <a:pt x="260461" y="64846"/>
                      <a:pt x="269432" y="70199"/>
                    </a:cubicBezTo>
                    <a:cubicBezTo>
                      <a:pt x="278214" y="74590"/>
                      <a:pt x="285731" y="81144"/>
                      <a:pt x="291291" y="89249"/>
                    </a:cubicBezTo>
                    <a:cubicBezTo>
                      <a:pt x="294969" y="95193"/>
                      <a:pt x="296128" y="102356"/>
                      <a:pt x="294522" y="109156"/>
                    </a:cubicBezTo>
                    <a:cubicBezTo>
                      <a:pt x="292346" y="116624"/>
                      <a:pt x="288250" y="123397"/>
                      <a:pt x="282643" y="128778"/>
                    </a:cubicBezTo>
                    <a:cubicBezTo>
                      <a:pt x="275648" y="135789"/>
                      <a:pt x="267864" y="141961"/>
                      <a:pt x="259453" y="147161"/>
                    </a:cubicBezTo>
                    <a:lnTo>
                      <a:pt x="291766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09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3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27"/>
              <p:cNvSpPr/>
              <p:nvPr/>
            </p:nvSpPr>
            <p:spPr>
              <a:xfrm>
                <a:off x="7184658" y="4484274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240"/>
                    </a:moveTo>
                    <a:cubicBezTo>
                      <a:pt x="570" y="16002"/>
                      <a:pt x="0" y="0"/>
                      <a:pt x="0" y="0"/>
                    </a:cubicBezTo>
                    <a:lnTo>
                      <a:pt x="19483" y="12573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27"/>
              <p:cNvSpPr/>
              <p:nvPr/>
            </p:nvSpPr>
            <p:spPr>
              <a:xfrm>
                <a:off x="7311819" y="449522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27"/>
              <p:cNvSpPr/>
              <p:nvPr/>
            </p:nvSpPr>
            <p:spPr>
              <a:xfrm>
                <a:off x="7325980" y="443198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7"/>
              <p:cNvSpPr/>
              <p:nvPr/>
            </p:nvSpPr>
            <p:spPr>
              <a:xfrm>
                <a:off x="7227140" y="4438078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27"/>
              <p:cNvSpPr/>
              <p:nvPr/>
            </p:nvSpPr>
            <p:spPr>
              <a:xfrm>
                <a:off x="7130487" y="4383214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27"/>
              <p:cNvSpPr/>
              <p:nvPr/>
            </p:nvSpPr>
            <p:spPr>
              <a:xfrm>
                <a:off x="7184753" y="435206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27"/>
              <p:cNvSpPr/>
              <p:nvPr/>
            </p:nvSpPr>
            <p:spPr>
              <a:xfrm>
                <a:off x="7062535" y="434701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27"/>
              <p:cNvSpPr/>
              <p:nvPr/>
            </p:nvSpPr>
            <p:spPr>
              <a:xfrm>
                <a:off x="7063485" y="4404550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27"/>
              <p:cNvSpPr/>
              <p:nvPr/>
            </p:nvSpPr>
            <p:spPr>
              <a:xfrm>
                <a:off x="7062535" y="4329112"/>
                <a:ext cx="29523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7" extrusionOk="0">
                    <a:moveTo>
                      <a:pt x="149494" y="30289"/>
                    </a:moveTo>
                    <a:cubicBezTo>
                      <a:pt x="145607" y="30280"/>
                      <a:pt x="141730" y="30594"/>
                      <a:pt x="137900" y="31242"/>
                    </a:cubicBezTo>
                    <a:cubicBezTo>
                      <a:pt x="132673" y="32004"/>
                      <a:pt x="126875" y="33052"/>
                      <a:pt x="120413" y="34385"/>
                    </a:cubicBezTo>
                    <a:cubicBezTo>
                      <a:pt x="113950" y="35719"/>
                      <a:pt x="107203" y="37433"/>
                      <a:pt x="100265" y="39529"/>
                    </a:cubicBezTo>
                    <a:cubicBezTo>
                      <a:pt x="93498" y="41577"/>
                      <a:pt x="86893" y="44129"/>
                      <a:pt x="80497" y="47149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341"/>
                      <a:pt x="177340" y="62294"/>
                    </a:cubicBezTo>
                    <a:cubicBezTo>
                      <a:pt x="188108" y="59455"/>
                      <a:pt x="199114" y="57636"/>
                      <a:pt x="210224" y="56864"/>
                    </a:cubicBezTo>
                    <a:cubicBezTo>
                      <a:pt x="220345" y="56255"/>
                      <a:pt x="230505" y="56960"/>
                      <a:pt x="240446" y="58960"/>
                    </a:cubicBezTo>
                    <a:cubicBezTo>
                      <a:pt x="250643" y="61131"/>
                      <a:pt x="260432" y="64922"/>
                      <a:pt x="269432" y="70199"/>
                    </a:cubicBezTo>
                    <a:cubicBezTo>
                      <a:pt x="278204" y="74600"/>
                      <a:pt x="285731" y="81153"/>
                      <a:pt x="291291" y="89249"/>
                    </a:cubicBezTo>
                    <a:cubicBezTo>
                      <a:pt x="294978" y="95183"/>
                      <a:pt x="296138" y="102356"/>
                      <a:pt x="294522" y="109156"/>
                    </a:cubicBezTo>
                    <a:cubicBezTo>
                      <a:pt x="292327" y="116615"/>
                      <a:pt x="288231" y="123377"/>
                      <a:pt x="282643" y="128778"/>
                    </a:cubicBezTo>
                    <a:cubicBezTo>
                      <a:pt x="275667" y="135779"/>
                      <a:pt x="267883" y="141922"/>
                      <a:pt x="259453" y="147066"/>
                    </a:cubicBezTo>
                    <a:lnTo>
                      <a:pt x="291766" y="166116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877"/>
                    </a:lnTo>
                    <a:cubicBezTo>
                      <a:pt x="126894" y="154848"/>
                      <a:pt x="131656" y="154496"/>
                      <a:pt x="136379" y="153829"/>
                    </a:cubicBezTo>
                    <a:cubicBezTo>
                      <a:pt x="142747" y="153067"/>
                      <a:pt x="149875" y="151829"/>
                      <a:pt x="157668" y="150209"/>
                    </a:cubicBezTo>
                    <a:cubicBezTo>
                      <a:pt x="165461" y="148590"/>
                      <a:pt x="173824" y="146304"/>
                      <a:pt x="182568" y="143828"/>
                    </a:cubicBezTo>
                    <a:cubicBezTo>
                      <a:pt x="191045" y="141246"/>
                      <a:pt x="199342" y="138055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6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77" y="87497"/>
                      <a:pt x="77484" y="89163"/>
                      <a:pt x="85154" y="88392"/>
                    </a:cubicBezTo>
                    <a:cubicBezTo>
                      <a:pt x="95437" y="87221"/>
                      <a:pt x="105568" y="84954"/>
                      <a:pt x="115376" y="81629"/>
                    </a:cubicBezTo>
                    <a:lnTo>
                      <a:pt x="67857" y="54102"/>
                    </a:lnTo>
                    <a:cubicBezTo>
                      <a:pt x="50370" y="65532"/>
                      <a:pt x="48849" y="75438"/>
                      <a:pt x="63105" y="83629"/>
                    </a:cubicBezTo>
                    <a:close/>
                    <a:moveTo>
                      <a:pt x="229991" y="97631"/>
                    </a:moveTo>
                    <a:cubicBezTo>
                      <a:pt x="222721" y="93631"/>
                      <a:pt x="214339" y="92126"/>
                      <a:pt x="206137" y="93345"/>
                    </a:cubicBezTo>
                    <a:cubicBezTo>
                      <a:pt x="194884" y="94802"/>
                      <a:pt x="183784" y="97260"/>
                      <a:pt x="172969" y="100679"/>
                    </a:cubicBezTo>
                    <a:lnTo>
                      <a:pt x="220488" y="128016"/>
                    </a:lnTo>
                    <a:cubicBezTo>
                      <a:pt x="240512" y="115700"/>
                      <a:pt x="243677" y="105566"/>
                      <a:pt x="229991" y="9763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3" name="Google Shape;1573;p27"/>
            <p:cNvGrpSpPr/>
            <p:nvPr/>
          </p:nvGrpSpPr>
          <p:grpSpPr>
            <a:xfrm>
              <a:off x="4993741" y="3268090"/>
              <a:ext cx="883853" cy="621125"/>
              <a:chOff x="6803366" y="4010215"/>
              <a:chExt cx="883853" cy="621125"/>
            </a:xfrm>
          </p:grpSpPr>
          <p:sp>
            <p:nvSpPr>
              <p:cNvPr id="1574" name="Google Shape;1574;p27"/>
              <p:cNvSpPr/>
              <p:nvPr/>
            </p:nvSpPr>
            <p:spPr>
              <a:xfrm>
                <a:off x="6803366" y="411984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7"/>
              <p:cNvSpPr/>
              <p:nvPr/>
            </p:nvSpPr>
            <p:spPr>
              <a:xfrm>
                <a:off x="6803461" y="4262913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7"/>
              <p:cNvSpPr/>
              <p:nvPr/>
            </p:nvSpPr>
            <p:spPr>
              <a:xfrm>
                <a:off x="7620692" y="4265961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27"/>
              <p:cNvSpPr/>
              <p:nvPr/>
            </p:nvSpPr>
            <p:spPr>
              <a:xfrm>
                <a:off x="6803366" y="401021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7"/>
              <p:cNvSpPr/>
              <p:nvPr/>
            </p:nvSpPr>
            <p:spPr>
              <a:xfrm>
                <a:off x="6928987" y="4079843"/>
                <a:ext cx="63268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9" h="366093" extrusionOk="0">
                    <a:moveTo>
                      <a:pt x="632117" y="194024"/>
                    </a:moveTo>
                    <a:cubicBezTo>
                      <a:pt x="627555" y="237173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3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476" y="-17907"/>
                      <a:pt x="540025" y="53721"/>
                    </a:cubicBezTo>
                    <a:cubicBezTo>
                      <a:pt x="606836" y="92107"/>
                      <a:pt x="637344" y="143637"/>
                      <a:pt x="632117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7"/>
              <p:cNvSpPr/>
              <p:nvPr/>
            </p:nvSpPr>
            <p:spPr>
              <a:xfrm>
                <a:off x="6929577" y="4101750"/>
                <a:ext cx="631526" cy="344186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6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5069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743" y="86678"/>
                      <a:pt x="626965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7"/>
              <p:cNvSpPr/>
              <p:nvPr/>
            </p:nvSpPr>
            <p:spPr>
              <a:xfrm>
                <a:off x="7091046" y="4183856"/>
                <a:ext cx="294970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451" extrusionOk="0">
                    <a:moveTo>
                      <a:pt x="149590" y="30194"/>
                    </a:moveTo>
                    <a:cubicBezTo>
                      <a:pt x="145702" y="30137"/>
                      <a:pt x="141825" y="30423"/>
                      <a:pt x="137995" y="31052"/>
                    </a:cubicBezTo>
                    <a:cubicBezTo>
                      <a:pt x="132768" y="31813"/>
                      <a:pt x="126970" y="32861"/>
                      <a:pt x="120508" y="34195"/>
                    </a:cubicBezTo>
                    <a:cubicBezTo>
                      <a:pt x="114045" y="35528"/>
                      <a:pt x="107393" y="37338"/>
                      <a:pt x="100360" y="39434"/>
                    </a:cubicBezTo>
                    <a:cubicBezTo>
                      <a:pt x="93593" y="41453"/>
                      <a:pt x="86988" y="43967"/>
                      <a:pt x="80592" y="46958"/>
                    </a:cubicBezTo>
                    <a:lnTo>
                      <a:pt x="131342" y="76390"/>
                    </a:lnTo>
                    <a:lnTo>
                      <a:pt x="140846" y="73152"/>
                    </a:lnTo>
                    <a:cubicBezTo>
                      <a:pt x="153771" y="68866"/>
                      <a:pt x="165936" y="65151"/>
                      <a:pt x="177436" y="62198"/>
                    </a:cubicBezTo>
                    <a:cubicBezTo>
                      <a:pt x="188184" y="59274"/>
                      <a:pt x="199199" y="57455"/>
                      <a:pt x="210319" y="56769"/>
                    </a:cubicBezTo>
                    <a:cubicBezTo>
                      <a:pt x="220469" y="56074"/>
                      <a:pt x="230666" y="56750"/>
                      <a:pt x="240636" y="58769"/>
                    </a:cubicBezTo>
                    <a:cubicBezTo>
                      <a:pt x="250672" y="61036"/>
                      <a:pt x="260290" y="64856"/>
                      <a:pt x="269147" y="70104"/>
                    </a:cubicBezTo>
                    <a:cubicBezTo>
                      <a:pt x="277929" y="74495"/>
                      <a:pt x="285446" y="81048"/>
                      <a:pt x="291006" y="89154"/>
                    </a:cubicBezTo>
                    <a:cubicBezTo>
                      <a:pt x="294722" y="95079"/>
                      <a:pt x="295891" y="102260"/>
                      <a:pt x="294237" y="109061"/>
                    </a:cubicBezTo>
                    <a:cubicBezTo>
                      <a:pt x="292099" y="116548"/>
                      <a:pt x="287993" y="123330"/>
                      <a:pt x="282357" y="128683"/>
                    </a:cubicBezTo>
                    <a:cubicBezTo>
                      <a:pt x="275382" y="135712"/>
                      <a:pt x="267598" y="141884"/>
                      <a:pt x="259168" y="147066"/>
                    </a:cubicBezTo>
                    <a:lnTo>
                      <a:pt x="291481" y="16611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73"/>
                      <a:pt x="209359" y="170926"/>
                      <a:pt x="192642" y="175451"/>
                    </a:cubicBezTo>
                    <a:cubicBezTo>
                      <a:pt x="175155" y="180289"/>
                      <a:pt x="157288" y="183632"/>
                      <a:pt x="139230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3631" y="152914"/>
                      <a:pt x="150739" y="151705"/>
                      <a:pt x="157763" y="150114"/>
                    </a:cubicBezTo>
                    <a:cubicBezTo>
                      <a:pt x="165556" y="148399"/>
                      <a:pt x="173824" y="146304"/>
                      <a:pt x="182568" y="143732"/>
                    </a:cubicBezTo>
                    <a:cubicBezTo>
                      <a:pt x="191064" y="141179"/>
                      <a:pt x="199351" y="137998"/>
                      <a:pt x="207372" y="134207"/>
                    </a:cubicBezTo>
                    <a:lnTo>
                      <a:pt x="156812" y="104965"/>
                    </a:lnTo>
                    <a:lnTo>
                      <a:pt x="150255" y="107252"/>
                    </a:lnTo>
                    <a:lnTo>
                      <a:pt x="143317" y="109347"/>
                    </a:lnTo>
                    <a:cubicBezTo>
                      <a:pt x="130582" y="113538"/>
                      <a:pt x="118987" y="116872"/>
                      <a:pt x="108343" y="118872"/>
                    </a:cubicBezTo>
                    <a:cubicBezTo>
                      <a:pt x="98573" y="121148"/>
                      <a:pt x="88613" y="122482"/>
                      <a:pt x="78596" y="122872"/>
                    </a:cubicBezTo>
                    <a:cubicBezTo>
                      <a:pt x="69748" y="123187"/>
                      <a:pt x="60900" y="122358"/>
                      <a:pt x="52271" y="120396"/>
                    </a:cubicBezTo>
                    <a:cubicBezTo>
                      <a:pt x="43727" y="118472"/>
                      <a:pt x="35525" y="115253"/>
                      <a:pt x="27941" y="110871"/>
                    </a:cubicBezTo>
                    <a:cubicBezTo>
                      <a:pt x="19606" y="106518"/>
                      <a:pt x="12364" y="100327"/>
                      <a:pt x="6748" y="92773"/>
                    </a:cubicBezTo>
                    <a:cubicBezTo>
                      <a:pt x="2680" y="87039"/>
                      <a:pt x="665" y="8008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534"/>
                    </a:moveTo>
                    <a:cubicBezTo>
                      <a:pt x="69881" y="87363"/>
                      <a:pt x="77589" y="89021"/>
                      <a:pt x="85249" y="88297"/>
                    </a:cubicBezTo>
                    <a:cubicBezTo>
                      <a:pt x="95579" y="87135"/>
                      <a:pt x="105739" y="84830"/>
                      <a:pt x="115566" y="81439"/>
                    </a:cubicBezTo>
                    <a:lnTo>
                      <a:pt x="68047" y="53912"/>
                    </a:lnTo>
                    <a:cubicBezTo>
                      <a:pt x="50560" y="65341"/>
                      <a:pt x="48944" y="75152"/>
                      <a:pt x="63200" y="83344"/>
                    </a:cubicBezTo>
                    <a:close/>
                    <a:moveTo>
                      <a:pt x="230087" y="97441"/>
                    </a:moveTo>
                    <a:cubicBezTo>
                      <a:pt x="222826" y="93516"/>
                      <a:pt x="214500" y="92021"/>
                      <a:pt x="206327" y="93154"/>
                    </a:cubicBezTo>
                    <a:cubicBezTo>
                      <a:pt x="195056" y="94659"/>
                      <a:pt x="183927" y="97117"/>
                      <a:pt x="173064" y="100489"/>
                    </a:cubicBezTo>
                    <a:lnTo>
                      <a:pt x="220583" y="127826"/>
                    </a:lnTo>
                    <a:cubicBezTo>
                      <a:pt x="240541" y="115538"/>
                      <a:pt x="243772" y="105346"/>
                      <a:pt x="230087" y="9744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7"/>
              <p:cNvSpPr/>
              <p:nvPr/>
            </p:nvSpPr>
            <p:spPr>
              <a:xfrm>
                <a:off x="7213360" y="4321778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7"/>
              <p:cNvSpPr/>
              <p:nvPr/>
            </p:nvSpPr>
            <p:spPr>
              <a:xfrm>
                <a:off x="7340425" y="4332636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235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27"/>
              <p:cNvSpPr/>
              <p:nvPr/>
            </p:nvSpPr>
            <p:spPr>
              <a:xfrm>
                <a:off x="7354586" y="4269390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7"/>
              <p:cNvSpPr/>
              <p:nvPr/>
            </p:nvSpPr>
            <p:spPr>
              <a:xfrm>
                <a:off x="7255747" y="4276153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6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7"/>
              <p:cNvSpPr/>
              <p:nvPr/>
            </p:nvSpPr>
            <p:spPr>
              <a:xfrm>
                <a:off x="7159188" y="4220622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4" y="38958"/>
                    </a:lnTo>
                    <a:lnTo>
                      <a:pt x="58924" y="31623"/>
                    </a:lnTo>
                    <a:cubicBezTo>
                      <a:pt x="58924" y="31623"/>
                      <a:pt x="52841" y="24575"/>
                      <a:pt x="52366" y="23908"/>
                    </a:cubicBezTo>
                    <a:cubicBezTo>
                      <a:pt x="47966" y="18879"/>
                      <a:pt x="42805" y="14574"/>
                      <a:pt x="37065" y="11144"/>
                    </a:cubicBezTo>
                    <a:cubicBezTo>
                      <a:pt x="33454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7"/>
              <p:cNvSpPr/>
              <p:nvPr/>
            </p:nvSpPr>
            <p:spPr>
              <a:xfrm>
                <a:off x="7213360" y="4189475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7"/>
              <p:cNvSpPr/>
              <p:nvPr/>
            </p:nvSpPr>
            <p:spPr>
              <a:xfrm>
                <a:off x="7091141" y="4184427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7"/>
              <p:cNvSpPr/>
              <p:nvPr/>
            </p:nvSpPr>
            <p:spPr>
              <a:xfrm>
                <a:off x="7092091" y="4242053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694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27"/>
              <p:cNvSpPr/>
              <p:nvPr/>
            </p:nvSpPr>
            <p:spPr>
              <a:xfrm>
                <a:off x="7091046" y="4166616"/>
                <a:ext cx="294970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393" y="37338"/>
                      <a:pt x="100360" y="39433"/>
                    </a:cubicBezTo>
                    <a:cubicBezTo>
                      <a:pt x="93593" y="41481"/>
                      <a:pt x="86988" y="44034"/>
                      <a:pt x="80592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866"/>
                      <a:pt x="165936" y="65246"/>
                      <a:pt x="177436" y="62294"/>
                    </a:cubicBezTo>
                    <a:cubicBezTo>
                      <a:pt x="188194" y="59379"/>
                      <a:pt x="199209" y="57531"/>
                      <a:pt x="210319" y="56769"/>
                    </a:cubicBezTo>
                    <a:cubicBezTo>
                      <a:pt x="220469" y="56159"/>
                      <a:pt x="230666" y="56864"/>
                      <a:pt x="240636" y="58864"/>
                    </a:cubicBezTo>
                    <a:cubicBezTo>
                      <a:pt x="250681" y="61084"/>
                      <a:pt x="260309" y="64913"/>
                      <a:pt x="269147" y="70199"/>
                    </a:cubicBezTo>
                    <a:cubicBezTo>
                      <a:pt x="277948" y="74562"/>
                      <a:pt x="285475" y="81124"/>
                      <a:pt x="291006" y="89249"/>
                    </a:cubicBezTo>
                    <a:cubicBezTo>
                      <a:pt x="294722" y="95174"/>
                      <a:pt x="295891" y="102356"/>
                      <a:pt x="294237" y="109156"/>
                    </a:cubicBezTo>
                    <a:cubicBezTo>
                      <a:pt x="292080" y="116634"/>
                      <a:pt x="287984" y="123406"/>
                      <a:pt x="282357" y="128778"/>
                    </a:cubicBezTo>
                    <a:cubicBezTo>
                      <a:pt x="275382" y="135807"/>
                      <a:pt x="267598" y="141980"/>
                      <a:pt x="259168" y="147161"/>
                    </a:cubicBezTo>
                    <a:lnTo>
                      <a:pt x="29148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0"/>
                      <a:pt x="209349" y="170983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89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06"/>
                      <a:pt x="85249" y="88297"/>
                    </a:cubicBezTo>
                    <a:cubicBezTo>
                      <a:pt x="95570" y="87173"/>
                      <a:pt x="105739" y="84906"/>
                      <a:pt x="115566" y="81534"/>
                    </a:cubicBezTo>
                    <a:lnTo>
                      <a:pt x="68047" y="54007"/>
                    </a:lnTo>
                    <a:cubicBezTo>
                      <a:pt x="50560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845" y="93554"/>
                      <a:pt x="214500" y="92050"/>
                      <a:pt x="206327" y="93250"/>
                    </a:cubicBezTo>
                    <a:cubicBezTo>
                      <a:pt x="195046" y="94707"/>
                      <a:pt x="183917" y="97164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3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0" name="Google Shape;1590;p27"/>
            <p:cNvGrpSpPr/>
            <p:nvPr/>
          </p:nvGrpSpPr>
          <p:grpSpPr>
            <a:xfrm>
              <a:off x="4984142" y="3105498"/>
              <a:ext cx="883852" cy="621125"/>
              <a:chOff x="6793767" y="3847623"/>
              <a:chExt cx="883852" cy="621125"/>
            </a:xfrm>
          </p:grpSpPr>
          <p:sp>
            <p:nvSpPr>
              <p:cNvPr id="1591" name="Google Shape;1591;p27"/>
              <p:cNvSpPr/>
              <p:nvPr/>
            </p:nvSpPr>
            <p:spPr>
              <a:xfrm>
                <a:off x="6793767" y="395725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27"/>
              <p:cNvSpPr/>
              <p:nvPr/>
            </p:nvSpPr>
            <p:spPr>
              <a:xfrm>
                <a:off x="6793958" y="4100322"/>
                <a:ext cx="87339" cy="116585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5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27"/>
              <p:cNvSpPr/>
              <p:nvPr/>
            </p:nvSpPr>
            <p:spPr>
              <a:xfrm>
                <a:off x="7611093" y="4103369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27"/>
              <p:cNvSpPr/>
              <p:nvPr/>
            </p:nvSpPr>
            <p:spPr>
              <a:xfrm>
                <a:off x="6793767" y="38476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27"/>
              <p:cNvSpPr/>
              <p:nvPr/>
            </p:nvSpPr>
            <p:spPr>
              <a:xfrm>
                <a:off x="6919483" y="3917323"/>
                <a:ext cx="632596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596" h="366021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6" y="383881"/>
                      <a:pt x="216136" y="383881"/>
                      <a:pt x="92587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5"/>
                      <a:pt x="25965" y="92130"/>
                      <a:pt x="92587" y="53649"/>
                    </a:cubicBezTo>
                    <a:cubicBezTo>
                      <a:pt x="216136" y="-17883"/>
                      <a:pt x="416380" y="-17883"/>
                      <a:pt x="540025" y="53649"/>
                    </a:cubicBezTo>
                    <a:cubicBezTo>
                      <a:pt x="606836" y="92130"/>
                      <a:pt x="637249" y="143565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27"/>
              <p:cNvSpPr/>
              <p:nvPr/>
            </p:nvSpPr>
            <p:spPr>
              <a:xfrm>
                <a:off x="6920073" y="3939230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791" y="-17883"/>
                      <a:pt x="539435" y="53650"/>
                    </a:cubicBezTo>
                    <a:cubicBezTo>
                      <a:pt x="59674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27"/>
              <p:cNvSpPr/>
              <p:nvPr/>
            </p:nvSpPr>
            <p:spPr>
              <a:xfrm>
                <a:off x="7081637" y="4021645"/>
                <a:ext cx="2945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557" h="185070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2"/>
                      <a:pt x="126876" y="32480"/>
                      <a:pt x="120413" y="33814"/>
                    </a:cubicBezTo>
                    <a:cubicBezTo>
                      <a:pt x="113951" y="35147"/>
                      <a:pt x="107203" y="36957"/>
                      <a:pt x="100265" y="39053"/>
                    </a:cubicBezTo>
                    <a:cubicBezTo>
                      <a:pt x="93470" y="41072"/>
                      <a:pt x="86827" y="43586"/>
                      <a:pt x="80402" y="46577"/>
                    </a:cubicBezTo>
                    <a:lnTo>
                      <a:pt x="131057" y="76010"/>
                    </a:lnTo>
                    <a:lnTo>
                      <a:pt x="140561" y="72771"/>
                    </a:lnTo>
                    <a:cubicBezTo>
                      <a:pt x="153486" y="68485"/>
                      <a:pt x="165651" y="64865"/>
                      <a:pt x="177151" y="61817"/>
                    </a:cubicBezTo>
                    <a:cubicBezTo>
                      <a:pt x="187909" y="58931"/>
                      <a:pt x="198924" y="57112"/>
                      <a:pt x="210034" y="56388"/>
                    </a:cubicBezTo>
                    <a:cubicBezTo>
                      <a:pt x="220155" y="55702"/>
                      <a:pt x="230315" y="56369"/>
                      <a:pt x="240256" y="58388"/>
                    </a:cubicBezTo>
                    <a:cubicBezTo>
                      <a:pt x="250292" y="60646"/>
                      <a:pt x="259919" y="64465"/>
                      <a:pt x="268767" y="69723"/>
                    </a:cubicBezTo>
                    <a:cubicBezTo>
                      <a:pt x="277549" y="74114"/>
                      <a:pt x="285066" y="80667"/>
                      <a:pt x="290626" y="88773"/>
                    </a:cubicBezTo>
                    <a:cubicBezTo>
                      <a:pt x="294294" y="94717"/>
                      <a:pt x="295454" y="101879"/>
                      <a:pt x="293857" y="108680"/>
                    </a:cubicBezTo>
                    <a:cubicBezTo>
                      <a:pt x="291709" y="116157"/>
                      <a:pt x="287604" y="122939"/>
                      <a:pt x="281977" y="128302"/>
                    </a:cubicBezTo>
                    <a:cubicBezTo>
                      <a:pt x="274973" y="135331"/>
                      <a:pt x="267152" y="141503"/>
                      <a:pt x="258693" y="146685"/>
                    </a:cubicBezTo>
                    <a:lnTo>
                      <a:pt x="291006" y="165735"/>
                    </a:lnTo>
                    <a:lnTo>
                      <a:pt x="273614" y="175736"/>
                    </a:lnTo>
                    <a:lnTo>
                      <a:pt x="241016" y="156686"/>
                    </a:lnTo>
                    <a:cubicBezTo>
                      <a:pt x="225506" y="164402"/>
                      <a:pt x="209264" y="170555"/>
                      <a:pt x="192547" y="175070"/>
                    </a:cubicBezTo>
                    <a:cubicBezTo>
                      <a:pt x="175022" y="179918"/>
                      <a:pt x="157126" y="183261"/>
                      <a:pt x="139040" y="185071"/>
                    </a:cubicBezTo>
                    <a:lnTo>
                      <a:pt x="122029" y="154496"/>
                    </a:lnTo>
                    <a:cubicBezTo>
                      <a:pt x="125165" y="154496"/>
                      <a:pt x="129917" y="154496"/>
                      <a:pt x="136284" y="153448"/>
                    </a:cubicBezTo>
                    <a:cubicBezTo>
                      <a:pt x="142652" y="152400"/>
                      <a:pt x="149780" y="151447"/>
                      <a:pt x="157573" y="149733"/>
                    </a:cubicBezTo>
                    <a:cubicBezTo>
                      <a:pt x="165366" y="148019"/>
                      <a:pt x="173729" y="145923"/>
                      <a:pt x="182378" y="143351"/>
                    </a:cubicBezTo>
                    <a:cubicBezTo>
                      <a:pt x="190912" y="140827"/>
                      <a:pt x="199238" y="137646"/>
                      <a:pt x="207278" y="133826"/>
                    </a:cubicBezTo>
                    <a:lnTo>
                      <a:pt x="156718" y="104585"/>
                    </a:lnTo>
                    <a:lnTo>
                      <a:pt x="150065" y="106871"/>
                    </a:lnTo>
                    <a:lnTo>
                      <a:pt x="143222" y="109061"/>
                    </a:lnTo>
                    <a:cubicBezTo>
                      <a:pt x="130487" y="113252"/>
                      <a:pt x="118797" y="116491"/>
                      <a:pt x="108248" y="118586"/>
                    </a:cubicBezTo>
                    <a:cubicBezTo>
                      <a:pt x="98450" y="120863"/>
                      <a:pt x="88461" y="122206"/>
                      <a:pt x="78406" y="122587"/>
                    </a:cubicBezTo>
                    <a:cubicBezTo>
                      <a:pt x="69596" y="122901"/>
                      <a:pt x="60777" y="122072"/>
                      <a:pt x="52176" y="120110"/>
                    </a:cubicBezTo>
                    <a:cubicBezTo>
                      <a:pt x="43622" y="118129"/>
                      <a:pt x="35392" y="114919"/>
                      <a:pt x="27751" y="110585"/>
                    </a:cubicBezTo>
                    <a:cubicBezTo>
                      <a:pt x="19454" y="106175"/>
                      <a:pt x="12250" y="99955"/>
                      <a:pt x="6653" y="92393"/>
                    </a:cubicBezTo>
                    <a:cubicBezTo>
                      <a:pt x="2528" y="86716"/>
                      <a:pt x="485" y="79781"/>
                      <a:pt x="855" y="72771"/>
                    </a:cubicBezTo>
                    <a:cubicBezTo>
                      <a:pt x="1682" y="65503"/>
                      <a:pt x="4590" y="58617"/>
                      <a:pt x="9219" y="52959"/>
                    </a:cubicBezTo>
                    <a:cubicBezTo>
                      <a:pt x="15064" y="45577"/>
                      <a:pt x="22020" y="39148"/>
                      <a:pt x="29842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48" y="17050"/>
                      <a:pt x="75774" y="1165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37" y="86735"/>
                      <a:pt x="105568" y="84468"/>
                      <a:pt x="115376" y="81153"/>
                    </a:cubicBezTo>
                    <a:lnTo>
                      <a:pt x="67857" y="53530"/>
                    </a:lnTo>
                    <a:cubicBezTo>
                      <a:pt x="50370" y="65056"/>
                      <a:pt x="48850" y="74866"/>
                      <a:pt x="63105" y="83629"/>
                    </a:cubicBezTo>
                    <a:close/>
                    <a:moveTo>
                      <a:pt x="229992" y="97060"/>
                    </a:moveTo>
                    <a:cubicBezTo>
                      <a:pt x="222712" y="93097"/>
                      <a:pt x="214329" y="91621"/>
                      <a:pt x="206137" y="92869"/>
                    </a:cubicBezTo>
                    <a:cubicBezTo>
                      <a:pt x="194885" y="94288"/>
                      <a:pt x="183784" y="96717"/>
                      <a:pt x="172969" y="100108"/>
                    </a:cubicBezTo>
                    <a:lnTo>
                      <a:pt x="220488" y="127540"/>
                    </a:lnTo>
                    <a:cubicBezTo>
                      <a:pt x="240446" y="115157"/>
                      <a:pt x="243677" y="105061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27"/>
              <p:cNvSpPr/>
              <p:nvPr/>
            </p:nvSpPr>
            <p:spPr>
              <a:xfrm>
                <a:off x="7203761" y="4159186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27"/>
              <p:cNvSpPr/>
              <p:nvPr/>
            </p:nvSpPr>
            <p:spPr>
              <a:xfrm>
                <a:off x="7330922" y="4170044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27"/>
              <p:cNvSpPr/>
              <p:nvPr/>
            </p:nvSpPr>
            <p:spPr>
              <a:xfrm>
                <a:off x="7345082" y="4106799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27"/>
              <p:cNvSpPr/>
              <p:nvPr/>
            </p:nvSpPr>
            <p:spPr>
              <a:xfrm>
                <a:off x="7246148" y="4113180"/>
                <a:ext cx="47424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4" h="33147" extrusionOk="0">
                    <a:moveTo>
                      <a:pt x="0" y="10097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27"/>
              <p:cNvSpPr/>
              <p:nvPr/>
            </p:nvSpPr>
            <p:spPr>
              <a:xfrm>
                <a:off x="7149589" y="405803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8004" y="18878"/>
                      <a:pt x="42872" y="14564"/>
                      <a:pt x="37160" y="11144"/>
                    </a:cubicBezTo>
                    <a:cubicBezTo>
                      <a:pt x="33549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27"/>
              <p:cNvSpPr/>
              <p:nvPr/>
            </p:nvSpPr>
            <p:spPr>
              <a:xfrm>
                <a:off x="7203761" y="4026884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717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27"/>
              <p:cNvSpPr/>
              <p:nvPr/>
            </p:nvSpPr>
            <p:spPr>
              <a:xfrm>
                <a:off x="7081637" y="4021835"/>
                <a:ext cx="26040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858"/>
                    </a:lnTo>
                    <a:lnTo>
                      <a:pt x="17582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27"/>
              <p:cNvSpPr/>
              <p:nvPr/>
            </p:nvSpPr>
            <p:spPr>
              <a:xfrm>
                <a:off x="7082588" y="4079462"/>
                <a:ext cx="2984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842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27"/>
              <p:cNvSpPr/>
              <p:nvPr/>
            </p:nvSpPr>
            <p:spPr>
              <a:xfrm>
                <a:off x="7081542" y="4004024"/>
                <a:ext cx="294657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298" y="37433"/>
                      <a:pt x="100360" y="39529"/>
                    </a:cubicBezTo>
                    <a:cubicBezTo>
                      <a:pt x="93565" y="41548"/>
                      <a:pt x="86922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406" y="61074"/>
                      <a:pt x="260033" y="64903"/>
                      <a:pt x="268862" y="70199"/>
                    </a:cubicBezTo>
                    <a:cubicBezTo>
                      <a:pt x="277644" y="74590"/>
                      <a:pt x="285161" y="81144"/>
                      <a:pt x="290721" y="89249"/>
                    </a:cubicBezTo>
                    <a:cubicBezTo>
                      <a:pt x="294399" y="95193"/>
                      <a:pt x="295558" y="102356"/>
                      <a:pt x="293952" y="109156"/>
                    </a:cubicBezTo>
                    <a:cubicBezTo>
                      <a:pt x="291776" y="116624"/>
                      <a:pt x="287680" y="123397"/>
                      <a:pt x="282072" y="128778"/>
                    </a:cubicBezTo>
                    <a:cubicBezTo>
                      <a:pt x="275068" y="135807"/>
                      <a:pt x="267246" y="141980"/>
                      <a:pt x="258788" y="147161"/>
                    </a:cubicBezTo>
                    <a:lnTo>
                      <a:pt x="29110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82" y="164830"/>
                      <a:pt x="209349" y="170993"/>
                      <a:pt x="192642" y="175546"/>
                    </a:cubicBezTo>
                    <a:cubicBezTo>
                      <a:pt x="175117" y="180394"/>
                      <a:pt x="157221" y="183737"/>
                      <a:pt x="139135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473" y="143828"/>
                    </a:cubicBezTo>
                    <a:cubicBezTo>
                      <a:pt x="190988" y="141256"/>
                      <a:pt x="199313" y="138074"/>
                      <a:pt x="207372" y="134303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04" y="87106"/>
                      <a:pt x="551" y="80172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35"/>
                      <a:pt x="85249" y="88392"/>
                    </a:cubicBezTo>
                    <a:cubicBezTo>
                      <a:pt x="95541" y="87211"/>
                      <a:pt x="105672" y="84915"/>
                      <a:pt x="115471" y="81534"/>
                    </a:cubicBezTo>
                    <a:lnTo>
                      <a:pt x="67952" y="54007"/>
                    </a:lnTo>
                    <a:cubicBezTo>
                      <a:pt x="50532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788" y="93612"/>
                      <a:pt x="214434" y="92116"/>
                      <a:pt x="206232" y="93250"/>
                    </a:cubicBezTo>
                    <a:cubicBezTo>
                      <a:pt x="194989" y="94755"/>
                      <a:pt x="183898" y="97212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4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7" name="Google Shape;1607;p27"/>
            <p:cNvSpPr/>
            <p:nvPr/>
          </p:nvSpPr>
          <p:spPr>
            <a:xfrm>
              <a:off x="2890886" y="2508793"/>
              <a:ext cx="205462" cy="301290"/>
            </a:xfrm>
            <a:custGeom>
              <a:avLst/>
              <a:gdLst/>
              <a:ahLst/>
              <a:cxnLst/>
              <a:rect l="l" t="t" r="r" b="b"/>
              <a:pathLst>
                <a:path w="205462" h="301290" extrusionOk="0">
                  <a:moveTo>
                    <a:pt x="72372" y="9965"/>
                  </a:moveTo>
                  <a:cubicBezTo>
                    <a:pt x="80545" y="-3179"/>
                    <a:pt x="142985" y="-11847"/>
                    <a:pt x="163608" y="41207"/>
                  </a:cubicBezTo>
                  <a:cubicBezTo>
                    <a:pt x="171306" y="61305"/>
                    <a:pt x="170166" y="112740"/>
                    <a:pt x="176628" y="145030"/>
                  </a:cubicBezTo>
                  <a:cubicBezTo>
                    <a:pt x="183091" y="177320"/>
                    <a:pt x="198582" y="195608"/>
                    <a:pt x="204094" y="221801"/>
                  </a:cubicBezTo>
                  <a:cubicBezTo>
                    <a:pt x="209606" y="247995"/>
                    <a:pt x="200578" y="292000"/>
                    <a:pt x="137568" y="299716"/>
                  </a:cubicBezTo>
                  <a:cubicBezTo>
                    <a:pt x="74558" y="307431"/>
                    <a:pt x="26088" y="285333"/>
                    <a:pt x="11262" y="265140"/>
                  </a:cubicBezTo>
                  <a:cubicBezTo>
                    <a:pt x="-3563" y="244947"/>
                    <a:pt x="-3944" y="202275"/>
                    <a:pt x="11262" y="179415"/>
                  </a:cubicBezTo>
                  <a:cubicBezTo>
                    <a:pt x="26468" y="156555"/>
                    <a:pt x="38443" y="137696"/>
                    <a:pt x="38063" y="10778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27"/>
            <p:cNvSpPr/>
            <p:nvPr/>
          </p:nvSpPr>
          <p:spPr>
            <a:xfrm>
              <a:off x="2906291" y="2506021"/>
              <a:ext cx="98213" cy="121997"/>
            </a:xfrm>
            <a:custGeom>
              <a:avLst/>
              <a:gdLst/>
              <a:ahLst/>
              <a:cxnLst/>
              <a:rect l="l" t="t" r="r" b="b"/>
              <a:pathLst>
                <a:path w="98213" h="121997" extrusionOk="0">
                  <a:moveTo>
                    <a:pt x="98213" y="3593"/>
                  </a:moveTo>
                  <a:cubicBezTo>
                    <a:pt x="98213" y="3593"/>
                    <a:pt x="50694" y="-9932"/>
                    <a:pt x="22183" y="15499"/>
                  </a:cubicBezTo>
                  <a:cubicBezTo>
                    <a:pt x="3095" y="33359"/>
                    <a:pt x="-4458" y="60400"/>
                    <a:pt x="2605" y="85603"/>
                  </a:cubicBezTo>
                  <a:cubicBezTo>
                    <a:pt x="6407" y="100558"/>
                    <a:pt x="14010" y="120846"/>
                    <a:pt x="25794" y="121989"/>
                  </a:cubicBezTo>
                  <a:cubicBezTo>
                    <a:pt x="37579" y="123132"/>
                    <a:pt x="98213" y="3593"/>
                    <a:pt x="98213" y="3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27"/>
            <p:cNvSpPr/>
            <p:nvPr/>
          </p:nvSpPr>
          <p:spPr>
            <a:xfrm>
              <a:off x="2925684" y="2638202"/>
              <a:ext cx="121328" cy="136036"/>
            </a:xfrm>
            <a:custGeom>
              <a:avLst/>
              <a:gdLst/>
              <a:ahLst/>
              <a:cxnLst/>
              <a:rect l="l" t="t" r="r" b="b"/>
              <a:pathLst>
                <a:path w="121328" h="136036" extrusionOk="0">
                  <a:moveTo>
                    <a:pt x="96782" y="0"/>
                  </a:moveTo>
                  <a:cubicBezTo>
                    <a:pt x="96782" y="0"/>
                    <a:pt x="93741" y="52483"/>
                    <a:pt x="94691" y="56388"/>
                  </a:cubicBezTo>
                  <a:cubicBezTo>
                    <a:pt x="95641" y="60293"/>
                    <a:pt x="115219" y="64008"/>
                    <a:pt x="120731" y="68580"/>
                  </a:cubicBezTo>
                  <a:cubicBezTo>
                    <a:pt x="126244" y="73152"/>
                    <a:pt x="92220" y="126397"/>
                    <a:pt x="74923" y="134302"/>
                  </a:cubicBezTo>
                  <a:cubicBezTo>
                    <a:pt x="57626" y="142208"/>
                    <a:pt x="4120" y="122015"/>
                    <a:pt x="414" y="95345"/>
                  </a:cubicBezTo>
                  <a:cubicBezTo>
                    <a:pt x="-3008" y="70771"/>
                    <a:pt x="15715" y="51721"/>
                    <a:pt x="22937" y="45053"/>
                  </a:cubicBezTo>
                  <a:cubicBezTo>
                    <a:pt x="27873" y="44701"/>
                    <a:pt x="32828" y="44701"/>
                    <a:pt x="37763" y="45053"/>
                  </a:cubicBezTo>
                  <a:lnTo>
                    <a:pt x="39284" y="19526"/>
                  </a:lnTo>
                  <a:cubicBezTo>
                    <a:pt x="62758" y="11716"/>
                    <a:pt x="96782" y="0"/>
                    <a:pt x="9678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27"/>
            <p:cNvSpPr/>
            <p:nvPr/>
          </p:nvSpPr>
          <p:spPr>
            <a:xfrm>
              <a:off x="2718513" y="2692113"/>
              <a:ext cx="229495" cy="326875"/>
            </a:xfrm>
            <a:custGeom>
              <a:avLst/>
              <a:gdLst/>
              <a:ahLst/>
              <a:cxnLst/>
              <a:rect l="l" t="t" r="r" b="b"/>
              <a:pathLst>
                <a:path w="229495" h="326875" extrusionOk="0">
                  <a:moveTo>
                    <a:pt x="149801" y="226409"/>
                  </a:moveTo>
                  <a:cubicBezTo>
                    <a:pt x="134955" y="246860"/>
                    <a:pt x="117366" y="265167"/>
                    <a:pt x="97530" y="280797"/>
                  </a:cubicBezTo>
                  <a:cubicBezTo>
                    <a:pt x="91255" y="287379"/>
                    <a:pt x="85323" y="294275"/>
                    <a:pt x="79758" y="301466"/>
                  </a:cubicBezTo>
                  <a:cubicBezTo>
                    <a:pt x="70365" y="312277"/>
                    <a:pt x="58256" y="320364"/>
                    <a:pt x="44689" y="324898"/>
                  </a:cubicBezTo>
                  <a:cubicBezTo>
                    <a:pt x="32810" y="327946"/>
                    <a:pt x="27868" y="327089"/>
                    <a:pt x="25682" y="324898"/>
                  </a:cubicBezTo>
                  <a:cubicBezTo>
                    <a:pt x="23496" y="322707"/>
                    <a:pt x="24636" y="319278"/>
                    <a:pt x="29768" y="317183"/>
                  </a:cubicBezTo>
                  <a:cubicBezTo>
                    <a:pt x="38175" y="314620"/>
                    <a:pt x="45992" y="310410"/>
                    <a:pt x="52767" y="304800"/>
                  </a:cubicBezTo>
                  <a:cubicBezTo>
                    <a:pt x="52767" y="304800"/>
                    <a:pt x="41743" y="309943"/>
                    <a:pt x="34805" y="312325"/>
                  </a:cubicBezTo>
                  <a:cubicBezTo>
                    <a:pt x="28672" y="314449"/>
                    <a:pt x="22276" y="315735"/>
                    <a:pt x="15798" y="316135"/>
                  </a:cubicBezTo>
                  <a:cubicBezTo>
                    <a:pt x="9240" y="316135"/>
                    <a:pt x="2397" y="308515"/>
                    <a:pt x="7529" y="306610"/>
                  </a:cubicBezTo>
                  <a:cubicBezTo>
                    <a:pt x="12661" y="304705"/>
                    <a:pt x="17508" y="304228"/>
                    <a:pt x="27677" y="300418"/>
                  </a:cubicBezTo>
                  <a:cubicBezTo>
                    <a:pt x="33058" y="298542"/>
                    <a:pt x="38147" y="295913"/>
                    <a:pt x="42788" y="292608"/>
                  </a:cubicBezTo>
                  <a:cubicBezTo>
                    <a:pt x="35731" y="294684"/>
                    <a:pt x="28516" y="296189"/>
                    <a:pt x="21215" y="297085"/>
                  </a:cubicBezTo>
                  <a:cubicBezTo>
                    <a:pt x="15118" y="298075"/>
                    <a:pt x="8868" y="297351"/>
                    <a:pt x="3158" y="294989"/>
                  </a:cubicBezTo>
                  <a:cubicBezTo>
                    <a:pt x="116" y="293656"/>
                    <a:pt x="-2545" y="288131"/>
                    <a:pt x="4298" y="286321"/>
                  </a:cubicBezTo>
                  <a:cubicBezTo>
                    <a:pt x="13203" y="285417"/>
                    <a:pt x="21954" y="283369"/>
                    <a:pt x="30339" y="280225"/>
                  </a:cubicBezTo>
                  <a:cubicBezTo>
                    <a:pt x="38322" y="276606"/>
                    <a:pt x="43359" y="272796"/>
                    <a:pt x="41553" y="272034"/>
                  </a:cubicBezTo>
                  <a:cubicBezTo>
                    <a:pt x="39747" y="271272"/>
                    <a:pt x="35281" y="273749"/>
                    <a:pt x="27202" y="273177"/>
                  </a:cubicBezTo>
                  <a:cubicBezTo>
                    <a:pt x="19124" y="272606"/>
                    <a:pt x="11711" y="267462"/>
                    <a:pt x="11806" y="263081"/>
                  </a:cubicBezTo>
                  <a:cubicBezTo>
                    <a:pt x="11901" y="258699"/>
                    <a:pt x="13517" y="261175"/>
                    <a:pt x="21310" y="260509"/>
                  </a:cubicBezTo>
                  <a:cubicBezTo>
                    <a:pt x="29654" y="258470"/>
                    <a:pt x="38135" y="257042"/>
                    <a:pt x="46685" y="256223"/>
                  </a:cubicBezTo>
                  <a:cubicBezTo>
                    <a:pt x="55089" y="256594"/>
                    <a:pt x="63498" y="255594"/>
                    <a:pt x="71585" y="253270"/>
                  </a:cubicBezTo>
                  <a:cubicBezTo>
                    <a:pt x="80138" y="250698"/>
                    <a:pt x="99336" y="227648"/>
                    <a:pt x="113972" y="206597"/>
                  </a:cubicBezTo>
                  <a:cubicBezTo>
                    <a:pt x="130121" y="183099"/>
                    <a:pt x="142917" y="157448"/>
                    <a:pt x="151987" y="130397"/>
                  </a:cubicBezTo>
                  <a:cubicBezTo>
                    <a:pt x="160825" y="101251"/>
                    <a:pt x="170995" y="46863"/>
                    <a:pt x="178788" y="27908"/>
                  </a:cubicBezTo>
                  <a:cubicBezTo>
                    <a:pt x="186581" y="8954"/>
                    <a:pt x="199221" y="381"/>
                    <a:pt x="211576" y="0"/>
                  </a:cubicBezTo>
                  <a:cubicBezTo>
                    <a:pt x="226021" y="0"/>
                    <a:pt x="232199" y="19050"/>
                    <a:pt x="228397" y="35052"/>
                  </a:cubicBezTo>
                  <a:cubicBezTo>
                    <a:pt x="221175" y="63627"/>
                    <a:pt x="189052" y="174689"/>
                    <a:pt x="149801" y="22640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27"/>
            <p:cNvSpPr/>
            <p:nvPr/>
          </p:nvSpPr>
          <p:spPr>
            <a:xfrm>
              <a:off x="2890388" y="2682707"/>
              <a:ext cx="176857" cy="233853"/>
            </a:xfrm>
            <a:custGeom>
              <a:avLst/>
              <a:gdLst/>
              <a:ahLst/>
              <a:cxnLst/>
              <a:rect l="l" t="t" r="r" b="b"/>
              <a:pathLst>
                <a:path w="176857" h="233853" extrusionOk="0">
                  <a:moveTo>
                    <a:pt x="139301" y="16931"/>
                  </a:moveTo>
                  <a:cubicBezTo>
                    <a:pt x="154031" y="19217"/>
                    <a:pt x="170853" y="27122"/>
                    <a:pt x="173134" y="35219"/>
                  </a:cubicBezTo>
                  <a:cubicBezTo>
                    <a:pt x="179252" y="64308"/>
                    <a:pt x="177812" y="94483"/>
                    <a:pt x="168952" y="122849"/>
                  </a:cubicBezTo>
                  <a:cubicBezTo>
                    <a:pt x="156217" y="156663"/>
                    <a:pt x="141772" y="218099"/>
                    <a:pt x="134454" y="232196"/>
                  </a:cubicBezTo>
                  <a:cubicBezTo>
                    <a:pt x="96503" y="237510"/>
                    <a:pt x="57869" y="229967"/>
                    <a:pt x="24685" y="210764"/>
                  </a:cubicBezTo>
                  <a:cubicBezTo>
                    <a:pt x="24685" y="210764"/>
                    <a:pt x="21644" y="151995"/>
                    <a:pt x="21454" y="132564"/>
                  </a:cubicBezTo>
                  <a:cubicBezTo>
                    <a:pt x="-26065" y="91130"/>
                    <a:pt x="14516" y="39981"/>
                    <a:pt x="54717" y="357"/>
                  </a:cubicBezTo>
                  <a:cubicBezTo>
                    <a:pt x="59520" y="-119"/>
                    <a:pt x="64359" y="-119"/>
                    <a:pt x="69163" y="357"/>
                  </a:cubicBezTo>
                  <a:cubicBezTo>
                    <a:pt x="69163" y="357"/>
                    <a:pt x="33333" y="42743"/>
                    <a:pt x="58233" y="67032"/>
                  </a:cubicBezTo>
                  <a:cubicBezTo>
                    <a:pt x="111645" y="50554"/>
                    <a:pt x="122194" y="26551"/>
                    <a:pt x="139301" y="1693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27"/>
            <p:cNvSpPr/>
            <p:nvPr/>
          </p:nvSpPr>
          <p:spPr>
            <a:xfrm>
              <a:off x="2921860" y="2515790"/>
              <a:ext cx="130560" cy="160797"/>
            </a:xfrm>
            <a:custGeom>
              <a:avLst/>
              <a:gdLst/>
              <a:ahLst/>
              <a:cxnLst/>
              <a:rect l="l" t="t" r="r" b="b"/>
              <a:pathLst>
                <a:path w="130560" h="160797" extrusionOk="0">
                  <a:moveTo>
                    <a:pt x="2717" y="57260"/>
                  </a:moveTo>
                  <a:lnTo>
                    <a:pt x="2717" y="57260"/>
                  </a:lnTo>
                  <a:cubicBezTo>
                    <a:pt x="8039" y="23542"/>
                    <a:pt x="32369" y="-1890"/>
                    <a:pt x="67058" y="110"/>
                  </a:cubicBezTo>
                  <a:cubicBezTo>
                    <a:pt x="103762" y="1787"/>
                    <a:pt x="132161" y="32962"/>
                    <a:pt x="130490" y="69748"/>
                  </a:cubicBezTo>
                  <a:cubicBezTo>
                    <a:pt x="129521" y="91084"/>
                    <a:pt x="118410" y="110667"/>
                    <a:pt x="100606" y="122411"/>
                  </a:cubicBezTo>
                  <a:cubicBezTo>
                    <a:pt x="99408" y="127526"/>
                    <a:pt x="97622" y="132479"/>
                    <a:pt x="95284" y="137175"/>
                  </a:cubicBezTo>
                  <a:cubicBezTo>
                    <a:pt x="82929" y="151463"/>
                    <a:pt x="50331" y="160607"/>
                    <a:pt x="39497" y="160797"/>
                  </a:cubicBezTo>
                  <a:cubicBezTo>
                    <a:pt x="29993" y="160797"/>
                    <a:pt x="22200" y="152129"/>
                    <a:pt x="13457" y="137651"/>
                  </a:cubicBezTo>
                  <a:cubicBezTo>
                    <a:pt x="-4791" y="107457"/>
                    <a:pt x="-134" y="74024"/>
                    <a:pt x="2717" y="5726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27"/>
            <p:cNvSpPr/>
            <p:nvPr/>
          </p:nvSpPr>
          <p:spPr>
            <a:xfrm>
              <a:off x="2927048" y="2514816"/>
              <a:ext cx="130747" cy="123290"/>
            </a:xfrm>
            <a:custGeom>
              <a:avLst/>
              <a:gdLst/>
              <a:ahLst/>
              <a:cxnLst/>
              <a:rect l="l" t="t" r="r" b="b"/>
              <a:pathLst>
                <a:path w="130747" h="123290" extrusionOk="0">
                  <a:moveTo>
                    <a:pt x="72609" y="1657"/>
                  </a:moveTo>
                  <a:cubicBezTo>
                    <a:pt x="97034" y="6514"/>
                    <a:pt x="116992" y="13372"/>
                    <a:pt x="123644" y="37280"/>
                  </a:cubicBezTo>
                  <a:cubicBezTo>
                    <a:pt x="128206" y="53853"/>
                    <a:pt x="134098" y="84905"/>
                    <a:pt x="128396" y="98526"/>
                  </a:cubicBezTo>
                  <a:lnTo>
                    <a:pt x="124975" y="108051"/>
                  </a:lnTo>
                  <a:lnTo>
                    <a:pt x="95418" y="123291"/>
                  </a:lnTo>
                  <a:cubicBezTo>
                    <a:pt x="95418" y="123291"/>
                    <a:pt x="81637" y="111765"/>
                    <a:pt x="85914" y="78047"/>
                  </a:cubicBezTo>
                  <a:cubicBezTo>
                    <a:pt x="85678" y="73494"/>
                    <a:pt x="84234" y="69094"/>
                    <a:pt x="81733" y="65283"/>
                  </a:cubicBezTo>
                  <a:cubicBezTo>
                    <a:pt x="79886" y="62102"/>
                    <a:pt x="78510" y="58673"/>
                    <a:pt x="77646" y="55092"/>
                  </a:cubicBezTo>
                  <a:cubicBezTo>
                    <a:pt x="74170" y="46024"/>
                    <a:pt x="67371" y="38633"/>
                    <a:pt x="58638" y="34423"/>
                  </a:cubicBezTo>
                  <a:cubicBezTo>
                    <a:pt x="36685" y="22040"/>
                    <a:pt x="4562" y="32708"/>
                    <a:pt x="0" y="37185"/>
                  </a:cubicBezTo>
                  <a:cubicBezTo>
                    <a:pt x="12785" y="9638"/>
                    <a:pt x="43070" y="-5182"/>
                    <a:pt x="72609" y="165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27"/>
            <p:cNvSpPr/>
            <p:nvPr/>
          </p:nvSpPr>
          <p:spPr>
            <a:xfrm>
              <a:off x="2770258" y="3324285"/>
              <a:ext cx="102779" cy="78901"/>
            </a:xfrm>
            <a:custGeom>
              <a:avLst/>
              <a:gdLst/>
              <a:ahLst/>
              <a:cxnLst/>
              <a:rect l="l" t="t" r="r" b="b"/>
              <a:pathLst>
                <a:path w="102779" h="78901" extrusionOk="0">
                  <a:moveTo>
                    <a:pt x="95300" y="3"/>
                  </a:moveTo>
                  <a:cubicBezTo>
                    <a:pt x="82945" y="10099"/>
                    <a:pt x="63843" y="3146"/>
                    <a:pt x="62892" y="4003"/>
                  </a:cubicBezTo>
                  <a:cubicBezTo>
                    <a:pt x="48523" y="16481"/>
                    <a:pt x="33449" y="28120"/>
                    <a:pt x="17749" y="38864"/>
                  </a:cubicBezTo>
                  <a:cubicBezTo>
                    <a:pt x="10051" y="44961"/>
                    <a:pt x="-1924" y="53057"/>
                    <a:pt x="262" y="64677"/>
                  </a:cubicBezTo>
                  <a:cubicBezTo>
                    <a:pt x="4064" y="85537"/>
                    <a:pt x="37327" y="79060"/>
                    <a:pt x="49872" y="72678"/>
                  </a:cubicBezTo>
                  <a:cubicBezTo>
                    <a:pt x="62417" y="66297"/>
                    <a:pt x="72681" y="55819"/>
                    <a:pt x="84561" y="48389"/>
                  </a:cubicBezTo>
                  <a:cubicBezTo>
                    <a:pt x="93019" y="43151"/>
                    <a:pt x="101383" y="40389"/>
                    <a:pt x="102713" y="29339"/>
                  </a:cubicBezTo>
                  <a:cubicBezTo>
                    <a:pt x="103473" y="22958"/>
                    <a:pt x="97486" y="-283"/>
                    <a:pt x="95300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27"/>
            <p:cNvSpPr/>
            <p:nvPr/>
          </p:nvSpPr>
          <p:spPr>
            <a:xfrm>
              <a:off x="2770711" y="3349338"/>
              <a:ext cx="102274" cy="53559"/>
            </a:xfrm>
            <a:custGeom>
              <a:avLst/>
              <a:gdLst/>
              <a:ahLst/>
              <a:cxnLst/>
              <a:rect l="l" t="t" r="r" b="b"/>
              <a:pathLst>
                <a:path w="102274" h="53559" extrusionOk="0">
                  <a:moveTo>
                    <a:pt x="102071" y="0"/>
                  </a:moveTo>
                  <a:cubicBezTo>
                    <a:pt x="100455" y="10287"/>
                    <a:pt x="92567" y="13145"/>
                    <a:pt x="83823" y="18383"/>
                  </a:cubicBezTo>
                  <a:cubicBezTo>
                    <a:pt x="71754" y="25908"/>
                    <a:pt x="61109" y="36671"/>
                    <a:pt x="48564" y="43053"/>
                  </a:cubicBezTo>
                  <a:cubicBezTo>
                    <a:pt x="36019" y="49435"/>
                    <a:pt x="8078" y="54769"/>
                    <a:pt x="0" y="39910"/>
                  </a:cubicBezTo>
                  <a:cubicBezTo>
                    <a:pt x="4372" y="60008"/>
                    <a:pt x="37065" y="53721"/>
                    <a:pt x="49420" y="47339"/>
                  </a:cubicBezTo>
                  <a:cubicBezTo>
                    <a:pt x="61775" y="40958"/>
                    <a:pt x="72229" y="30480"/>
                    <a:pt x="84109" y="23051"/>
                  </a:cubicBezTo>
                  <a:cubicBezTo>
                    <a:pt x="92567" y="17812"/>
                    <a:pt x="100930" y="15050"/>
                    <a:pt x="102261" y="4001"/>
                  </a:cubicBezTo>
                  <a:cubicBezTo>
                    <a:pt x="102304" y="2667"/>
                    <a:pt x="102241" y="1324"/>
                    <a:pt x="10207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27"/>
            <p:cNvSpPr/>
            <p:nvPr/>
          </p:nvSpPr>
          <p:spPr>
            <a:xfrm>
              <a:off x="2718772" y="3290474"/>
              <a:ext cx="94135" cy="73100"/>
            </a:xfrm>
            <a:custGeom>
              <a:avLst/>
              <a:gdLst/>
              <a:ahLst/>
              <a:cxnLst/>
              <a:rect l="l" t="t" r="r" b="b"/>
              <a:pathLst>
                <a:path w="94135" h="73100" extrusionOk="0">
                  <a:moveTo>
                    <a:pt x="86722" y="0"/>
                  </a:moveTo>
                  <a:cubicBezTo>
                    <a:pt x="75413" y="9525"/>
                    <a:pt x="58211" y="4096"/>
                    <a:pt x="57546" y="4953"/>
                  </a:cubicBezTo>
                  <a:cubicBezTo>
                    <a:pt x="44378" y="16202"/>
                    <a:pt x="30609" y="26727"/>
                    <a:pt x="16299" y="36481"/>
                  </a:cubicBezTo>
                  <a:cubicBezTo>
                    <a:pt x="9266" y="42005"/>
                    <a:pt x="-1758" y="49435"/>
                    <a:pt x="238" y="60103"/>
                  </a:cubicBezTo>
                  <a:cubicBezTo>
                    <a:pt x="3849" y="79153"/>
                    <a:pt x="34261" y="73247"/>
                    <a:pt x="45761" y="67437"/>
                  </a:cubicBezTo>
                  <a:cubicBezTo>
                    <a:pt x="57260" y="61627"/>
                    <a:pt x="66669" y="51911"/>
                    <a:pt x="77504" y="45148"/>
                  </a:cubicBezTo>
                  <a:cubicBezTo>
                    <a:pt x="85297" y="40386"/>
                    <a:pt x="92900" y="37814"/>
                    <a:pt x="94135" y="28004"/>
                  </a:cubicBezTo>
                  <a:cubicBezTo>
                    <a:pt x="93742" y="18240"/>
                    <a:pt x="91212" y="8677"/>
                    <a:pt x="86722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27"/>
            <p:cNvSpPr/>
            <p:nvPr/>
          </p:nvSpPr>
          <p:spPr>
            <a:xfrm>
              <a:off x="2719200" y="3314572"/>
              <a:ext cx="93731" cy="48987"/>
            </a:xfrm>
            <a:custGeom>
              <a:avLst/>
              <a:gdLst/>
              <a:ahLst/>
              <a:cxnLst/>
              <a:rect l="l" t="t" r="r" b="b"/>
              <a:pathLst>
                <a:path w="93731" h="48987" extrusionOk="0">
                  <a:moveTo>
                    <a:pt x="93517" y="0"/>
                  </a:moveTo>
                  <a:cubicBezTo>
                    <a:pt x="91997" y="9525"/>
                    <a:pt x="84014" y="12002"/>
                    <a:pt x="76791" y="16764"/>
                  </a:cubicBezTo>
                  <a:cubicBezTo>
                    <a:pt x="65766" y="23622"/>
                    <a:pt x="55977" y="33528"/>
                    <a:pt x="44573" y="39434"/>
                  </a:cubicBezTo>
                  <a:cubicBezTo>
                    <a:pt x="33168" y="45339"/>
                    <a:pt x="7413" y="50102"/>
                    <a:pt x="0" y="36481"/>
                  </a:cubicBezTo>
                  <a:cubicBezTo>
                    <a:pt x="4087" y="54864"/>
                    <a:pt x="33929" y="49149"/>
                    <a:pt x="45333" y="43339"/>
                  </a:cubicBezTo>
                  <a:cubicBezTo>
                    <a:pt x="56738" y="37529"/>
                    <a:pt x="66241" y="27813"/>
                    <a:pt x="77076" y="21050"/>
                  </a:cubicBezTo>
                  <a:cubicBezTo>
                    <a:pt x="84869" y="16288"/>
                    <a:pt x="92472" y="13716"/>
                    <a:pt x="93707" y="3905"/>
                  </a:cubicBezTo>
                  <a:cubicBezTo>
                    <a:pt x="93771" y="2600"/>
                    <a:pt x="93707" y="1296"/>
                    <a:pt x="935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27"/>
            <p:cNvSpPr/>
            <p:nvPr/>
          </p:nvSpPr>
          <p:spPr>
            <a:xfrm>
              <a:off x="2753699" y="2913665"/>
              <a:ext cx="223980" cy="387148"/>
            </a:xfrm>
            <a:custGeom>
              <a:avLst/>
              <a:gdLst/>
              <a:ahLst/>
              <a:cxnLst/>
              <a:rect l="l" t="t" r="r" b="b"/>
              <a:pathLst>
                <a:path w="223980" h="387148" extrusionOk="0">
                  <a:moveTo>
                    <a:pt x="222484" y="14288"/>
                  </a:moveTo>
                  <a:cubicBezTo>
                    <a:pt x="189070" y="18698"/>
                    <a:pt x="155091" y="13754"/>
                    <a:pt x="124310" y="0"/>
                  </a:cubicBezTo>
                  <a:cubicBezTo>
                    <a:pt x="124310" y="10478"/>
                    <a:pt x="125355" y="19717"/>
                    <a:pt x="125355" y="19717"/>
                  </a:cubicBezTo>
                  <a:cubicBezTo>
                    <a:pt x="85439" y="48292"/>
                    <a:pt x="5227" y="95917"/>
                    <a:pt x="0" y="128683"/>
                  </a:cubicBezTo>
                  <a:cubicBezTo>
                    <a:pt x="5227" y="232601"/>
                    <a:pt x="21003" y="381000"/>
                    <a:pt x="25470" y="383096"/>
                  </a:cubicBezTo>
                  <a:cubicBezTo>
                    <a:pt x="38015" y="389096"/>
                    <a:pt x="46759" y="388144"/>
                    <a:pt x="52651" y="382143"/>
                  </a:cubicBezTo>
                  <a:cubicBezTo>
                    <a:pt x="52651" y="382143"/>
                    <a:pt x="77836" y="294132"/>
                    <a:pt x="70518" y="164973"/>
                  </a:cubicBezTo>
                  <a:cubicBezTo>
                    <a:pt x="70518" y="164973"/>
                    <a:pt x="210414" y="102870"/>
                    <a:pt x="219537" y="68961"/>
                  </a:cubicBezTo>
                  <a:cubicBezTo>
                    <a:pt x="223607" y="55254"/>
                    <a:pt x="224900" y="40881"/>
                    <a:pt x="223339" y="26670"/>
                  </a:cubicBezTo>
                  <a:cubicBezTo>
                    <a:pt x="223244" y="22574"/>
                    <a:pt x="222959" y="18383"/>
                    <a:pt x="222484" y="1428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27"/>
            <p:cNvSpPr/>
            <p:nvPr/>
          </p:nvSpPr>
          <p:spPr>
            <a:xfrm>
              <a:off x="2814713" y="2914427"/>
              <a:ext cx="222989" cy="419220"/>
            </a:xfrm>
            <a:custGeom>
              <a:avLst/>
              <a:gdLst/>
              <a:ahLst/>
              <a:cxnLst/>
              <a:rect l="l" t="t" r="r" b="b"/>
              <a:pathLst>
                <a:path w="222989" h="419220" extrusionOk="0">
                  <a:moveTo>
                    <a:pt x="207943" y="0"/>
                  </a:moveTo>
                  <a:cubicBezTo>
                    <a:pt x="181465" y="11887"/>
                    <a:pt x="152119" y="15821"/>
                    <a:pt x="123454" y="11334"/>
                  </a:cubicBezTo>
                  <a:cubicBezTo>
                    <a:pt x="123454" y="25241"/>
                    <a:pt x="125450" y="51340"/>
                    <a:pt x="125450" y="51340"/>
                  </a:cubicBezTo>
                  <a:cubicBezTo>
                    <a:pt x="85534" y="79915"/>
                    <a:pt x="5227" y="127540"/>
                    <a:pt x="0" y="160210"/>
                  </a:cubicBezTo>
                  <a:cubicBezTo>
                    <a:pt x="5227" y="264128"/>
                    <a:pt x="14921" y="414623"/>
                    <a:pt x="19008" y="416528"/>
                  </a:cubicBezTo>
                  <a:cubicBezTo>
                    <a:pt x="30005" y="421205"/>
                    <a:pt x="42648" y="419719"/>
                    <a:pt x="52271" y="412623"/>
                  </a:cubicBezTo>
                  <a:cubicBezTo>
                    <a:pt x="52271" y="412623"/>
                    <a:pt x="77456" y="325755"/>
                    <a:pt x="70138" y="196596"/>
                  </a:cubicBezTo>
                  <a:cubicBezTo>
                    <a:pt x="70138" y="194119"/>
                    <a:pt x="189981" y="134969"/>
                    <a:pt x="205187" y="119348"/>
                  </a:cubicBezTo>
                  <a:cubicBezTo>
                    <a:pt x="220393" y="103727"/>
                    <a:pt x="223339" y="80486"/>
                    <a:pt x="222959" y="58293"/>
                  </a:cubicBezTo>
                  <a:cubicBezTo>
                    <a:pt x="221907" y="38052"/>
                    <a:pt x="216800" y="18221"/>
                    <a:pt x="20794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27"/>
            <p:cNvSpPr/>
            <p:nvPr/>
          </p:nvSpPr>
          <p:spPr>
            <a:xfrm>
              <a:off x="2731717" y="2888138"/>
              <a:ext cx="333476" cy="307358"/>
            </a:xfrm>
            <a:custGeom>
              <a:avLst/>
              <a:gdLst/>
              <a:ahLst/>
              <a:cxnLst/>
              <a:rect l="l" t="t" r="r" b="b"/>
              <a:pathLst>
                <a:path w="333476" h="307358" extrusionOk="0">
                  <a:moveTo>
                    <a:pt x="320305" y="48292"/>
                  </a:moveTo>
                  <a:cubicBezTo>
                    <a:pt x="320305" y="48292"/>
                    <a:pt x="364593" y="126968"/>
                    <a:pt x="290749" y="167449"/>
                  </a:cubicBezTo>
                  <a:cubicBezTo>
                    <a:pt x="212818" y="210121"/>
                    <a:pt x="165299" y="220123"/>
                    <a:pt x="165299" y="220123"/>
                  </a:cubicBezTo>
                  <a:lnTo>
                    <a:pt x="153609" y="222885"/>
                  </a:lnTo>
                  <a:cubicBezTo>
                    <a:pt x="157270" y="250003"/>
                    <a:pt x="157270" y="277492"/>
                    <a:pt x="153609" y="304609"/>
                  </a:cubicBezTo>
                  <a:cubicBezTo>
                    <a:pt x="153609" y="304609"/>
                    <a:pt x="98012" y="323659"/>
                    <a:pt x="27114" y="261461"/>
                  </a:cubicBezTo>
                  <a:lnTo>
                    <a:pt x="3544" y="185261"/>
                  </a:lnTo>
                  <a:lnTo>
                    <a:pt x="788" y="165545"/>
                  </a:lnTo>
                  <a:cubicBezTo>
                    <a:pt x="-1935" y="151667"/>
                    <a:pt x="2495" y="137350"/>
                    <a:pt x="12573" y="127445"/>
                  </a:cubicBezTo>
                  <a:cubicBezTo>
                    <a:pt x="29585" y="112014"/>
                    <a:pt x="83566" y="72390"/>
                    <a:pt x="117114" y="49721"/>
                  </a:cubicBezTo>
                  <a:cubicBezTo>
                    <a:pt x="150663" y="27051"/>
                    <a:pt x="177463" y="5429"/>
                    <a:pt x="177463" y="5429"/>
                  </a:cubicBezTo>
                  <a:lnTo>
                    <a:pt x="183261" y="0"/>
                  </a:lnTo>
                  <a:cubicBezTo>
                    <a:pt x="183261" y="0"/>
                    <a:pt x="223082" y="31718"/>
                    <a:pt x="295786" y="21050"/>
                  </a:cubicBezTo>
                  <a:cubicBezTo>
                    <a:pt x="305324" y="28794"/>
                    <a:pt x="313597" y="37986"/>
                    <a:pt x="320305" y="48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27"/>
            <p:cNvSpPr/>
            <p:nvPr/>
          </p:nvSpPr>
          <p:spPr>
            <a:xfrm>
              <a:off x="2999836" y="2706202"/>
              <a:ext cx="116284" cy="406848"/>
            </a:xfrm>
            <a:custGeom>
              <a:avLst/>
              <a:gdLst/>
              <a:ahLst/>
              <a:cxnLst/>
              <a:rect l="l" t="t" r="r" b="b"/>
              <a:pathLst>
                <a:path w="116284" h="406848" extrusionOk="0">
                  <a:moveTo>
                    <a:pt x="8279" y="347003"/>
                  </a:moveTo>
                  <a:cubicBezTo>
                    <a:pt x="15045" y="340870"/>
                    <a:pt x="22221" y="335202"/>
                    <a:pt x="29758" y="330049"/>
                  </a:cubicBezTo>
                  <a:cubicBezTo>
                    <a:pt x="37682" y="326020"/>
                    <a:pt x="44955" y="320819"/>
                    <a:pt x="51331" y="314619"/>
                  </a:cubicBezTo>
                  <a:cubicBezTo>
                    <a:pt x="58174" y="307761"/>
                    <a:pt x="68153" y="279186"/>
                    <a:pt x="73475" y="251373"/>
                  </a:cubicBezTo>
                  <a:cubicBezTo>
                    <a:pt x="78266" y="220207"/>
                    <a:pt x="77720" y="188441"/>
                    <a:pt x="71860" y="157456"/>
                  </a:cubicBezTo>
                  <a:cubicBezTo>
                    <a:pt x="62686" y="120423"/>
                    <a:pt x="50251" y="84276"/>
                    <a:pt x="34700" y="49443"/>
                  </a:cubicBezTo>
                  <a:cubicBezTo>
                    <a:pt x="25196" y="28583"/>
                    <a:pt x="30423" y="15819"/>
                    <a:pt x="39452" y="6580"/>
                  </a:cubicBezTo>
                  <a:cubicBezTo>
                    <a:pt x="50001" y="-4278"/>
                    <a:pt x="61025" y="-3993"/>
                    <a:pt x="73570" y="25154"/>
                  </a:cubicBezTo>
                  <a:cubicBezTo>
                    <a:pt x="91364" y="65864"/>
                    <a:pt x="104534" y="108459"/>
                    <a:pt x="112821" y="152122"/>
                  </a:cubicBezTo>
                  <a:cubicBezTo>
                    <a:pt x="117848" y="183869"/>
                    <a:pt x="117402" y="216254"/>
                    <a:pt x="111490" y="247848"/>
                  </a:cubicBezTo>
                  <a:cubicBezTo>
                    <a:pt x="106282" y="275538"/>
                    <a:pt x="97767" y="302503"/>
                    <a:pt x="86115" y="328144"/>
                  </a:cubicBezTo>
                  <a:cubicBezTo>
                    <a:pt x="82884" y="335669"/>
                    <a:pt x="82314" y="342051"/>
                    <a:pt x="77847" y="356719"/>
                  </a:cubicBezTo>
                  <a:cubicBezTo>
                    <a:pt x="73538" y="371788"/>
                    <a:pt x="65683" y="385608"/>
                    <a:pt x="54943" y="397010"/>
                  </a:cubicBezTo>
                  <a:cubicBezTo>
                    <a:pt x="45439" y="405963"/>
                    <a:pt x="40402" y="407678"/>
                    <a:pt x="37741" y="406535"/>
                  </a:cubicBezTo>
                  <a:cubicBezTo>
                    <a:pt x="35080" y="405392"/>
                    <a:pt x="34605" y="401677"/>
                    <a:pt x="38501" y="397010"/>
                  </a:cubicBezTo>
                  <a:cubicBezTo>
                    <a:pt x="45267" y="390181"/>
                    <a:pt x="50741" y="382180"/>
                    <a:pt x="54658" y="373388"/>
                  </a:cubicBezTo>
                  <a:cubicBezTo>
                    <a:pt x="54658" y="373388"/>
                    <a:pt x="46294" y="384532"/>
                    <a:pt x="40877" y="390247"/>
                  </a:cubicBezTo>
                  <a:cubicBezTo>
                    <a:pt x="36077" y="395448"/>
                    <a:pt x="30612" y="400001"/>
                    <a:pt x="24626" y="403773"/>
                  </a:cubicBezTo>
                  <a:cubicBezTo>
                    <a:pt x="18829" y="407202"/>
                    <a:pt x="9610" y="403106"/>
                    <a:pt x="13411" y="398343"/>
                  </a:cubicBezTo>
                  <a:cubicBezTo>
                    <a:pt x="17213" y="393581"/>
                    <a:pt x="21490" y="391009"/>
                    <a:pt x="29283" y="382246"/>
                  </a:cubicBezTo>
                  <a:cubicBezTo>
                    <a:pt x="33505" y="377636"/>
                    <a:pt x="37144" y="372512"/>
                    <a:pt x="40117" y="367006"/>
                  </a:cubicBezTo>
                  <a:cubicBezTo>
                    <a:pt x="34526" y="372540"/>
                    <a:pt x="28521" y="377636"/>
                    <a:pt x="22155" y="382246"/>
                  </a:cubicBezTo>
                  <a:cubicBezTo>
                    <a:pt x="17168" y="386199"/>
                    <a:pt x="11176" y="388675"/>
                    <a:pt x="4858" y="389390"/>
                  </a:cubicBezTo>
                  <a:cubicBezTo>
                    <a:pt x="1627" y="389390"/>
                    <a:pt x="-2935" y="385580"/>
                    <a:pt x="2577" y="380341"/>
                  </a:cubicBezTo>
                  <a:cubicBezTo>
                    <a:pt x="10475" y="374912"/>
                    <a:pt x="17659" y="368511"/>
                    <a:pt x="23961" y="361291"/>
                  </a:cubicBezTo>
                  <a:cubicBezTo>
                    <a:pt x="29853" y="353671"/>
                    <a:pt x="32989" y="347575"/>
                    <a:pt x="31088" y="347670"/>
                  </a:cubicBezTo>
                  <a:cubicBezTo>
                    <a:pt x="29188" y="347766"/>
                    <a:pt x="25956" y="352433"/>
                    <a:pt x="18353" y="355957"/>
                  </a:cubicBezTo>
                  <a:cubicBezTo>
                    <a:pt x="10750" y="359481"/>
                    <a:pt x="2007" y="358338"/>
                    <a:pt x="486" y="354052"/>
                  </a:cubicBezTo>
                  <a:cubicBezTo>
                    <a:pt x="-1034" y="349766"/>
                    <a:pt x="1342" y="351576"/>
                    <a:pt x="8279" y="34700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27"/>
            <p:cNvSpPr/>
            <p:nvPr/>
          </p:nvSpPr>
          <p:spPr>
            <a:xfrm>
              <a:off x="3022743" y="2701064"/>
              <a:ext cx="69955" cy="89236"/>
            </a:xfrm>
            <a:custGeom>
              <a:avLst/>
              <a:gdLst/>
              <a:ahLst/>
              <a:cxnLst/>
              <a:rect l="l" t="t" r="r" b="b"/>
              <a:pathLst>
                <a:path w="69955" h="89236" extrusionOk="0">
                  <a:moveTo>
                    <a:pt x="69956" y="69535"/>
                  </a:moveTo>
                  <a:cubicBezTo>
                    <a:pt x="69956" y="69535"/>
                    <a:pt x="43060" y="93443"/>
                    <a:pt x="12933" y="88585"/>
                  </a:cubicBezTo>
                  <a:lnTo>
                    <a:pt x="1338" y="38484"/>
                  </a:lnTo>
                  <a:cubicBezTo>
                    <a:pt x="1338" y="38484"/>
                    <a:pt x="-6550" y="12099"/>
                    <a:pt x="15974" y="2098"/>
                  </a:cubicBezTo>
                  <a:cubicBezTo>
                    <a:pt x="38498" y="-7903"/>
                    <a:pt x="60167" y="18386"/>
                    <a:pt x="69956" y="69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27"/>
            <p:cNvSpPr/>
            <p:nvPr/>
          </p:nvSpPr>
          <p:spPr>
            <a:xfrm>
              <a:off x="2885136" y="2682643"/>
              <a:ext cx="59968" cy="63096"/>
            </a:xfrm>
            <a:custGeom>
              <a:avLst/>
              <a:gdLst/>
              <a:ahLst/>
              <a:cxnLst/>
              <a:rect l="l" t="t" r="r" b="b"/>
              <a:pathLst>
                <a:path w="59968" h="63096" extrusionOk="0">
                  <a:moveTo>
                    <a:pt x="59969" y="422"/>
                  </a:moveTo>
                  <a:cubicBezTo>
                    <a:pt x="59969" y="422"/>
                    <a:pt x="30887" y="-8532"/>
                    <a:pt x="0" y="56048"/>
                  </a:cubicBezTo>
                  <a:lnTo>
                    <a:pt x="11500" y="63096"/>
                  </a:lnTo>
                  <a:cubicBezTo>
                    <a:pt x="25902" y="40903"/>
                    <a:pt x="42113" y="19939"/>
                    <a:pt x="59969" y="42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27"/>
            <p:cNvSpPr/>
            <p:nvPr/>
          </p:nvSpPr>
          <p:spPr>
            <a:xfrm>
              <a:off x="4136405" y="305709"/>
              <a:ext cx="1608303" cy="2009690"/>
            </a:xfrm>
            <a:custGeom>
              <a:avLst/>
              <a:gdLst/>
              <a:ahLst/>
              <a:cxnLst/>
              <a:rect l="l" t="t" r="r" b="b"/>
              <a:pathLst>
                <a:path w="1608303" h="2009690" extrusionOk="0">
                  <a:moveTo>
                    <a:pt x="1566509" y="879931"/>
                  </a:moveTo>
                  <a:lnTo>
                    <a:pt x="54267" y="4869"/>
                  </a:lnTo>
                  <a:cubicBezTo>
                    <a:pt x="46749" y="-388"/>
                    <a:pt x="37093" y="-1464"/>
                    <a:pt x="28606" y="2011"/>
                  </a:cubicBezTo>
                  <a:lnTo>
                    <a:pt x="28606" y="2011"/>
                  </a:lnTo>
                  <a:cubicBezTo>
                    <a:pt x="27970" y="2304"/>
                    <a:pt x="27371" y="2654"/>
                    <a:pt x="26801" y="3059"/>
                  </a:cubicBezTo>
                  <a:lnTo>
                    <a:pt x="0" y="18966"/>
                  </a:lnTo>
                  <a:lnTo>
                    <a:pt x="12925" y="42302"/>
                  </a:lnTo>
                  <a:lnTo>
                    <a:pt x="12925" y="1035093"/>
                  </a:lnTo>
                  <a:cubicBezTo>
                    <a:pt x="12925" y="1065573"/>
                    <a:pt x="31458" y="1101006"/>
                    <a:pt x="54267" y="1114150"/>
                  </a:cubicBezTo>
                  <a:lnTo>
                    <a:pt x="1557195" y="1983783"/>
                  </a:lnTo>
                  <a:lnTo>
                    <a:pt x="1561282" y="2009691"/>
                  </a:lnTo>
                  <a:lnTo>
                    <a:pt x="1591884" y="1992070"/>
                  </a:lnTo>
                  <a:cubicBezTo>
                    <a:pt x="1593367" y="1991412"/>
                    <a:pt x="1594773" y="1990574"/>
                    <a:pt x="1596066" y="1989593"/>
                  </a:cubicBezTo>
                  <a:lnTo>
                    <a:pt x="1596066" y="1989593"/>
                  </a:lnTo>
                  <a:cubicBezTo>
                    <a:pt x="1604800" y="1981363"/>
                    <a:pt x="1609248" y="1969552"/>
                    <a:pt x="1608136" y="1957589"/>
                  </a:cubicBezTo>
                  <a:lnTo>
                    <a:pt x="1608136" y="958988"/>
                  </a:lnTo>
                  <a:cubicBezTo>
                    <a:pt x="1607851" y="928508"/>
                    <a:pt x="1589793" y="893075"/>
                    <a:pt x="1566509" y="879931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27"/>
            <p:cNvSpPr/>
            <p:nvPr/>
          </p:nvSpPr>
          <p:spPr>
            <a:xfrm>
              <a:off x="4119583" y="322825"/>
              <a:ext cx="1594925" cy="1994313"/>
            </a:xfrm>
            <a:custGeom>
              <a:avLst/>
              <a:gdLst/>
              <a:ahLst/>
              <a:cxnLst/>
              <a:rect l="l" t="t" r="r" b="b"/>
              <a:pathLst>
                <a:path w="1594925" h="1994313" extrusionOk="0">
                  <a:moveTo>
                    <a:pt x="1553584" y="1989336"/>
                  </a:moveTo>
                  <a:lnTo>
                    <a:pt x="41342" y="1114274"/>
                  </a:lnTo>
                  <a:cubicBezTo>
                    <a:pt x="18532" y="1101035"/>
                    <a:pt x="0" y="1065697"/>
                    <a:pt x="0" y="1035122"/>
                  </a:cubicBezTo>
                  <a:lnTo>
                    <a:pt x="0" y="36235"/>
                  </a:lnTo>
                  <a:cubicBezTo>
                    <a:pt x="0" y="5755"/>
                    <a:pt x="19008" y="-8247"/>
                    <a:pt x="41342" y="4993"/>
                  </a:cubicBezTo>
                  <a:lnTo>
                    <a:pt x="1553584" y="880055"/>
                  </a:lnTo>
                  <a:cubicBezTo>
                    <a:pt x="1576393" y="893199"/>
                    <a:pt x="1594925" y="928632"/>
                    <a:pt x="1594925" y="959112"/>
                  </a:cubicBezTo>
                  <a:lnTo>
                    <a:pt x="1594925" y="1957999"/>
                  </a:lnTo>
                  <a:cubicBezTo>
                    <a:pt x="1594925" y="1988479"/>
                    <a:pt x="1576393" y="2002576"/>
                    <a:pt x="1553584" y="1989336"/>
                  </a:cubicBezTo>
                  <a:close/>
                </a:path>
              </a:pathLst>
            </a:custGeom>
            <a:solidFill>
              <a:srgbClr val="F8F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27"/>
            <p:cNvSpPr/>
            <p:nvPr/>
          </p:nvSpPr>
          <p:spPr>
            <a:xfrm>
              <a:off x="4241517" y="588041"/>
              <a:ext cx="58543" cy="817911"/>
            </a:xfrm>
            <a:custGeom>
              <a:avLst/>
              <a:gdLst/>
              <a:ahLst/>
              <a:cxnLst/>
              <a:rect l="l" t="t" r="r" b="b"/>
              <a:pathLst>
                <a:path w="58543" h="817911" extrusionOk="0">
                  <a:moveTo>
                    <a:pt x="57878" y="817912"/>
                  </a:moveTo>
                  <a:lnTo>
                    <a:pt x="0" y="783431"/>
                  </a:lnTo>
                  <a:lnTo>
                    <a:pt x="760" y="0"/>
                  </a:lnTo>
                  <a:lnTo>
                    <a:pt x="58543" y="34481"/>
                  </a:lnTo>
                  <a:lnTo>
                    <a:pt x="57878" y="81791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27"/>
            <p:cNvSpPr/>
            <p:nvPr/>
          </p:nvSpPr>
          <p:spPr>
            <a:xfrm>
              <a:off x="4241517" y="1216214"/>
              <a:ext cx="58448" cy="189833"/>
            </a:xfrm>
            <a:custGeom>
              <a:avLst/>
              <a:gdLst/>
              <a:ahLst/>
              <a:cxnLst/>
              <a:rect l="l" t="t" r="r" b="b"/>
              <a:pathLst>
                <a:path w="58448" h="189833" extrusionOk="0">
                  <a:moveTo>
                    <a:pt x="57878" y="189833"/>
                  </a:moveTo>
                  <a:lnTo>
                    <a:pt x="0" y="156115"/>
                  </a:lnTo>
                  <a:lnTo>
                    <a:pt x="570" y="0"/>
                  </a:lnTo>
                  <a:lnTo>
                    <a:pt x="58448" y="33814"/>
                  </a:lnTo>
                  <a:lnTo>
                    <a:pt x="57878" y="189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27"/>
            <p:cNvSpPr/>
            <p:nvPr/>
          </p:nvSpPr>
          <p:spPr>
            <a:xfrm>
              <a:off x="4424940" y="694149"/>
              <a:ext cx="58353" cy="818006"/>
            </a:xfrm>
            <a:custGeom>
              <a:avLst/>
              <a:gdLst/>
              <a:ahLst/>
              <a:cxnLst/>
              <a:rect l="l" t="t" r="r" b="b"/>
              <a:pathLst>
                <a:path w="58353" h="818006" extrusionOk="0">
                  <a:moveTo>
                    <a:pt x="57878" y="818007"/>
                  </a:moveTo>
                  <a:lnTo>
                    <a:pt x="0" y="783336"/>
                  </a:lnTo>
                  <a:lnTo>
                    <a:pt x="570" y="0"/>
                  </a:lnTo>
                  <a:lnTo>
                    <a:pt x="58353" y="34766"/>
                  </a:lnTo>
                  <a:lnTo>
                    <a:pt x="57878" y="81800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27"/>
            <p:cNvSpPr/>
            <p:nvPr/>
          </p:nvSpPr>
          <p:spPr>
            <a:xfrm>
              <a:off x="4424940" y="1350993"/>
              <a:ext cx="58353" cy="161258"/>
            </a:xfrm>
            <a:custGeom>
              <a:avLst/>
              <a:gdLst/>
              <a:ahLst/>
              <a:cxnLst/>
              <a:rect l="l" t="t" r="r" b="b"/>
              <a:pathLst>
                <a:path w="58353" h="161258" extrusionOk="0">
                  <a:moveTo>
                    <a:pt x="57878" y="161258"/>
                  </a:moveTo>
                  <a:lnTo>
                    <a:pt x="0" y="127444"/>
                  </a:lnTo>
                  <a:lnTo>
                    <a:pt x="475" y="0"/>
                  </a:lnTo>
                  <a:lnTo>
                    <a:pt x="58353" y="33719"/>
                  </a:lnTo>
                  <a:lnTo>
                    <a:pt x="57878" y="161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27"/>
            <p:cNvSpPr/>
            <p:nvPr/>
          </p:nvSpPr>
          <p:spPr>
            <a:xfrm>
              <a:off x="4608458" y="801877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27"/>
            <p:cNvSpPr/>
            <p:nvPr/>
          </p:nvSpPr>
          <p:spPr>
            <a:xfrm>
              <a:off x="4608458" y="1266316"/>
              <a:ext cx="59113" cy="352044"/>
            </a:xfrm>
            <a:custGeom>
              <a:avLst/>
              <a:gdLst/>
              <a:ahLst/>
              <a:cxnLst/>
              <a:rect l="l" t="t" r="r" b="b"/>
              <a:pathLst>
                <a:path w="59113" h="352044" extrusionOk="0">
                  <a:moveTo>
                    <a:pt x="57878" y="352044"/>
                  </a:moveTo>
                  <a:lnTo>
                    <a:pt x="0" y="318325"/>
                  </a:lnTo>
                  <a:lnTo>
                    <a:pt x="1235" y="0"/>
                  </a:lnTo>
                  <a:lnTo>
                    <a:pt x="59113" y="33814"/>
                  </a:lnTo>
                  <a:lnTo>
                    <a:pt x="57878" y="3520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27"/>
            <p:cNvSpPr/>
            <p:nvPr/>
          </p:nvSpPr>
          <p:spPr>
            <a:xfrm>
              <a:off x="4793306" y="908938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27"/>
            <p:cNvSpPr/>
            <p:nvPr/>
          </p:nvSpPr>
          <p:spPr>
            <a:xfrm>
              <a:off x="4793306" y="1421097"/>
              <a:ext cx="58923" cy="304228"/>
            </a:xfrm>
            <a:custGeom>
              <a:avLst/>
              <a:gdLst/>
              <a:ahLst/>
              <a:cxnLst/>
              <a:rect l="l" t="t" r="r" b="b"/>
              <a:pathLst>
                <a:path w="58923" h="304228" extrusionOk="0">
                  <a:moveTo>
                    <a:pt x="57783" y="304229"/>
                  </a:moveTo>
                  <a:lnTo>
                    <a:pt x="0" y="270510"/>
                  </a:lnTo>
                  <a:lnTo>
                    <a:pt x="1046" y="0"/>
                  </a:lnTo>
                  <a:lnTo>
                    <a:pt x="58924" y="33719"/>
                  </a:lnTo>
                  <a:lnTo>
                    <a:pt x="57783" y="3042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27"/>
            <p:cNvSpPr/>
            <p:nvPr/>
          </p:nvSpPr>
          <p:spPr>
            <a:xfrm>
              <a:off x="4978440" y="1016189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27"/>
            <p:cNvSpPr/>
            <p:nvPr/>
          </p:nvSpPr>
          <p:spPr>
            <a:xfrm>
              <a:off x="4978440" y="1384997"/>
              <a:ext cx="59493" cy="447484"/>
            </a:xfrm>
            <a:custGeom>
              <a:avLst/>
              <a:gdLst/>
              <a:ahLst/>
              <a:cxnLst/>
              <a:rect l="l" t="t" r="r" b="b"/>
              <a:pathLst>
                <a:path w="59493" h="447484" extrusionOk="0">
                  <a:moveTo>
                    <a:pt x="57878" y="447485"/>
                  </a:moveTo>
                  <a:lnTo>
                    <a:pt x="0" y="413671"/>
                  </a:lnTo>
                  <a:lnTo>
                    <a:pt x="1615" y="0"/>
                  </a:lnTo>
                  <a:lnTo>
                    <a:pt x="59494" y="33719"/>
                  </a:lnTo>
                  <a:lnTo>
                    <a:pt x="57878" y="447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27"/>
            <p:cNvSpPr/>
            <p:nvPr/>
          </p:nvSpPr>
          <p:spPr>
            <a:xfrm>
              <a:off x="5164524" y="1123917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27"/>
            <p:cNvSpPr/>
            <p:nvPr/>
          </p:nvSpPr>
          <p:spPr>
            <a:xfrm>
              <a:off x="5164524" y="1368614"/>
              <a:ext cx="59968" cy="571500"/>
            </a:xfrm>
            <a:custGeom>
              <a:avLst/>
              <a:gdLst/>
              <a:ahLst/>
              <a:cxnLst/>
              <a:rect l="l" t="t" r="r" b="b"/>
              <a:pathLst>
                <a:path w="59968" h="571500" extrusionOk="0">
                  <a:moveTo>
                    <a:pt x="57783" y="571500"/>
                  </a:moveTo>
                  <a:lnTo>
                    <a:pt x="0" y="537782"/>
                  </a:lnTo>
                  <a:lnTo>
                    <a:pt x="2091" y="0"/>
                  </a:lnTo>
                  <a:lnTo>
                    <a:pt x="59969" y="33814"/>
                  </a:lnTo>
                  <a:lnTo>
                    <a:pt x="57783" y="57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27"/>
            <p:cNvSpPr/>
            <p:nvPr/>
          </p:nvSpPr>
          <p:spPr>
            <a:xfrm>
              <a:off x="5351084" y="1231931"/>
              <a:ext cx="61014" cy="816578"/>
            </a:xfrm>
            <a:custGeom>
              <a:avLst/>
              <a:gdLst/>
              <a:ahLst/>
              <a:cxnLst/>
              <a:rect l="l" t="t" r="r" b="b"/>
              <a:pathLst>
                <a:path w="61014" h="816578" extrusionOk="0">
                  <a:moveTo>
                    <a:pt x="57878" y="816578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27"/>
            <p:cNvSpPr/>
            <p:nvPr/>
          </p:nvSpPr>
          <p:spPr>
            <a:xfrm>
              <a:off x="5351179" y="1342992"/>
              <a:ext cx="60443" cy="705135"/>
            </a:xfrm>
            <a:custGeom>
              <a:avLst/>
              <a:gdLst/>
              <a:ahLst/>
              <a:cxnLst/>
              <a:rect l="l" t="t" r="r" b="b"/>
              <a:pathLst>
                <a:path w="60443" h="705135" extrusionOk="0">
                  <a:moveTo>
                    <a:pt x="57783" y="705136"/>
                  </a:moveTo>
                  <a:lnTo>
                    <a:pt x="0" y="671417"/>
                  </a:lnTo>
                  <a:lnTo>
                    <a:pt x="2661" y="0"/>
                  </a:lnTo>
                  <a:lnTo>
                    <a:pt x="60444" y="33814"/>
                  </a:lnTo>
                  <a:lnTo>
                    <a:pt x="57783" y="705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27"/>
            <p:cNvSpPr/>
            <p:nvPr/>
          </p:nvSpPr>
          <p:spPr>
            <a:xfrm>
              <a:off x="5538879" y="1340706"/>
              <a:ext cx="61014" cy="816483"/>
            </a:xfrm>
            <a:custGeom>
              <a:avLst/>
              <a:gdLst/>
              <a:ahLst/>
              <a:cxnLst/>
              <a:rect l="l" t="t" r="r" b="b"/>
              <a:pathLst>
                <a:path w="61014" h="816483" extrusionOk="0">
                  <a:moveTo>
                    <a:pt x="57878" y="816483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27"/>
            <p:cNvSpPr/>
            <p:nvPr/>
          </p:nvSpPr>
          <p:spPr>
            <a:xfrm>
              <a:off x="5538879" y="1442147"/>
              <a:ext cx="60634" cy="714660"/>
            </a:xfrm>
            <a:custGeom>
              <a:avLst/>
              <a:gdLst/>
              <a:ahLst/>
              <a:cxnLst/>
              <a:rect l="l" t="t" r="r" b="b"/>
              <a:pathLst>
                <a:path w="60634" h="714660" extrusionOk="0">
                  <a:moveTo>
                    <a:pt x="57878" y="714661"/>
                  </a:moveTo>
                  <a:lnTo>
                    <a:pt x="0" y="680847"/>
                  </a:lnTo>
                  <a:lnTo>
                    <a:pt x="2756" y="0"/>
                  </a:lnTo>
                  <a:lnTo>
                    <a:pt x="60634" y="33814"/>
                  </a:lnTo>
                  <a:lnTo>
                    <a:pt x="57878" y="714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27"/>
            <p:cNvSpPr/>
            <p:nvPr/>
          </p:nvSpPr>
          <p:spPr>
            <a:xfrm>
              <a:off x="4516176" y="748442"/>
              <a:ext cx="61299" cy="816768"/>
            </a:xfrm>
            <a:custGeom>
              <a:avLst/>
              <a:gdLst/>
              <a:ahLst/>
              <a:cxnLst/>
              <a:rect l="l" t="t" r="r" b="b"/>
              <a:pathLst>
                <a:path w="61299" h="816768" extrusionOk="0">
                  <a:moveTo>
                    <a:pt x="58163" y="816769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300" y="34004"/>
                  </a:lnTo>
                  <a:lnTo>
                    <a:pt x="58163" y="816769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27"/>
            <p:cNvSpPr/>
            <p:nvPr/>
          </p:nvSpPr>
          <p:spPr>
            <a:xfrm>
              <a:off x="4516366" y="1270221"/>
              <a:ext cx="58923" cy="294893"/>
            </a:xfrm>
            <a:custGeom>
              <a:avLst/>
              <a:gdLst/>
              <a:ahLst/>
              <a:cxnLst/>
              <a:rect l="l" t="t" r="r" b="b"/>
              <a:pathLst>
                <a:path w="58923" h="294893" extrusionOk="0">
                  <a:moveTo>
                    <a:pt x="57783" y="294894"/>
                  </a:moveTo>
                  <a:lnTo>
                    <a:pt x="0" y="261080"/>
                  </a:lnTo>
                  <a:lnTo>
                    <a:pt x="1045" y="0"/>
                  </a:lnTo>
                  <a:lnTo>
                    <a:pt x="58923" y="33814"/>
                  </a:lnTo>
                  <a:lnTo>
                    <a:pt x="57783" y="2948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27"/>
            <p:cNvSpPr/>
            <p:nvPr/>
          </p:nvSpPr>
          <p:spPr>
            <a:xfrm>
              <a:off x="4700740" y="855312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27"/>
            <p:cNvSpPr/>
            <p:nvPr/>
          </p:nvSpPr>
          <p:spPr>
            <a:xfrm>
              <a:off x="4700740" y="1272031"/>
              <a:ext cx="59303" cy="399764"/>
            </a:xfrm>
            <a:custGeom>
              <a:avLst/>
              <a:gdLst/>
              <a:ahLst/>
              <a:cxnLst/>
              <a:rect l="l" t="t" r="r" b="b"/>
              <a:pathLst>
                <a:path w="59303" h="399764" extrusionOk="0">
                  <a:moveTo>
                    <a:pt x="57783" y="399764"/>
                  </a:moveTo>
                  <a:lnTo>
                    <a:pt x="0" y="365951"/>
                  </a:lnTo>
                  <a:lnTo>
                    <a:pt x="1426" y="0"/>
                  </a:lnTo>
                  <a:lnTo>
                    <a:pt x="59304" y="33814"/>
                  </a:lnTo>
                  <a:lnTo>
                    <a:pt x="57783" y="3997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27"/>
            <p:cNvSpPr/>
            <p:nvPr/>
          </p:nvSpPr>
          <p:spPr>
            <a:xfrm>
              <a:off x="4885398" y="962278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27"/>
            <p:cNvSpPr/>
            <p:nvPr/>
          </p:nvSpPr>
          <p:spPr>
            <a:xfrm>
              <a:off x="4885398" y="1264506"/>
              <a:ext cx="59778" cy="514159"/>
            </a:xfrm>
            <a:custGeom>
              <a:avLst/>
              <a:gdLst/>
              <a:ahLst/>
              <a:cxnLst/>
              <a:rect l="l" t="t" r="r" b="b"/>
              <a:pathLst>
                <a:path w="59778" h="514159" extrusionOk="0">
                  <a:moveTo>
                    <a:pt x="57783" y="514159"/>
                  </a:moveTo>
                  <a:lnTo>
                    <a:pt x="0" y="480346"/>
                  </a:lnTo>
                  <a:lnTo>
                    <a:pt x="1901" y="0"/>
                  </a:lnTo>
                  <a:lnTo>
                    <a:pt x="59779" y="33719"/>
                  </a:lnTo>
                  <a:lnTo>
                    <a:pt x="57783" y="5141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5071197" y="1069910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878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27"/>
            <p:cNvSpPr/>
            <p:nvPr/>
          </p:nvSpPr>
          <p:spPr>
            <a:xfrm>
              <a:off x="5071197" y="1371948"/>
              <a:ext cx="59778" cy="514254"/>
            </a:xfrm>
            <a:custGeom>
              <a:avLst/>
              <a:gdLst/>
              <a:ahLst/>
              <a:cxnLst/>
              <a:rect l="l" t="t" r="r" b="b"/>
              <a:pathLst>
                <a:path w="59778" h="514254" extrusionOk="0">
                  <a:moveTo>
                    <a:pt x="57878" y="514255"/>
                  </a:moveTo>
                  <a:lnTo>
                    <a:pt x="0" y="480441"/>
                  </a:lnTo>
                  <a:lnTo>
                    <a:pt x="1901" y="0"/>
                  </a:lnTo>
                  <a:lnTo>
                    <a:pt x="59779" y="33814"/>
                  </a:lnTo>
                  <a:lnTo>
                    <a:pt x="57878" y="5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27"/>
            <p:cNvSpPr/>
            <p:nvPr/>
          </p:nvSpPr>
          <p:spPr>
            <a:xfrm>
              <a:off x="5257662" y="1177829"/>
              <a:ext cx="60919" cy="816482"/>
            </a:xfrm>
            <a:custGeom>
              <a:avLst/>
              <a:gdLst/>
              <a:ahLst/>
              <a:cxnLst/>
              <a:rect l="l" t="t" r="r" b="b"/>
              <a:pathLst>
                <a:path w="60919" h="816482" extrusionOk="0">
                  <a:moveTo>
                    <a:pt x="57783" y="816483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5257662" y="1365376"/>
              <a:ext cx="60253" cy="628649"/>
            </a:xfrm>
            <a:custGeom>
              <a:avLst/>
              <a:gdLst/>
              <a:ahLst/>
              <a:cxnLst/>
              <a:rect l="l" t="t" r="r" b="b"/>
              <a:pathLst>
                <a:path w="60253" h="628649" extrusionOk="0">
                  <a:moveTo>
                    <a:pt x="57878" y="628650"/>
                  </a:moveTo>
                  <a:lnTo>
                    <a:pt x="0" y="594932"/>
                  </a:lnTo>
                  <a:lnTo>
                    <a:pt x="2376" y="0"/>
                  </a:lnTo>
                  <a:lnTo>
                    <a:pt x="60254" y="33719"/>
                  </a:lnTo>
                  <a:lnTo>
                    <a:pt x="57878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27"/>
            <p:cNvSpPr/>
            <p:nvPr/>
          </p:nvSpPr>
          <p:spPr>
            <a:xfrm>
              <a:off x="5444886" y="1286223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27"/>
            <p:cNvSpPr/>
            <p:nvPr/>
          </p:nvSpPr>
          <p:spPr>
            <a:xfrm>
              <a:off x="5444886" y="1359185"/>
              <a:ext cx="60729" cy="743235"/>
            </a:xfrm>
            <a:custGeom>
              <a:avLst/>
              <a:gdLst/>
              <a:ahLst/>
              <a:cxnLst/>
              <a:rect l="l" t="t" r="r" b="b"/>
              <a:pathLst>
                <a:path w="60729" h="743235" extrusionOk="0">
                  <a:moveTo>
                    <a:pt x="57878" y="743236"/>
                  </a:moveTo>
                  <a:lnTo>
                    <a:pt x="0" y="709422"/>
                  </a:lnTo>
                  <a:lnTo>
                    <a:pt x="2851" y="0"/>
                  </a:lnTo>
                  <a:lnTo>
                    <a:pt x="60729" y="33814"/>
                  </a:lnTo>
                  <a:lnTo>
                    <a:pt x="57878" y="743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4333133" y="641190"/>
              <a:ext cx="58828" cy="817816"/>
            </a:xfrm>
            <a:custGeom>
              <a:avLst/>
              <a:gdLst/>
              <a:ahLst/>
              <a:cxnLst/>
              <a:rect l="l" t="t" r="r" b="b"/>
              <a:pathLst>
                <a:path w="58828" h="817816" extrusionOk="0">
                  <a:moveTo>
                    <a:pt x="57878" y="817817"/>
                  </a:moveTo>
                  <a:lnTo>
                    <a:pt x="0" y="783527"/>
                  </a:lnTo>
                  <a:lnTo>
                    <a:pt x="950" y="0"/>
                  </a:lnTo>
                  <a:lnTo>
                    <a:pt x="58828" y="34385"/>
                  </a:lnTo>
                  <a:lnTo>
                    <a:pt x="57878" y="81781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4333133" y="1231074"/>
              <a:ext cx="58638" cy="228028"/>
            </a:xfrm>
            <a:custGeom>
              <a:avLst/>
              <a:gdLst/>
              <a:ahLst/>
              <a:cxnLst/>
              <a:rect l="l" t="t" r="r" b="b"/>
              <a:pathLst>
                <a:path w="58638" h="228028" extrusionOk="0">
                  <a:moveTo>
                    <a:pt x="57783" y="228028"/>
                  </a:moveTo>
                  <a:lnTo>
                    <a:pt x="0" y="194215"/>
                  </a:lnTo>
                  <a:lnTo>
                    <a:pt x="760" y="0"/>
                  </a:lnTo>
                  <a:lnTo>
                    <a:pt x="58638" y="33718"/>
                  </a:lnTo>
                  <a:lnTo>
                    <a:pt x="57783" y="2280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27"/>
            <p:cNvSpPr/>
            <p:nvPr/>
          </p:nvSpPr>
          <p:spPr>
            <a:xfrm rot="-1801764">
              <a:off x="4182051" y="402648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27"/>
            <p:cNvSpPr/>
            <p:nvPr/>
          </p:nvSpPr>
          <p:spPr>
            <a:xfrm rot="-1801764">
              <a:off x="4256393" y="445744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7"/>
            <p:cNvSpPr/>
            <p:nvPr/>
          </p:nvSpPr>
          <p:spPr>
            <a:xfrm rot="-1801764">
              <a:off x="4330817" y="488696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4106792" y="1565782"/>
              <a:ext cx="86160" cy="187928"/>
            </a:xfrm>
            <a:custGeom>
              <a:avLst/>
              <a:gdLst/>
              <a:ahLst/>
              <a:cxnLst/>
              <a:rect l="l" t="t" r="r" b="b"/>
              <a:pathLst>
                <a:path w="86160" h="187928" extrusionOk="0">
                  <a:moveTo>
                    <a:pt x="18969" y="0"/>
                  </a:moveTo>
                  <a:cubicBezTo>
                    <a:pt x="16973" y="17526"/>
                    <a:pt x="-3840" y="92964"/>
                    <a:pt x="627" y="118777"/>
                  </a:cubicBezTo>
                  <a:cubicBezTo>
                    <a:pt x="5093" y="144589"/>
                    <a:pt x="76657" y="187928"/>
                    <a:pt x="76657" y="187928"/>
                  </a:cubicBezTo>
                  <a:lnTo>
                    <a:pt x="86161" y="143637"/>
                  </a:lnTo>
                  <a:lnTo>
                    <a:pt x="46815" y="104966"/>
                  </a:lnTo>
                  <a:lnTo>
                    <a:pt x="57459" y="31718"/>
                  </a:ln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4118918" y="1488575"/>
              <a:ext cx="61869" cy="119039"/>
            </a:xfrm>
            <a:custGeom>
              <a:avLst/>
              <a:gdLst/>
              <a:ahLst/>
              <a:cxnLst/>
              <a:rect l="l" t="t" r="r" b="b"/>
              <a:pathLst>
                <a:path w="61869" h="119039" extrusionOk="0">
                  <a:moveTo>
                    <a:pt x="61870" y="2912"/>
                  </a:moveTo>
                  <a:cubicBezTo>
                    <a:pt x="47538" y="-3775"/>
                    <a:pt x="30479" y="1397"/>
                    <a:pt x="22239" y="14913"/>
                  </a:cubicBezTo>
                  <a:cubicBezTo>
                    <a:pt x="11785" y="32249"/>
                    <a:pt x="950" y="91780"/>
                    <a:pt x="0" y="101972"/>
                  </a:cubicBezTo>
                  <a:cubicBezTo>
                    <a:pt x="8496" y="113573"/>
                    <a:pt x="22362" y="119984"/>
                    <a:pt x="36685" y="11892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4255221" y="2314593"/>
              <a:ext cx="133508" cy="75339"/>
            </a:xfrm>
            <a:custGeom>
              <a:avLst/>
              <a:gdLst/>
              <a:ahLst/>
              <a:cxnLst/>
              <a:rect l="l" t="t" r="r" b="b"/>
              <a:pathLst>
                <a:path w="133508" h="75339" extrusionOk="0">
                  <a:moveTo>
                    <a:pt x="6824" y="18142"/>
                  </a:moveTo>
                  <a:cubicBezTo>
                    <a:pt x="22296" y="22429"/>
                    <a:pt x="38833" y="20409"/>
                    <a:pt x="52822" y="12522"/>
                  </a:cubicBezTo>
                  <a:cubicBezTo>
                    <a:pt x="63942" y="12522"/>
                    <a:pt x="124101" y="-12909"/>
                    <a:pt x="132274" y="8712"/>
                  </a:cubicBezTo>
                  <a:cubicBezTo>
                    <a:pt x="139497" y="27762"/>
                    <a:pt x="113266" y="45288"/>
                    <a:pt x="99486" y="48717"/>
                  </a:cubicBezTo>
                  <a:cubicBezTo>
                    <a:pt x="69074" y="56052"/>
                    <a:pt x="46550" y="71292"/>
                    <a:pt x="34385" y="73863"/>
                  </a:cubicBezTo>
                  <a:cubicBezTo>
                    <a:pt x="24881" y="75768"/>
                    <a:pt x="13477" y="77007"/>
                    <a:pt x="5874" y="69863"/>
                  </a:cubicBezTo>
                  <a:cubicBezTo>
                    <a:pt x="-2110" y="61291"/>
                    <a:pt x="-2110" y="29382"/>
                    <a:pt x="6824" y="1814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4257103" y="2327115"/>
              <a:ext cx="131644" cy="62816"/>
            </a:xfrm>
            <a:custGeom>
              <a:avLst/>
              <a:gdLst/>
              <a:ahLst/>
              <a:cxnLst/>
              <a:rect l="l" t="t" r="r" b="b"/>
              <a:pathLst>
                <a:path w="131644" h="62816" extrusionOk="0">
                  <a:moveTo>
                    <a:pt x="32503" y="56102"/>
                  </a:moveTo>
                  <a:cubicBezTo>
                    <a:pt x="44668" y="53531"/>
                    <a:pt x="67192" y="38291"/>
                    <a:pt x="97604" y="30956"/>
                  </a:cubicBezTo>
                  <a:cubicBezTo>
                    <a:pt x="109294" y="28099"/>
                    <a:pt x="129347" y="15240"/>
                    <a:pt x="131437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93"/>
                    <a:pt x="713" y="52807"/>
                    <a:pt x="0" y="50102"/>
                  </a:cubicBezTo>
                  <a:cubicBezTo>
                    <a:pt x="9266" y="57169"/>
                    <a:pt x="21336" y="59398"/>
                    <a:pt x="32503" y="56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4157606" y="2270641"/>
              <a:ext cx="133494" cy="75381"/>
            </a:xfrm>
            <a:custGeom>
              <a:avLst/>
              <a:gdLst/>
              <a:ahLst/>
              <a:cxnLst/>
              <a:rect l="l" t="t" r="r" b="b"/>
              <a:pathLst>
                <a:path w="133494" h="75381" extrusionOk="0">
                  <a:moveTo>
                    <a:pt x="6835" y="18184"/>
                  </a:moveTo>
                  <a:cubicBezTo>
                    <a:pt x="22307" y="22413"/>
                    <a:pt x="38825" y="20394"/>
                    <a:pt x="52833" y="12564"/>
                  </a:cubicBezTo>
                  <a:cubicBezTo>
                    <a:pt x="63953" y="12564"/>
                    <a:pt x="124112" y="-12963"/>
                    <a:pt x="132285" y="8754"/>
                  </a:cubicBezTo>
                  <a:cubicBezTo>
                    <a:pt x="139413" y="27804"/>
                    <a:pt x="113277" y="45330"/>
                    <a:pt x="99497" y="48759"/>
                  </a:cubicBezTo>
                  <a:cubicBezTo>
                    <a:pt x="69085" y="56094"/>
                    <a:pt x="46561" y="71334"/>
                    <a:pt x="34396" y="73905"/>
                  </a:cubicBezTo>
                  <a:cubicBezTo>
                    <a:pt x="24892" y="75810"/>
                    <a:pt x="13488" y="77049"/>
                    <a:pt x="5885" y="69905"/>
                  </a:cubicBezTo>
                  <a:cubicBezTo>
                    <a:pt x="-2479" y="61332"/>
                    <a:pt x="-1718" y="29519"/>
                    <a:pt x="6835" y="1818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4159499" y="2283205"/>
              <a:ext cx="131564" cy="62816"/>
            </a:xfrm>
            <a:custGeom>
              <a:avLst/>
              <a:gdLst/>
              <a:ahLst/>
              <a:cxnLst/>
              <a:rect l="l" t="t" r="r" b="b"/>
              <a:pathLst>
                <a:path w="131564" h="62816" extrusionOk="0">
                  <a:moveTo>
                    <a:pt x="32503" y="56007"/>
                  </a:moveTo>
                  <a:cubicBezTo>
                    <a:pt x="44668" y="53435"/>
                    <a:pt x="67192" y="38291"/>
                    <a:pt x="97604" y="30861"/>
                  </a:cubicBezTo>
                  <a:cubicBezTo>
                    <a:pt x="109199" y="28099"/>
                    <a:pt x="129347" y="15240"/>
                    <a:pt x="131342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55"/>
                    <a:pt x="713" y="52740"/>
                    <a:pt x="0" y="50006"/>
                  </a:cubicBezTo>
                  <a:cubicBezTo>
                    <a:pt x="9228" y="57160"/>
                    <a:pt x="21336" y="59398"/>
                    <a:pt x="32503" y="56007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4157684" y="1783524"/>
              <a:ext cx="195217" cy="552238"/>
            </a:xfrm>
            <a:custGeom>
              <a:avLst/>
              <a:gdLst/>
              <a:ahLst/>
              <a:cxnLst/>
              <a:rect l="l" t="t" r="r" b="b"/>
              <a:pathLst>
                <a:path w="195217" h="552238" extrusionOk="0">
                  <a:moveTo>
                    <a:pt x="5522" y="341376"/>
                  </a:moveTo>
                  <a:cubicBezTo>
                    <a:pt x="8135" y="318964"/>
                    <a:pt x="12783" y="296837"/>
                    <a:pt x="19397" y="275272"/>
                  </a:cubicBezTo>
                  <a:cubicBezTo>
                    <a:pt x="19397" y="275272"/>
                    <a:pt x="15311" y="218122"/>
                    <a:pt x="13220" y="164211"/>
                  </a:cubicBezTo>
                  <a:cubicBezTo>
                    <a:pt x="10844" y="102870"/>
                    <a:pt x="-10350" y="48863"/>
                    <a:pt x="6377" y="0"/>
                  </a:cubicBezTo>
                  <a:lnTo>
                    <a:pt x="195217" y="42005"/>
                  </a:lnTo>
                  <a:cubicBezTo>
                    <a:pt x="195217" y="42005"/>
                    <a:pt x="183813" y="286607"/>
                    <a:pt x="181247" y="316230"/>
                  </a:cubicBezTo>
                  <a:cubicBezTo>
                    <a:pt x="179869" y="339280"/>
                    <a:pt x="177046" y="362217"/>
                    <a:pt x="172789" y="384905"/>
                  </a:cubicBezTo>
                  <a:cubicBezTo>
                    <a:pt x="164140" y="432530"/>
                    <a:pt x="150169" y="545306"/>
                    <a:pt x="150169" y="545306"/>
                  </a:cubicBezTo>
                  <a:cubicBezTo>
                    <a:pt x="135800" y="552212"/>
                    <a:pt x="119510" y="554022"/>
                    <a:pt x="103981" y="550450"/>
                  </a:cubicBezTo>
                  <a:cubicBezTo>
                    <a:pt x="103981" y="550450"/>
                    <a:pt x="105407" y="407575"/>
                    <a:pt x="106737" y="373475"/>
                  </a:cubicBezTo>
                  <a:cubicBezTo>
                    <a:pt x="108258" y="331660"/>
                    <a:pt x="109588" y="334899"/>
                    <a:pt x="109588" y="334899"/>
                  </a:cubicBezTo>
                  <a:lnTo>
                    <a:pt x="103316" y="230791"/>
                  </a:lnTo>
                  <a:lnTo>
                    <a:pt x="99229" y="179451"/>
                  </a:lnTo>
                  <a:cubicBezTo>
                    <a:pt x="99229" y="179451"/>
                    <a:pt x="94002" y="217551"/>
                    <a:pt x="90581" y="251365"/>
                  </a:cubicBezTo>
                  <a:cubicBezTo>
                    <a:pt x="87635" y="280988"/>
                    <a:pt x="80507" y="307753"/>
                    <a:pt x="72524" y="362807"/>
                  </a:cubicBezTo>
                  <a:cubicBezTo>
                    <a:pt x="65681" y="410432"/>
                    <a:pt x="54466" y="506539"/>
                    <a:pt x="54466" y="506539"/>
                  </a:cubicBezTo>
                  <a:cubicBezTo>
                    <a:pt x="34508" y="518160"/>
                    <a:pt x="6947" y="508540"/>
                    <a:pt x="6947" y="508540"/>
                  </a:cubicBezTo>
                  <a:cubicBezTo>
                    <a:pt x="6947" y="508540"/>
                    <a:pt x="390" y="382810"/>
                    <a:pt x="5522" y="341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4182697" y="1330426"/>
              <a:ext cx="141754" cy="227198"/>
            </a:xfrm>
            <a:custGeom>
              <a:avLst/>
              <a:gdLst/>
              <a:ahLst/>
              <a:cxnLst/>
              <a:rect l="l" t="t" r="r" b="b"/>
              <a:pathLst>
                <a:path w="141754" h="227198" extrusionOk="0">
                  <a:moveTo>
                    <a:pt x="8069" y="162109"/>
                  </a:moveTo>
                  <a:cubicBezTo>
                    <a:pt x="22515" y="162776"/>
                    <a:pt x="33159" y="166490"/>
                    <a:pt x="34965" y="162109"/>
                  </a:cubicBezTo>
                  <a:cubicBezTo>
                    <a:pt x="36533" y="154689"/>
                    <a:pt x="37645" y="147183"/>
                    <a:pt x="38291" y="139630"/>
                  </a:cubicBezTo>
                  <a:cubicBezTo>
                    <a:pt x="36581" y="135439"/>
                    <a:pt x="35155" y="130962"/>
                    <a:pt x="35155" y="130962"/>
                  </a:cubicBezTo>
                  <a:cubicBezTo>
                    <a:pt x="17098" y="119818"/>
                    <a:pt x="11395" y="100196"/>
                    <a:pt x="9019" y="77432"/>
                  </a:cubicBezTo>
                  <a:cubicBezTo>
                    <a:pt x="5028" y="38474"/>
                    <a:pt x="25936" y="4375"/>
                    <a:pt x="64807" y="374"/>
                  </a:cubicBezTo>
                  <a:cubicBezTo>
                    <a:pt x="101396" y="-3436"/>
                    <a:pt x="128197" y="22282"/>
                    <a:pt x="135420" y="57524"/>
                  </a:cubicBezTo>
                  <a:cubicBezTo>
                    <a:pt x="139221" y="74955"/>
                    <a:pt x="146919" y="107912"/>
                    <a:pt x="136560" y="136582"/>
                  </a:cubicBezTo>
                  <a:cubicBezTo>
                    <a:pt x="130763" y="152584"/>
                    <a:pt x="123255" y="165157"/>
                    <a:pt x="115747" y="167824"/>
                  </a:cubicBezTo>
                  <a:cubicBezTo>
                    <a:pt x="108524" y="167652"/>
                    <a:pt x="101320" y="167014"/>
                    <a:pt x="94173" y="165919"/>
                  </a:cubicBezTo>
                  <a:lnTo>
                    <a:pt x="94173" y="165919"/>
                  </a:lnTo>
                  <a:cubicBezTo>
                    <a:pt x="94173" y="165919"/>
                    <a:pt x="92273" y="176777"/>
                    <a:pt x="90942" y="183731"/>
                  </a:cubicBezTo>
                  <a:cubicBezTo>
                    <a:pt x="89612" y="190684"/>
                    <a:pt x="90087" y="194303"/>
                    <a:pt x="103867" y="202781"/>
                  </a:cubicBezTo>
                  <a:cubicBezTo>
                    <a:pt x="117648" y="211258"/>
                    <a:pt x="83054" y="228879"/>
                    <a:pt x="60435" y="227069"/>
                  </a:cubicBezTo>
                  <a:cubicBezTo>
                    <a:pt x="37816" y="225260"/>
                    <a:pt x="12346" y="211734"/>
                    <a:pt x="5313" y="197066"/>
                  </a:cubicBezTo>
                  <a:cubicBezTo>
                    <a:pt x="-2480" y="180873"/>
                    <a:pt x="-1815" y="161633"/>
                    <a:pt x="8069" y="162109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4136412" y="1491278"/>
              <a:ext cx="217917" cy="361626"/>
            </a:xfrm>
            <a:custGeom>
              <a:avLst/>
              <a:gdLst/>
              <a:ahLst/>
              <a:cxnLst/>
              <a:rect l="l" t="t" r="r" b="b"/>
              <a:pathLst>
                <a:path w="217917" h="361626" extrusionOk="0">
                  <a:moveTo>
                    <a:pt x="75168" y="3353"/>
                  </a:moveTo>
                  <a:cubicBezTo>
                    <a:pt x="71176" y="12878"/>
                    <a:pt x="81345" y="25451"/>
                    <a:pt x="108336" y="34023"/>
                  </a:cubicBezTo>
                  <a:cubicBezTo>
                    <a:pt x="135327" y="42596"/>
                    <a:pt x="137797" y="31547"/>
                    <a:pt x="137797" y="31547"/>
                  </a:cubicBezTo>
                  <a:cubicBezTo>
                    <a:pt x="155779" y="39595"/>
                    <a:pt x="173294" y="48663"/>
                    <a:pt x="190258" y="58693"/>
                  </a:cubicBezTo>
                  <a:cubicBezTo>
                    <a:pt x="206510" y="70028"/>
                    <a:pt x="213638" y="102889"/>
                    <a:pt x="215823" y="158420"/>
                  </a:cubicBezTo>
                  <a:cubicBezTo>
                    <a:pt x="218390" y="222618"/>
                    <a:pt x="218580" y="317868"/>
                    <a:pt x="216489" y="334251"/>
                  </a:cubicBezTo>
                  <a:cubicBezTo>
                    <a:pt x="216489" y="334251"/>
                    <a:pt x="186172" y="364541"/>
                    <a:pt x="147396" y="361397"/>
                  </a:cubicBezTo>
                  <a:cubicBezTo>
                    <a:pt x="108621" y="358254"/>
                    <a:pt x="43425" y="323774"/>
                    <a:pt x="27554" y="297199"/>
                  </a:cubicBezTo>
                  <a:cubicBezTo>
                    <a:pt x="27554" y="240906"/>
                    <a:pt x="34586" y="231762"/>
                    <a:pt x="25463" y="199377"/>
                  </a:cubicBezTo>
                  <a:cubicBezTo>
                    <a:pt x="4649" y="125082"/>
                    <a:pt x="-6280" y="94602"/>
                    <a:pt x="3794" y="45358"/>
                  </a:cubicBezTo>
                  <a:cubicBezTo>
                    <a:pt x="12157" y="4686"/>
                    <a:pt x="23847" y="-362"/>
                    <a:pt x="39908" y="19"/>
                  </a:cubicBezTo>
                  <a:cubicBezTo>
                    <a:pt x="51712" y="495"/>
                    <a:pt x="63487" y="1610"/>
                    <a:pt x="75168" y="33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27"/>
            <p:cNvSpPr/>
            <p:nvPr/>
          </p:nvSpPr>
          <p:spPr>
            <a:xfrm>
              <a:off x="4290792" y="1536579"/>
              <a:ext cx="276750" cy="215760"/>
            </a:xfrm>
            <a:custGeom>
              <a:avLst/>
              <a:gdLst/>
              <a:ahLst/>
              <a:cxnLst/>
              <a:rect l="l" t="t" r="r" b="b"/>
              <a:pathLst>
                <a:path w="276750" h="215760" extrusionOk="0">
                  <a:moveTo>
                    <a:pt x="122458" y="166173"/>
                  </a:moveTo>
                  <a:cubicBezTo>
                    <a:pt x="90621" y="174174"/>
                    <a:pt x="83113" y="154076"/>
                    <a:pt x="78931" y="137598"/>
                  </a:cubicBezTo>
                  <a:cubicBezTo>
                    <a:pt x="68857" y="97307"/>
                    <a:pt x="63345" y="61398"/>
                    <a:pt x="55837" y="38062"/>
                  </a:cubicBezTo>
                  <a:cubicBezTo>
                    <a:pt x="46998" y="11011"/>
                    <a:pt x="37685" y="6724"/>
                    <a:pt x="24569" y="1486"/>
                  </a:cubicBezTo>
                  <a:cubicBezTo>
                    <a:pt x="9173" y="-4706"/>
                    <a:pt x="-3942" y="8344"/>
                    <a:pt x="1095" y="42729"/>
                  </a:cubicBezTo>
                  <a:cubicBezTo>
                    <a:pt x="7368" y="82562"/>
                    <a:pt x="17128" y="121767"/>
                    <a:pt x="30272" y="159886"/>
                  </a:cubicBezTo>
                  <a:cubicBezTo>
                    <a:pt x="34168" y="172459"/>
                    <a:pt x="43102" y="194748"/>
                    <a:pt x="56407" y="205511"/>
                  </a:cubicBezTo>
                  <a:cubicBezTo>
                    <a:pt x="72754" y="218846"/>
                    <a:pt x="97558" y="218274"/>
                    <a:pt x="134908" y="208940"/>
                  </a:cubicBezTo>
                  <a:cubicBezTo>
                    <a:pt x="150875" y="204940"/>
                    <a:pt x="168362" y="195415"/>
                    <a:pt x="198584" y="181318"/>
                  </a:cubicBezTo>
                  <a:cubicBezTo>
                    <a:pt x="206662" y="177508"/>
                    <a:pt x="212934" y="175031"/>
                    <a:pt x="228521" y="167792"/>
                  </a:cubicBezTo>
                  <a:cubicBezTo>
                    <a:pt x="244126" y="160734"/>
                    <a:pt x="257821" y="150018"/>
                    <a:pt x="268437" y="136550"/>
                  </a:cubicBezTo>
                  <a:cubicBezTo>
                    <a:pt x="276515" y="124739"/>
                    <a:pt x="277940" y="119215"/>
                    <a:pt x="275945" y="116452"/>
                  </a:cubicBezTo>
                  <a:cubicBezTo>
                    <a:pt x="273949" y="113690"/>
                    <a:pt x="270147" y="113881"/>
                    <a:pt x="265871" y="118834"/>
                  </a:cubicBezTo>
                  <a:cubicBezTo>
                    <a:pt x="259541" y="127206"/>
                    <a:pt x="251786" y="134397"/>
                    <a:pt x="242966" y="140074"/>
                  </a:cubicBezTo>
                  <a:cubicBezTo>
                    <a:pt x="242966" y="140074"/>
                    <a:pt x="252945" y="129692"/>
                    <a:pt x="258458" y="122929"/>
                  </a:cubicBezTo>
                  <a:cubicBezTo>
                    <a:pt x="263305" y="116919"/>
                    <a:pt x="267334" y="110290"/>
                    <a:pt x="270432" y="103213"/>
                  </a:cubicBezTo>
                  <a:cubicBezTo>
                    <a:pt x="273379" y="96259"/>
                    <a:pt x="267391" y="86925"/>
                    <a:pt x="262924" y="91783"/>
                  </a:cubicBezTo>
                  <a:cubicBezTo>
                    <a:pt x="258458" y="96640"/>
                    <a:pt x="256272" y="101784"/>
                    <a:pt x="248003" y="111595"/>
                  </a:cubicBezTo>
                  <a:cubicBezTo>
                    <a:pt x="243708" y="116900"/>
                    <a:pt x="238756" y="121634"/>
                    <a:pt x="233273" y="125691"/>
                  </a:cubicBezTo>
                  <a:cubicBezTo>
                    <a:pt x="238386" y="118767"/>
                    <a:pt x="242938" y="111442"/>
                    <a:pt x="246863" y="103784"/>
                  </a:cubicBezTo>
                  <a:cubicBezTo>
                    <a:pt x="250398" y="97840"/>
                    <a:pt x="252119" y="90982"/>
                    <a:pt x="251805" y="84067"/>
                  </a:cubicBezTo>
                  <a:cubicBezTo>
                    <a:pt x="251805" y="80448"/>
                    <a:pt x="246578" y="76162"/>
                    <a:pt x="241731" y="82924"/>
                  </a:cubicBezTo>
                  <a:cubicBezTo>
                    <a:pt x="237160" y="92325"/>
                    <a:pt x="231438" y="101117"/>
                    <a:pt x="224719" y="109118"/>
                  </a:cubicBezTo>
                  <a:cubicBezTo>
                    <a:pt x="217401" y="116738"/>
                    <a:pt x="211224" y="121024"/>
                    <a:pt x="211034" y="118643"/>
                  </a:cubicBezTo>
                  <a:cubicBezTo>
                    <a:pt x="210844" y="116262"/>
                    <a:pt x="215405" y="112452"/>
                    <a:pt x="218067" y="103594"/>
                  </a:cubicBezTo>
                  <a:cubicBezTo>
                    <a:pt x="220728" y="94735"/>
                    <a:pt x="218067" y="85496"/>
                    <a:pt x="213220" y="84544"/>
                  </a:cubicBezTo>
                  <a:cubicBezTo>
                    <a:pt x="208373" y="83591"/>
                    <a:pt x="209228" y="83877"/>
                    <a:pt x="205331" y="92068"/>
                  </a:cubicBezTo>
                  <a:cubicBezTo>
                    <a:pt x="199952" y="100536"/>
                    <a:pt x="195124" y="109356"/>
                    <a:pt x="190886" y="118453"/>
                  </a:cubicBezTo>
                  <a:cubicBezTo>
                    <a:pt x="188443" y="126930"/>
                    <a:pt x="183967" y="134674"/>
                    <a:pt x="177865" y="141027"/>
                  </a:cubicBezTo>
                  <a:cubicBezTo>
                    <a:pt x="169977" y="149314"/>
                    <a:pt x="152395" y="158553"/>
                    <a:pt x="122458" y="16617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27"/>
            <p:cNvSpPr/>
            <p:nvPr/>
          </p:nvSpPr>
          <p:spPr>
            <a:xfrm>
              <a:off x="4280886" y="1531786"/>
              <a:ext cx="84275" cy="123474"/>
            </a:xfrm>
            <a:custGeom>
              <a:avLst/>
              <a:gdLst/>
              <a:ahLst/>
              <a:cxnLst/>
              <a:rect l="l" t="t" r="r" b="b"/>
              <a:pathLst>
                <a:path w="84275" h="123474" extrusionOk="0">
                  <a:moveTo>
                    <a:pt x="22691" y="563"/>
                  </a:moveTo>
                  <a:cubicBezTo>
                    <a:pt x="43884" y="-2580"/>
                    <a:pt x="58900" y="7040"/>
                    <a:pt x="68309" y="39330"/>
                  </a:cubicBezTo>
                  <a:cubicBezTo>
                    <a:pt x="77718" y="71620"/>
                    <a:pt x="84275" y="98004"/>
                    <a:pt x="84275" y="98004"/>
                  </a:cubicBezTo>
                  <a:cubicBezTo>
                    <a:pt x="75921" y="110244"/>
                    <a:pt x="63139" y="118749"/>
                    <a:pt x="48636" y="121721"/>
                  </a:cubicBezTo>
                  <a:cubicBezTo>
                    <a:pt x="23261" y="127913"/>
                    <a:pt x="14137" y="115721"/>
                    <a:pt x="14137" y="115721"/>
                  </a:cubicBezTo>
                  <a:cubicBezTo>
                    <a:pt x="14137" y="115721"/>
                    <a:pt x="7104" y="81907"/>
                    <a:pt x="2638" y="58571"/>
                  </a:cubicBezTo>
                  <a:cubicBezTo>
                    <a:pt x="-1829" y="35234"/>
                    <a:pt x="-3635" y="4469"/>
                    <a:pt x="22691" y="56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27"/>
            <p:cNvSpPr/>
            <p:nvPr/>
          </p:nvSpPr>
          <p:spPr>
            <a:xfrm>
              <a:off x="4187208" y="1320312"/>
              <a:ext cx="137401" cy="151685"/>
            </a:xfrm>
            <a:custGeom>
              <a:avLst/>
              <a:gdLst/>
              <a:ahLst/>
              <a:cxnLst/>
              <a:rect l="l" t="t" r="r" b="b"/>
              <a:pathLst>
                <a:path w="137401" h="151685" extrusionOk="0">
                  <a:moveTo>
                    <a:pt x="129674" y="62685"/>
                  </a:moveTo>
                  <a:cubicBezTo>
                    <a:pt x="129674" y="62685"/>
                    <a:pt x="163222" y="11441"/>
                    <a:pt x="90518" y="1058"/>
                  </a:cubicBezTo>
                  <a:cubicBezTo>
                    <a:pt x="38057" y="-6466"/>
                    <a:pt x="4319" y="27347"/>
                    <a:pt x="422" y="64019"/>
                  </a:cubicBezTo>
                  <a:cubicBezTo>
                    <a:pt x="-3284" y="98975"/>
                    <a:pt x="18194" y="135361"/>
                    <a:pt x="33781" y="149744"/>
                  </a:cubicBezTo>
                  <a:cubicBezTo>
                    <a:pt x="49053" y="153620"/>
                    <a:pt x="65219" y="151649"/>
                    <a:pt x="79114" y="144219"/>
                  </a:cubicBezTo>
                  <a:cubicBezTo>
                    <a:pt x="79931" y="134713"/>
                    <a:pt x="80245" y="125179"/>
                    <a:pt x="80064" y="115644"/>
                  </a:cubicBezTo>
                  <a:cubicBezTo>
                    <a:pt x="80064" y="115644"/>
                    <a:pt x="54499" y="61637"/>
                    <a:pt x="129674" y="6268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27"/>
            <p:cNvSpPr/>
            <p:nvPr/>
          </p:nvSpPr>
          <p:spPr>
            <a:xfrm>
              <a:off x="5589453" y="3105692"/>
              <a:ext cx="158988" cy="313238"/>
            </a:xfrm>
            <a:custGeom>
              <a:avLst/>
              <a:gdLst/>
              <a:ahLst/>
              <a:cxnLst/>
              <a:rect l="l" t="t" r="r" b="b"/>
              <a:pathLst>
                <a:path w="158988" h="313238" extrusionOk="0">
                  <a:moveTo>
                    <a:pt x="67938" y="242313"/>
                  </a:moveTo>
                  <a:cubicBezTo>
                    <a:pt x="82079" y="267420"/>
                    <a:pt x="99176" y="290738"/>
                    <a:pt x="118878" y="311750"/>
                  </a:cubicBezTo>
                  <a:cubicBezTo>
                    <a:pt x="124390" y="318132"/>
                    <a:pt x="166397" y="302225"/>
                    <a:pt x="157843" y="297367"/>
                  </a:cubicBezTo>
                  <a:cubicBezTo>
                    <a:pt x="149290" y="292509"/>
                    <a:pt x="121254" y="254124"/>
                    <a:pt x="107378" y="228311"/>
                  </a:cubicBezTo>
                  <a:cubicBezTo>
                    <a:pt x="95708" y="197469"/>
                    <a:pt x="85805" y="165989"/>
                    <a:pt x="77727" y="134013"/>
                  </a:cubicBezTo>
                  <a:cubicBezTo>
                    <a:pt x="68983" y="102390"/>
                    <a:pt x="61570" y="56099"/>
                    <a:pt x="55203" y="34191"/>
                  </a:cubicBezTo>
                  <a:cubicBezTo>
                    <a:pt x="51810" y="17751"/>
                    <a:pt x="39132" y="4826"/>
                    <a:pt x="22795" y="1140"/>
                  </a:cubicBezTo>
                  <a:cubicBezTo>
                    <a:pt x="7589" y="-2385"/>
                    <a:pt x="-2295" y="1806"/>
                    <a:pt x="461" y="20190"/>
                  </a:cubicBezTo>
                  <a:cubicBezTo>
                    <a:pt x="5308" y="52670"/>
                    <a:pt x="30588" y="178590"/>
                    <a:pt x="67938" y="2423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27"/>
            <p:cNvSpPr/>
            <p:nvPr/>
          </p:nvSpPr>
          <p:spPr>
            <a:xfrm>
              <a:off x="5625064" y="3841302"/>
              <a:ext cx="109135" cy="84940"/>
            </a:xfrm>
            <a:custGeom>
              <a:avLst/>
              <a:gdLst/>
              <a:ahLst/>
              <a:cxnLst/>
              <a:rect l="l" t="t" r="r" b="b"/>
              <a:pathLst>
                <a:path w="109135" h="84940" extrusionOk="0">
                  <a:moveTo>
                    <a:pt x="8092" y="2"/>
                  </a:moveTo>
                  <a:cubicBezTo>
                    <a:pt x="21207" y="10670"/>
                    <a:pt x="40595" y="955"/>
                    <a:pt x="41546" y="1907"/>
                  </a:cubicBezTo>
                  <a:cubicBezTo>
                    <a:pt x="56923" y="16242"/>
                    <a:pt x="73079" y="29720"/>
                    <a:pt x="89920" y="42293"/>
                  </a:cubicBezTo>
                  <a:cubicBezTo>
                    <a:pt x="98093" y="48770"/>
                    <a:pt x="110923" y="57438"/>
                    <a:pt x="108927" y="69820"/>
                  </a:cubicBezTo>
                  <a:cubicBezTo>
                    <a:pt x="104841" y="91919"/>
                    <a:pt x="69392" y="85156"/>
                    <a:pt x="56086" y="78393"/>
                  </a:cubicBezTo>
                  <a:cubicBezTo>
                    <a:pt x="42781" y="71630"/>
                    <a:pt x="31852" y="60295"/>
                    <a:pt x="19212" y="52485"/>
                  </a:cubicBezTo>
                  <a:cubicBezTo>
                    <a:pt x="10183" y="46865"/>
                    <a:pt x="1344" y="43912"/>
                    <a:pt x="204" y="32578"/>
                  </a:cubicBezTo>
                  <a:cubicBezTo>
                    <a:pt x="-1317" y="25625"/>
                    <a:pt x="6096" y="-283"/>
                    <a:pt x="8092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27"/>
            <p:cNvSpPr/>
            <p:nvPr/>
          </p:nvSpPr>
          <p:spPr>
            <a:xfrm>
              <a:off x="5624449" y="3869213"/>
              <a:ext cx="108591" cy="56989"/>
            </a:xfrm>
            <a:custGeom>
              <a:avLst/>
              <a:gdLst/>
              <a:ahLst/>
              <a:cxnLst/>
              <a:rect l="l" t="t" r="r" b="b"/>
              <a:pathLst>
                <a:path w="108591" h="56989" extrusionOk="0">
                  <a:moveTo>
                    <a:pt x="343" y="0"/>
                  </a:moveTo>
                  <a:cubicBezTo>
                    <a:pt x="2054" y="10954"/>
                    <a:pt x="10797" y="14002"/>
                    <a:pt x="19351" y="19526"/>
                  </a:cubicBezTo>
                  <a:cubicBezTo>
                    <a:pt x="32181" y="27527"/>
                    <a:pt x="43490" y="39053"/>
                    <a:pt x="56891" y="45815"/>
                  </a:cubicBezTo>
                  <a:cubicBezTo>
                    <a:pt x="70291" y="52578"/>
                    <a:pt x="99943" y="58293"/>
                    <a:pt x="108591" y="42481"/>
                  </a:cubicBezTo>
                  <a:cubicBezTo>
                    <a:pt x="103935" y="63817"/>
                    <a:pt x="69151" y="57150"/>
                    <a:pt x="55940" y="50482"/>
                  </a:cubicBezTo>
                  <a:cubicBezTo>
                    <a:pt x="42730" y="43815"/>
                    <a:pt x="31706" y="32385"/>
                    <a:pt x="19066" y="24574"/>
                  </a:cubicBezTo>
                  <a:cubicBezTo>
                    <a:pt x="10037" y="18955"/>
                    <a:pt x="1199" y="16002"/>
                    <a:pt x="58" y="4667"/>
                  </a:cubicBezTo>
                  <a:cubicBezTo>
                    <a:pt x="-75" y="3105"/>
                    <a:pt x="20" y="1533"/>
                    <a:pt x="343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27"/>
            <p:cNvSpPr/>
            <p:nvPr/>
          </p:nvSpPr>
          <p:spPr>
            <a:xfrm>
              <a:off x="5756800" y="3764382"/>
              <a:ext cx="108931" cy="81850"/>
            </a:xfrm>
            <a:custGeom>
              <a:avLst/>
              <a:gdLst/>
              <a:ahLst/>
              <a:cxnLst/>
              <a:rect l="l" t="t" r="r" b="b"/>
              <a:pathLst>
                <a:path w="108931" h="81850" extrusionOk="0">
                  <a:moveTo>
                    <a:pt x="9409" y="56"/>
                  </a:moveTo>
                  <a:cubicBezTo>
                    <a:pt x="22524" y="10819"/>
                    <a:pt x="45523" y="-897"/>
                    <a:pt x="46473" y="56"/>
                  </a:cubicBezTo>
                  <a:cubicBezTo>
                    <a:pt x="60102" y="13943"/>
                    <a:pt x="74548" y="27021"/>
                    <a:pt x="89716" y="39203"/>
                  </a:cubicBezTo>
                  <a:cubicBezTo>
                    <a:pt x="97889" y="45681"/>
                    <a:pt x="110719" y="54348"/>
                    <a:pt x="108723" y="66731"/>
                  </a:cubicBezTo>
                  <a:cubicBezTo>
                    <a:pt x="104637" y="88829"/>
                    <a:pt x="69188" y="82066"/>
                    <a:pt x="55882" y="75303"/>
                  </a:cubicBezTo>
                  <a:cubicBezTo>
                    <a:pt x="42577" y="68541"/>
                    <a:pt x="31647" y="57301"/>
                    <a:pt x="19008" y="49395"/>
                  </a:cubicBezTo>
                  <a:cubicBezTo>
                    <a:pt x="9979" y="43775"/>
                    <a:pt x="1045" y="40918"/>
                    <a:pt x="0" y="29488"/>
                  </a:cubicBezTo>
                  <a:cubicBezTo>
                    <a:pt x="561" y="19030"/>
                    <a:pt x="3801" y="8895"/>
                    <a:pt x="9409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27"/>
            <p:cNvSpPr/>
            <p:nvPr/>
          </p:nvSpPr>
          <p:spPr>
            <a:xfrm>
              <a:off x="5756201" y="3790822"/>
              <a:ext cx="108657" cy="56976"/>
            </a:xfrm>
            <a:custGeom>
              <a:avLst/>
              <a:gdLst/>
              <a:ahLst/>
              <a:cxnLst/>
              <a:rect l="l" t="t" r="r" b="b"/>
              <a:pathLst>
                <a:path w="108657" h="56976" extrusionOk="0">
                  <a:moveTo>
                    <a:pt x="314" y="0"/>
                  </a:moveTo>
                  <a:cubicBezTo>
                    <a:pt x="2025" y="10954"/>
                    <a:pt x="10769" y="13906"/>
                    <a:pt x="19322" y="19526"/>
                  </a:cubicBezTo>
                  <a:cubicBezTo>
                    <a:pt x="32152" y="27527"/>
                    <a:pt x="43462" y="39053"/>
                    <a:pt x="56862" y="45815"/>
                  </a:cubicBezTo>
                  <a:cubicBezTo>
                    <a:pt x="70262" y="52578"/>
                    <a:pt x="100009" y="58293"/>
                    <a:pt x="108657" y="42481"/>
                  </a:cubicBezTo>
                  <a:cubicBezTo>
                    <a:pt x="103906" y="63818"/>
                    <a:pt x="69122" y="57150"/>
                    <a:pt x="55912" y="50387"/>
                  </a:cubicBezTo>
                  <a:cubicBezTo>
                    <a:pt x="42701" y="43625"/>
                    <a:pt x="31677" y="32385"/>
                    <a:pt x="19037" y="24479"/>
                  </a:cubicBezTo>
                  <a:cubicBezTo>
                    <a:pt x="10008" y="18955"/>
                    <a:pt x="1170" y="16002"/>
                    <a:pt x="29" y="4572"/>
                  </a:cubicBezTo>
                  <a:cubicBezTo>
                    <a:pt x="-56" y="3038"/>
                    <a:pt x="48" y="1505"/>
                    <a:pt x="31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27"/>
            <p:cNvSpPr/>
            <p:nvPr/>
          </p:nvSpPr>
          <p:spPr>
            <a:xfrm>
              <a:off x="5454721" y="3387696"/>
              <a:ext cx="383168" cy="465480"/>
            </a:xfrm>
            <a:custGeom>
              <a:avLst/>
              <a:gdLst/>
              <a:ahLst/>
              <a:cxnLst/>
              <a:rect l="l" t="t" r="r" b="b"/>
              <a:pathLst>
                <a:path w="383168" h="465480" extrusionOk="0">
                  <a:moveTo>
                    <a:pt x="2995" y="32603"/>
                  </a:moveTo>
                  <a:cubicBezTo>
                    <a:pt x="-11546" y="123662"/>
                    <a:pt x="28845" y="157571"/>
                    <a:pt x="81306" y="177003"/>
                  </a:cubicBezTo>
                  <a:cubicBezTo>
                    <a:pt x="119321" y="190909"/>
                    <a:pt x="172922" y="212340"/>
                    <a:pt x="172922" y="212340"/>
                  </a:cubicBezTo>
                  <a:cubicBezTo>
                    <a:pt x="172922" y="212340"/>
                    <a:pt x="172162" y="232247"/>
                    <a:pt x="171782" y="277110"/>
                  </a:cubicBezTo>
                  <a:cubicBezTo>
                    <a:pt x="171782" y="316639"/>
                    <a:pt x="176534" y="460847"/>
                    <a:pt x="176534" y="460847"/>
                  </a:cubicBezTo>
                  <a:cubicBezTo>
                    <a:pt x="189231" y="467191"/>
                    <a:pt x="204199" y="467010"/>
                    <a:pt x="216735" y="460371"/>
                  </a:cubicBezTo>
                  <a:cubicBezTo>
                    <a:pt x="216735" y="460371"/>
                    <a:pt x="237833" y="349881"/>
                    <a:pt x="242395" y="300065"/>
                  </a:cubicBezTo>
                  <a:cubicBezTo>
                    <a:pt x="248477" y="232533"/>
                    <a:pt x="258837" y="188337"/>
                    <a:pt x="255320" y="173764"/>
                  </a:cubicBezTo>
                  <a:cubicBezTo>
                    <a:pt x="252279" y="161001"/>
                    <a:pt x="178625" y="124710"/>
                    <a:pt x="155245" y="105184"/>
                  </a:cubicBezTo>
                  <a:lnTo>
                    <a:pt x="309492" y="156428"/>
                  </a:lnTo>
                  <a:cubicBezTo>
                    <a:pt x="306460" y="173211"/>
                    <a:pt x="304968" y="190233"/>
                    <a:pt x="305025" y="207292"/>
                  </a:cubicBezTo>
                  <a:cubicBezTo>
                    <a:pt x="306451" y="260918"/>
                    <a:pt x="309397" y="376932"/>
                    <a:pt x="309397" y="376932"/>
                  </a:cubicBezTo>
                  <a:cubicBezTo>
                    <a:pt x="309397" y="376932"/>
                    <a:pt x="330590" y="392268"/>
                    <a:pt x="348647" y="376932"/>
                  </a:cubicBezTo>
                  <a:cubicBezTo>
                    <a:pt x="348647" y="376932"/>
                    <a:pt x="387518" y="147189"/>
                    <a:pt x="382766" y="116804"/>
                  </a:cubicBezTo>
                  <a:cubicBezTo>
                    <a:pt x="378299" y="88229"/>
                    <a:pt x="242300" y="28984"/>
                    <a:pt x="218351" y="8601"/>
                  </a:cubicBezTo>
                  <a:cubicBezTo>
                    <a:pt x="209902" y="1676"/>
                    <a:pt x="198896" y="-1267"/>
                    <a:pt x="188129" y="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27"/>
            <p:cNvSpPr/>
            <p:nvPr/>
          </p:nvSpPr>
          <p:spPr>
            <a:xfrm>
              <a:off x="5486791" y="3077400"/>
              <a:ext cx="120860" cy="118150"/>
            </a:xfrm>
            <a:custGeom>
              <a:avLst/>
              <a:gdLst/>
              <a:ahLst/>
              <a:cxnLst/>
              <a:rect l="l" t="t" r="r" b="b"/>
              <a:pathLst>
                <a:path w="120860" h="118150" extrusionOk="0">
                  <a:moveTo>
                    <a:pt x="24622" y="0"/>
                  </a:moveTo>
                  <a:cubicBezTo>
                    <a:pt x="24622" y="0"/>
                    <a:pt x="26903" y="43434"/>
                    <a:pt x="25952" y="47625"/>
                  </a:cubicBezTo>
                  <a:cubicBezTo>
                    <a:pt x="25002" y="51816"/>
                    <a:pt x="6089" y="64198"/>
                    <a:pt x="577" y="68771"/>
                  </a:cubicBezTo>
                  <a:cubicBezTo>
                    <a:pt x="-4935" y="73343"/>
                    <a:pt x="30419" y="108299"/>
                    <a:pt x="48096" y="116396"/>
                  </a:cubicBezTo>
                  <a:cubicBezTo>
                    <a:pt x="65773" y="124492"/>
                    <a:pt x="119850" y="103441"/>
                    <a:pt x="120800" y="76581"/>
                  </a:cubicBezTo>
                  <a:cubicBezTo>
                    <a:pt x="121750" y="49721"/>
                    <a:pt x="111296" y="27146"/>
                    <a:pt x="103123" y="26003"/>
                  </a:cubicBezTo>
                  <a:cubicBezTo>
                    <a:pt x="94950" y="24860"/>
                    <a:pt x="24622" y="0"/>
                    <a:pt x="24622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27"/>
            <p:cNvSpPr/>
            <p:nvPr/>
          </p:nvSpPr>
          <p:spPr>
            <a:xfrm>
              <a:off x="5455024" y="3093521"/>
              <a:ext cx="195218" cy="382396"/>
            </a:xfrm>
            <a:custGeom>
              <a:avLst/>
              <a:gdLst/>
              <a:ahLst/>
              <a:cxnLst/>
              <a:rect l="l" t="t" r="r" b="b"/>
              <a:pathLst>
                <a:path w="195218" h="382396" extrusionOk="0">
                  <a:moveTo>
                    <a:pt x="51542" y="38266"/>
                  </a:moveTo>
                  <a:cubicBezTo>
                    <a:pt x="51542" y="38266"/>
                    <a:pt x="83000" y="85129"/>
                    <a:pt x="126812" y="89510"/>
                  </a:cubicBezTo>
                  <a:cubicBezTo>
                    <a:pt x="140593" y="75890"/>
                    <a:pt x="141828" y="27312"/>
                    <a:pt x="122725" y="11786"/>
                  </a:cubicBezTo>
                  <a:cubicBezTo>
                    <a:pt x="122725" y="11786"/>
                    <a:pt x="140307" y="-2406"/>
                    <a:pt x="152282" y="357"/>
                  </a:cubicBezTo>
                  <a:cubicBezTo>
                    <a:pt x="165226" y="8176"/>
                    <a:pt x="174863" y="20473"/>
                    <a:pt x="179368" y="34932"/>
                  </a:cubicBezTo>
                  <a:cubicBezTo>
                    <a:pt x="190582" y="67184"/>
                    <a:pt x="195924" y="101188"/>
                    <a:pt x="195144" y="135326"/>
                  </a:cubicBezTo>
                  <a:cubicBezTo>
                    <a:pt x="194384" y="181332"/>
                    <a:pt x="195144" y="297251"/>
                    <a:pt x="195144" y="297251"/>
                  </a:cubicBezTo>
                  <a:cubicBezTo>
                    <a:pt x="189965" y="325073"/>
                    <a:pt x="173153" y="349343"/>
                    <a:pt x="148956" y="363926"/>
                  </a:cubicBezTo>
                  <a:cubicBezTo>
                    <a:pt x="117384" y="381795"/>
                    <a:pt x="80206" y="386938"/>
                    <a:pt x="44985" y="378309"/>
                  </a:cubicBezTo>
                  <a:cubicBezTo>
                    <a:pt x="27260" y="374527"/>
                    <a:pt x="12824" y="361687"/>
                    <a:pt x="6969" y="344495"/>
                  </a:cubicBezTo>
                  <a:cubicBezTo>
                    <a:pt x="8965" y="312300"/>
                    <a:pt x="21700" y="245911"/>
                    <a:pt x="16473" y="205335"/>
                  </a:cubicBezTo>
                  <a:cubicBezTo>
                    <a:pt x="11246" y="164758"/>
                    <a:pt x="2597" y="134564"/>
                    <a:pt x="412" y="101798"/>
                  </a:cubicBezTo>
                  <a:cubicBezTo>
                    <a:pt x="-1774" y="69032"/>
                    <a:pt x="4688" y="69603"/>
                    <a:pt x="21130" y="57983"/>
                  </a:cubicBezTo>
                  <a:cubicBezTo>
                    <a:pt x="30795" y="50715"/>
                    <a:pt x="40964" y="44124"/>
                    <a:pt x="51542" y="3826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27"/>
            <p:cNvSpPr/>
            <p:nvPr/>
          </p:nvSpPr>
          <p:spPr>
            <a:xfrm>
              <a:off x="5481752" y="2955179"/>
              <a:ext cx="130450" cy="158871"/>
            </a:xfrm>
            <a:custGeom>
              <a:avLst/>
              <a:gdLst/>
              <a:ahLst/>
              <a:cxnLst/>
              <a:rect l="l" t="t" r="r" b="b"/>
              <a:pathLst>
                <a:path w="130450" h="158871" extrusionOk="0">
                  <a:moveTo>
                    <a:pt x="127645" y="57260"/>
                  </a:moveTo>
                  <a:lnTo>
                    <a:pt x="127645" y="57260"/>
                  </a:lnTo>
                  <a:cubicBezTo>
                    <a:pt x="122418" y="23542"/>
                    <a:pt x="98278" y="-1890"/>
                    <a:pt x="63590" y="110"/>
                  </a:cubicBezTo>
                  <a:cubicBezTo>
                    <a:pt x="26886" y="1739"/>
                    <a:pt x="-1559" y="32876"/>
                    <a:pt x="66" y="69662"/>
                  </a:cubicBezTo>
                  <a:cubicBezTo>
                    <a:pt x="1007" y="90912"/>
                    <a:pt x="11993" y="110438"/>
                    <a:pt x="29661" y="122221"/>
                  </a:cubicBezTo>
                  <a:cubicBezTo>
                    <a:pt x="30906" y="127336"/>
                    <a:pt x="32721" y="132289"/>
                    <a:pt x="35078" y="136985"/>
                  </a:cubicBezTo>
                  <a:cubicBezTo>
                    <a:pt x="47338" y="151367"/>
                    <a:pt x="84308" y="160226"/>
                    <a:pt x="94952" y="158702"/>
                  </a:cubicBezTo>
                  <a:cubicBezTo>
                    <a:pt x="107925" y="157502"/>
                    <a:pt x="118864" y="148538"/>
                    <a:pt x="122608" y="136032"/>
                  </a:cubicBezTo>
                  <a:cubicBezTo>
                    <a:pt x="134013" y="109172"/>
                    <a:pt x="130401" y="73834"/>
                    <a:pt x="127645" y="5726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27"/>
            <p:cNvSpPr/>
            <p:nvPr/>
          </p:nvSpPr>
          <p:spPr>
            <a:xfrm>
              <a:off x="5470442" y="2941583"/>
              <a:ext cx="136833" cy="135816"/>
            </a:xfrm>
            <a:custGeom>
              <a:avLst/>
              <a:gdLst/>
              <a:ahLst/>
              <a:cxnLst/>
              <a:rect l="l" t="t" r="r" b="b"/>
              <a:pathLst>
                <a:path w="136833" h="135816" extrusionOk="0">
                  <a:moveTo>
                    <a:pt x="40971" y="135817"/>
                  </a:moveTo>
                  <a:lnTo>
                    <a:pt x="40971" y="135817"/>
                  </a:lnTo>
                  <a:lnTo>
                    <a:pt x="44202" y="106480"/>
                  </a:lnTo>
                  <a:cubicBezTo>
                    <a:pt x="44202" y="106480"/>
                    <a:pt x="20253" y="44377"/>
                    <a:pt x="76800" y="56283"/>
                  </a:cubicBezTo>
                  <a:cubicBezTo>
                    <a:pt x="114150" y="64189"/>
                    <a:pt x="123464" y="67618"/>
                    <a:pt x="134868" y="42472"/>
                  </a:cubicBezTo>
                  <a:cubicBezTo>
                    <a:pt x="146273" y="17326"/>
                    <a:pt x="106357" y="-5153"/>
                    <a:pt x="58838" y="1038"/>
                  </a:cubicBezTo>
                  <a:cubicBezTo>
                    <a:pt x="24957" y="4638"/>
                    <a:pt x="-570" y="33575"/>
                    <a:pt x="10" y="67713"/>
                  </a:cubicBezTo>
                  <a:cubicBezTo>
                    <a:pt x="960" y="86001"/>
                    <a:pt x="5902" y="123434"/>
                    <a:pt x="40971" y="13581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27"/>
            <p:cNvSpPr/>
            <p:nvPr/>
          </p:nvSpPr>
          <p:spPr>
            <a:xfrm>
              <a:off x="5607306" y="3093878"/>
              <a:ext cx="63200" cy="92106"/>
            </a:xfrm>
            <a:custGeom>
              <a:avLst/>
              <a:gdLst/>
              <a:ahLst/>
              <a:cxnLst/>
              <a:rect l="l" t="t" r="r" b="b"/>
              <a:pathLst>
                <a:path w="63200" h="92106" extrusionOk="0">
                  <a:moveTo>
                    <a:pt x="40391" y="92107"/>
                  </a:moveTo>
                  <a:cubicBezTo>
                    <a:pt x="49030" y="91726"/>
                    <a:pt x="57184" y="88039"/>
                    <a:pt x="63200" y="81820"/>
                  </a:cubicBezTo>
                  <a:cubicBezTo>
                    <a:pt x="61965" y="65722"/>
                    <a:pt x="41437" y="4572"/>
                    <a:pt x="0" y="0"/>
                  </a:cubicBezTo>
                  <a:cubicBezTo>
                    <a:pt x="11310" y="7868"/>
                    <a:pt x="20281" y="18669"/>
                    <a:pt x="25945" y="31242"/>
                  </a:cubicBezTo>
                  <a:cubicBezTo>
                    <a:pt x="32322" y="51130"/>
                    <a:pt x="37150" y="71476"/>
                    <a:pt x="40391" y="9210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2" name="Google Shape;1682;p27"/>
            <p:cNvGrpSpPr/>
            <p:nvPr/>
          </p:nvGrpSpPr>
          <p:grpSpPr>
            <a:xfrm>
              <a:off x="2715952" y="2834463"/>
              <a:ext cx="319677" cy="242660"/>
              <a:chOff x="6621095" y="1452181"/>
              <a:chExt cx="330894" cy="250785"/>
            </a:xfrm>
          </p:grpSpPr>
          <p:sp>
            <p:nvSpPr>
              <p:cNvPr id="1683" name="Google Shape;1683;p2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8" name="Google Shape;1688;p27"/>
            <p:cNvGrpSpPr/>
            <p:nvPr/>
          </p:nvGrpSpPr>
          <p:grpSpPr>
            <a:xfrm flipH="1">
              <a:off x="5538041" y="3330111"/>
              <a:ext cx="319677" cy="242660"/>
              <a:chOff x="6621095" y="1452181"/>
              <a:chExt cx="330894" cy="250785"/>
            </a:xfrm>
          </p:grpSpPr>
          <p:sp>
            <p:nvSpPr>
              <p:cNvPr id="1689" name="Google Shape;1689;p2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4" name="Google Shape;1694;p27"/>
            <p:cNvSpPr/>
            <p:nvPr/>
          </p:nvSpPr>
          <p:spPr>
            <a:xfrm>
              <a:off x="5420536" y="3157173"/>
              <a:ext cx="148553" cy="414880"/>
            </a:xfrm>
            <a:custGeom>
              <a:avLst/>
              <a:gdLst/>
              <a:ahLst/>
              <a:cxnLst/>
              <a:rect l="l" t="t" r="r" b="b"/>
              <a:pathLst>
                <a:path w="148553" h="414880" extrusionOk="0">
                  <a:moveTo>
                    <a:pt x="136400" y="348280"/>
                  </a:moveTo>
                  <a:cubicBezTo>
                    <a:pt x="128531" y="343070"/>
                    <a:pt x="120339" y="338364"/>
                    <a:pt x="111880" y="334183"/>
                  </a:cubicBezTo>
                  <a:cubicBezTo>
                    <a:pt x="103897" y="331706"/>
                    <a:pt x="96646" y="327296"/>
                    <a:pt x="90782" y="321324"/>
                  </a:cubicBezTo>
                  <a:cubicBezTo>
                    <a:pt x="83084" y="313799"/>
                    <a:pt x="70444" y="285224"/>
                    <a:pt x="61510" y="257316"/>
                  </a:cubicBezTo>
                  <a:cubicBezTo>
                    <a:pt x="52463" y="225903"/>
                    <a:pt x="48861" y="193175"/>
                    <a:pt x="50866" y="160542"/>
                  </a:cubicBezTo>
                  <a:cubicBezTo>
                    <a:pt x="54667" y="121490"/>
                    <a:pt x="68733" y="66721"/>
                    <a:pt x="72345" y="44242"/>
                  </a:cubicBezTo>
                  <a:cubicBezTo>
                    <a:pt x="75956" y="21763"/>
                    <a:pt x="68638" y="12809"/>
                    <a:pt x="58184" y="4523"/>
                  </a:cubicBezTo>
                  <a:cubicBezTo>
                    <a:pt x="45924" y="-5002"/>
                    <a:pt x="29007" y="-907"/>
                    <a:pt x="20169" y="30621"/>
                  </a:cubicBezTo>
                  <a:cubicBezTo>
                    <a:pt x="8536" y="74188"/>
                    <a:pt x="1779" y="118908"/>
                    <a:pt x="21" y="163971"/>
                  </a:cubicBezTo>
                  <a:cubicBezTo>
                    <a:pt x="-369" y="197480"/>
                    <a:pt x="4772" y="230817"/>
                    <a:pt x="15227" y="262650"/>
                  </a:cubicBezTo>
                  <a:cubicBezTo>
                    <a:pt x="24597" y="289882"/>
                    <a:pt x="37200" y="315876"/>
                    <a:pt x="52767" y="340088"/>
                  </a:cubicBezTo>
                  <a:cubicBezTo>
                    <a:pt x="57138" y="347423"/>
                    <a:pt x="58469" y="353899"/>
                    <a:pt x="65026" y="368663"/>
                  </a:cubicBezTo>
                  <a:cubicBezTo>
                    <a:pt x="71365" y="383456"/>
                    <a:pt x="81135" y="396524"/>
                    <a:pt x="93538" y="406763"/>
                  </a:cubicBezTo>
                  <a:cubicBezTo>
                    <a:pt x="104562" y="414764"/>
                    <a:pt x="109694" y="415812"/>
                    <a:pt x="112545" y="414288"/>
                  </a:cubicBezTo>
                  <a:cubicBezTo>
                    <a:pt x="115397" y="412764"/>
                    <a:pt x="115206" y="408859"/>
                    <a:pt x="110550" y="404763"/>
                  </a:cubicBezTo>
                  <a:cubicBezTo>
                    <a:pt x="102747" y="398676"/>
                    <a:pt x="96123" y="391218"/>
                    <a:pt x="90972" y="382760"/>
                  </a:cubicBezTo>
                  <a:cubicBezTo>
                    <a:pt x="90972" y="382760"/>
                    <a:pt x="100476" y="392285"/>
                    <a:pt x="106843" y="397715"/>
                  </a:cubicBezTo>
                  <a:cubicBezTo>
                    <a:pt x="112422" y="402401"/>
                    <a:pt x="118590" y="406335"/>
                    <a:pt x="125186" y="409430"/>
                  </a:cubicBezTo>
                  <a:cubicBezTo>
                    <a:pt x="131648" y="412288"/>
                    <a:pt x="140582" y="406858"/>
                    <a:pt x="136020" y="402477"/>
                  </a:cubicBezTo>
                  <a:cubicBezTo>
                    <a:pt x="131458" y="398096"/>
                    <a:pt x="126516" y="396000"/>
                    <a:pt x="117678" y="388094"/>
                  </a:cubicBezTo>
                  <a:cubicBezTo>
                    <a:pt x="112774" y="383894"/>
                    <a:pt x="108373" y="379131"/>
                    <a:pt x="104562" y="373902"/>
                  </a:cubicBezTo>
                  <a:cubicBezTo>
                    <a:pt x="111044" y="378798"/>
                    <a:pt x="117905" y="383160"/>
                    <a:pt x="125090" y="386951"/>
                  </a:cubicBezTo>
                  <a:cubicBezTo>
                    <a:pt x="130783" y="390485"/>
                    <a:pt x="137407" y="392247"/>
                    <a:pt x="144098" y="391999"/>
                  </a:cubicBezTo>
                  <a:cubicBezTo>
                    <a:pt x="147424" y="391999"/>
                    <a:pt x="151606" y="387142"/>
                    <a:pt x="145238" y="382474"/>
                  </a:cubicBezTo>
                  <a:cubicBezTo>
                    <a:pt x="136476" y="377979"/>
                    <a:pt x="128303" y="372416"/>
                    <a:pt x="120909" y="365901"/>
                  </a:cubicBezTo>
                  <a:cubicBezTo>
                    <a:pt x="113876" y="358852"/>
                    <a:pt x="109884" y="352947"/>
                    <a:pt x="111880" y="352852"/>
                  </a:cubicBezTo>
                  <a:cubicBezTo>
                    <a:pt x="113876" y="352757"/>
                    <a:pt x="117678" y="357043"/>
                    <a:pt x="125851" y="359710"/>
                  </a:cubicBezTo>
                  <a:cubicBezTo>
                    <a:pt x="134024" y="362377"/>
                    <a:pt x="142958" y="359710"/>
                    <a:pt x="144003" y="355423"/>
                  </a:cubicBezTo>
                  <a:cubicBezTo>
                    <a:pt x="145048" y="351137"/>
                    <a:pt x="144098" y="352090"/>
                    <a:pt x="136400" y="34828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27"/>
            <p:cNvSpPr/>
            <p:nvPr/>
          </p:nvSpPr>
          <p:spPr>
            <a:xfrm>
              <a:off x="5414664" y="3153198"/>
              <a:ext cx="85059" cy="115922"/>
            </a:xfrm>
            <a:custGeom>
              <a:avLst/>
              <a:gdLst/>
              <a:ahLst/>
              <a:cxnLst/>
              <a:rect l="l" t="t" r="r" b="b"/>
              <a:pathLst>
                <a:path w="85059" h="115922" extrusionOk="0">
                  <a:moveTo>
                    <a:pt x="0" y="92413"/>
                  </a:moveTo>
                  <a:cubicBezTo>
                    <a:pt x="0" y="92413"/>
                    <a:pt x="30792" y="123179"/>
                    <a:pt x="67382" y="114320"/>
                  </a:cubicBezTo>
                  <a:cubicBezTo>
                    <a:pt x="72609" y="110796"/>
                    <a:pt x="85059" y="38882"/>
                    <a:pt x="85059" y="38882"/>
                  </a:cubicBezTo>
                  <a:cubicBezTo>
                    <a:pt x="85059" y="38882"/>
                    <a:pt x="85059" y="-1027"/>
                    <a:pt x="54647" y="20"/>
                  </a:cubicBezTo>
                  <a:cubicBezTo>
                    <a:pt x="24235" y="1068"/>
                    <a:pt x="0" y="92413"/>
                    <a:pt x="0" y="92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2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1701" name="Google Shape;1701;p2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1702" name="Google Shape;1702;p28"/>
          <p:cNvGrpSpPr/>
          <p:nvPr/>
        </p:nvGrpSpPr>
        <p:grpSpPr>
          <a:xfrm>
            <a:off x="477963" y="1650359"/>
            <a:ext cx="2051418" cy="2588394"/>
            <a:chOff x="1083025" y="1574025"/>
            <a:chExt cx="1834900" cy="2315200"/>
          </a:xfrm>
        </p:grpSpPr>
        <p:sp>
          <p:nvSpPr>
            <p:cNvPr id="1703" name="Google Shape;1703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04" name="Google Shape;1704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05" name="Google Shape;1705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06" name="Google Shape;1706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07" name="Google Shape;1707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08" name="Google Shape;1708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9" name="Google Shape;1709;p28"/>
          <p:cNvGrpSpPr/>
          <p:nvPr/>
        </p:nvGrpSpPr>
        <p:grpSpPr>
          <a:xfrm>
            <a:off x="2388508" y="1650359"/>
            <a:ext cx="2051418" cy="2588394"/>
            <a:chOff x="1083025" y="1574025"/>
            <a:chExt cx="1834900" cy="2315200"/>
          </a:xfrm>
        </p:grpSpPr>
        <p:sp>
          <p:nvSpPr>
            <p:cNvPr id="1710" name="Google Shape;1710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1" name="Google Shape;1711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2" name="Google Shape;1712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13" name="Google Shape;1713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14" name="Google Shape;1714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15" name="Google Shape;1715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6" name="Google Shape;1716;p28"/>
          <p:cNvGrpSpPr/>
          <p:nvPr/>
        </p:nvGrpSpPr>
        <p:grpSpPr>
          <a:xfrm>
            <a:off x="4302291" y="1649564"/>
            <a:ext cx="2051418" cy="2588394"/>
            <a:chOff x="1083025" y="1574025"/>
            <a:chExt cx="1834900" cy="2315200"/>
          </a:xfrm>
        </p:grpSpPr>
        <p:sp>
          <p:nvSpPr>
            <p:cNvPr id="1717" name="Google Shape;1717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8" name="Google Shape;1718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9" name="Google Shape;1719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20" name="Google Shape;1720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DADCE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21" name="Google Shape;1721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22" name="Google Shape;1722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3" name="Google Shape;1723;p28"/>
          <p:cNvGrpSpPr/>
          <p:nvPr/>
        </p:nvGrpSpPr>
        <p:grpSpPr>
          <a:xfrm>
            <a:off x="6217659" y="1649551"/>
            <a:ext cx="2051418" cy="2588394"/>
            <a:chOff x="1083025" y="1574025"/>
            <a:chExt cx="1834900" cy="2315200"/>
          </a:xfrm>
        </p:grpSpPr>
        <p:sp>
          <p:nvSpPr>
            <p:cNvPr id="1724" name="Google Shape;1724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25" name="Google Shape;1725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26" name="Google Shape;1726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27" name="Google Shape;1727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DADCE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28" name="Google Shape;1728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29" name="Google Shape;1729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1735" name="Google Shape;1735;p29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1736" name="Google Shape;1736;p29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1737" name="Google Shape;1737;p29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38" name="Google Shape;1738;p2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739" name="Google Shape;1739;p29"/>
          <p:cNvSpPr txBox="1">
            <a:spLocks noGrp="1"/>
          </p:cNvSpPr>
          <p:nvPr>
            <p:ph type="body" idx="1"/>
          </p:nvPr>
        </p:nvSpPr>
        <p:spPr>
          <a:xfrm>
            <a:off x="457200" y="33673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1740" name="Google Shape;1740;p29"/>
          <p:cNvSpPr txBox="1">
            <a:spLocks noGrp="1"/>
          </p:cNvSpPr>
          <p:nvPr>
            <p:ph type="body" idx="2"/>
          </p:nvPr>
        </p:nvSpPr>
        <p:spPr>
          <a:xfrm>
            <a:off x="3290250" y="33673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1741" name="Google Shape;1741;p29"/>
          <p:cNvSpPr txBox="1">
            <a:spLocks noGrp="1"/>
          </p:cNvSpPr>
          <p:nvPr>
            <p:ph type="body" idx="3"/>
          </p:nvPr>
        </p:nvSpPr>
        <p:spPr>
          <a:xfrm>
            <a:off x="6123300" y="33673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30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1747" name="Google Shape;1747;p3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1748" name="Google Shape;1748;p30"/>
          <p:cNvGrpSpPr/>
          <p:nvPr/>
        </p:nvGrpSpPr>
        <p:grpSpPr>
          <a:xfrm>
            <a:off x="6052563" y="735135"/>
            <a:ext cx="2596372" cy="2900838"/>
            <a:chOff x="2181300" y="231400"/>
            <a:chExt cx="4262637" cy="4762499"/>
          </a:xfrm>
        </p:grpSpPr>
        <p:sp>
          <p:nvSpPr>
            <p:cNvPr id="1749" name="Google Shape;1749;p30"/>
            <p:cNvSpPr/>
            <p:nvPr/>
          </p:nvSpPr>
          <p:spPr>
            <a:xfrm>
              <a:off x="4504120" y="3382365"/>
              <a:ext cx="236644" cy="133254"/>
            </a:xfrm>
            <a:custGeom>
              <a:avLst/>
              <a:gdLst/>
              <a:ahLst/>
              <a:cxnLst/>
              <a:rect l="l" t="t" r="r" b="b"/>
              <a:pathLst>
                <a:path w="236644" h="133254" extrusionOk="0">
                  <a:moveTo>
                    <a:pt x="125355" y="133255"/>
                  </a:moveTo>
                  <a:lnTo>
                    <a:pt x="0" y="64389"/>
                  </a:lnTo>
                  <a:lnTo>
                    <a:pt x="111289" y="0"/>
                  </a:lnTo>
                  <a:lnTo>
                    <a:pt x="236644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0"/>
            <p:cNvSpPr/>
            <p:nvPr/>
          </p:nvSpPr>
          <p:spPr>
            <a:xfrm>
              <a:off x="5178128" y="3780033"/>
              <a:ext cx="236549" cy="133254"/>
            </a:xfrm>
            <a:custGeom>
              <a:avLst/>
              <a:gdLst/>
              <a:ahLst/>
              <a:cxnLst/>
              <a:rect l="l" t="t" r="r" b="b"/>
              <a:pathLst>
                <a:path w="236549" h="133254" extrusionOk="0">
                  <a:moveTo>
                    <a:pt x="125355" y="133255"/>
                  </a:moveTo>
                  <a:lnTo>
                    <a:pt x="0" y="64294"/>
                  </a:lnTo>
                  <a:lnTo>
                    <a:pt x="111290" y="0"/>
                  </a:lnTo>
                  <a:lnTo>
                    <a:pt x="236549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0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0"/>
            <p:cNvSpPr/>
            <p:nvPr/>
          </p:nvSpPr>
          <p:spPr>
            <a:xfrm>
              <a:off x="4629475" y="2174500"/>
              <a:ext cx="494671" cy="1273873"/>
            </a:xfrm>
            <a:custGeom>
              <a:avLst/>
              <a:gdLst/>
              <a:ahLst/>
              <a:cxnLst/>
              <a:rect l="l" t="t" r="r" b="b"/>
              <a:pathLst>
                <a:path w="494671" h="1273873" extrusionOk="0">
                  <a:moveTo>
                    <a:pt x="118227" y="1273873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672" y="68389"/>
                  </a:lnTo>
                  <a:lnTo>
                    <a:pt x="118227" y="127387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30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30"/>
            <p:cNvSpPr/>
            <p:nvPr/>
          </p:nvSpPr>
          <p:spPr>
            <a:xfrm>
              <a:off x="5160832" y="224917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485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30"/>
            <p:cNvSpPr/>
            <p:nvPr/>
          </p:nvSpPr>
          <p:spPr>
            <a:xfrm>
              <a:off x="5078053" y="229651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390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30"/>
            <p:cNvSpPr/>
            <p:nvPr/>
          </p:nvSpPr>
          <p:spPr>
            <a:xfrm>
              <a:off x="4075404" y="1596713"/>
              <a:ext cx="2321774" cy="1343501"/>
            </a:xfrm>
            <a:custGeom>
              <a:avLst/>
              <a:gdLst/>
              <a:ahLst/>
              <a:cxnLst/>
              <a:rect l="l" t="t" r="r" b="b"/>
              <a:pathLst>
                <a:path w="2321774" h="1343501" extrusionOk="0">
                  <a:moveTo>
                    <a:pt x="2221415" y="1343501"/>
                  </a:moveTo>
                  <a:lnTo>
                    <a:pt x="0" y="58103"/>
                  </a:lnTo>
                  <a:lnTo>
                    <a:pt x="100360" y="0"/>
                  </a:lnTo>
                  <a:lnTo>
                    <a:pt x="2321775" y="1285399"/>
                  </a:lnTo>
                  <a:lnTo>
                    <a:pt x="2221415" y="134350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30"/>
            <p:cNvSpPr/>
            <p:nvPr/>
          </p:nvSpPr>
          <p:spPr>
            <a:xfrm>
              <a:off x="4075404" y="1654530"/>
              <a:ext cx="2221415" cy="1401603"/>
            </a:xfrm>
            <a:custGeom>
              <a:avLst/>
              <a:gdLst/>
              <a:ahLst/>
              <a:cxnLst/>
              <a:rect l="l" t="t" r="r" b="b"/>
              <a:pathLst>
                <a:path w="2221415" h="1401603" extrusionOk="0">
                  <a:moveTo>
                    <a:pt x="2221415" y="1401604"/>
                  </a:moveTo>
                  <a:lnTo>
                    <a:pt x="0" y="116205"/>
                  </a:lnTo>
                  <a:lnTo>
                    <a:pt x="0" y="0"/>
                  </a:lnTo>
                  <a:lnTo>
                    <a:pt x="2221415" y="1285399"/>
                  </a:lnTo>
                  <a:lnTo>
                    <a:pt x="2221415" y="140160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30"/>
            <p:cNvSpPr/>
            <p:nvPr/>
          </p:nvSpPr>
          <p:spPr>
            <a:xfrm>
              <a:off x="4206176" y="231400"/>
              <a:ext cx="2045689" cy="2621660"/>
            </a:xfrm>
            <a:custGeom>
              <a:avLst/>
              <a:gdLst/>
              <a:ahLst/>
              <a:cxnLst/>
              <a:rect l="l" t="t" r="r" b="b"/>
              <a:pathLst>
                <a:path w="2045689" h="2621660" extrusionOk="0">
                  <a:moveTo>
                    <a:pt x="2045690" y="2621661"/>
                  </a:moveTo>
                  <a:lnTo>
                    <a:pt x="0" y="1437894"/>
                  </a:lnTo>
                  <a:lnTo>
                    <a:pt x="0" y="0"/>
                  </a:lnTo>
                  <a:lnTo>
                    <a:pt x="2045690" y="1183767"/>
                  </a:lnTo>
                  <a:lnTo>
                    <a:pt x="2045690" y="26216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30"/>
            <p:cNvSpPr/>
            <p:nvPr/>
          </p:nvSpPr>
          <p:spPr>
            <a:xfrm>
              <a:off x="6296819" y="2879159"/>
              <a:ext cx="101975" cy="176974"/>
            </a:xfrm>
            <a:custGeom>
              <a:avLst/>
              <a:gdLst/>
              <a:ahLst/>
              <a:cxnLst/>
              <a:rect l="l" t="t" r="r" b="b"/>
              <a:pathLst>
                <a:path w="101975" h="176974" extrusionOk="0">
                  <a:moveTo>
                    <a:pt x="101975" y="118015"/>
                  </a:moveTo>
                  <a:lnTo>
                    <a:pt x="0" y="176974"/>
                  </a:lnTo>
                  <a:lnTo>
                    <a:pt x="0" y="58960"/>
                  </a:lnTo>
                  <a:lnTo>
                    <a:pt x="101975" y="0"/>
                  </a:lnTo>
                  <a:lnTo>
                    <a:pt x="101975" y="118015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30"/>
            <p:cNvSpPr/>
            <p:nvPr/>
          </p:nvSpPr>
          <p:spPr>
            <a:xfrm>
              <a:off x="4356811" y="496480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1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30"/>
            <p:cNvSpPr/>
            <p:nvPr/>
          </p:nvSpPr>
          <p:spPr>
            <a:xfrm>
              <a:off x="4598397" y="636212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30"/>
            <p:cNvSpPr/>
            <p:nvPr/>
          </p:nvSpPr>
          <p:spPr>
            <a:xfrm>
              <a:off x="4356811" y="619924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30"/>
            <p:cNvSpPr/>
            <p:nvPr/>
          </p:nvSpPr>
          <p:spPr>
            <a:xfrm>
              <a:off x="4598397" y="759656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30"/>
            <p:cNvSpPr/>
            <p:nvPr/>
          </p:nvSpPr>
          <p:spPr>
            <a:xfrm>
              <a:off x="4356811" y="761466"/>
              <a:ext cx="169452" cy="163448"/>
            </a:xfrm>
            <a:custGeom>
              <a:avLst/>
              <a:gdLst/>
              <a:ahLst/>
              <a:cxnLst/>
              <a:rect l="l" t="t" r="r" b="b"/>
              <a:pathLst>
                <a:path w="169452" h="163448" extrusionOk="0">
                  <a:moveTo>
                    <a:pt x="169453" y="16344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169453" y="98107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30"/>
            <p:cNvSpPr/>
            <p:nvPr/>
          </p:nvSpPr>
          <p:spPr>
            <a:xfrm>
              <a:off x="4598397" y="901293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30"/>
            <p:cNvSpPr/>
            <p:nvPr/>
          </p:nvSpPr>
          <p:spPr>
            <a:xfrm>
              <a:off x="4356811" y="903102"/>
              <a:ext cx="169452" cy="163449"/>
            </a:xfrm>
            <a:custGeom>
              <a:avLst/>
              <a:gdLst/>
              <a:ahLst/>
              <a:cxnLst/>
              <a:rect l="l" t="t" r="r" b="b"/>
              <a:pathLst>
                <a:path w="169452" h="163449" extrusionOk="0">
                  <a:moveTo>
                    <a:pt x="169453" y="16344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30"/>
            <p:cNvSpPr/>
            <p:nvPr/>
          </p:nvSpPr>
          <p:spPr>
            <a:xfrm>
              <a:off x="4598397" y="1042929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30"/>
            <p:cNvSpPr/>
            <p:nvPr/>
          </p:nvSpPr>
          <p:spPr>
            <a:xfrm>
              <a:off x="5115879" y="982814"/>
              <a:ext cx="204046" cy="276142"/>
            </a:xfrm>
            <a:custGeom>
              <a:avLst/>
              <a:gdLst/>
              <a:ahLst/>
              <a:cxnLst/>
              <a:rect l="l" t="t" r="r" b="b"/>
              <a:pathLst>
                <a:path w="204046" h="276142" extrusionOk="0">
                  <a:moveTo>
                    <a:pt x="665" y="41256"/>
                  </a:moveTo>
                  <a:cubicBezTo>
                    <a:pt x="38205" y="-7321"/>
                    <a:pt x="105207" y="-15132"/>
                    <a:pt x="182188" y="29255"/>
                  </a:cubicBezTo>
                  <a:cubicBezTo>
                    <a:pt x="189601" y="33541"/>
                    <a:pt x="196918" y="38208"/>
                    <a:pt x="204046" y="43161"/>
                  </a:cubicBezTo>
                  <a:lnTo>
                    <a:pt x="182663" y="276143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30"/>
            <p:cNvSpPr/>
            <p:nvPr/>
          </p:nvSpPr>
          <p:spPr>
            <a:xfrm>
              <a:off x="5297876" y="1025975"/>
              <a:ext cx="199579" cy="260699"/>
            </a:xfrm>
            <a:custGeom>
              <a:avLst/>
              <a:gdLst/>
              <a:ahLst/>
              <a:cxnLst/>
              <a:rect l="l" t="t" r="r" b="b"/>
              <a:pathLst>
                <a:path w="199579" h="260699" extrusionOk="0">
                  <a:moveTo>
                    <a:pt x="199580" y="260699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864"/>
                    <a:pt x="171733" y="158972"/>
                    <a:pt x="199580" y="2606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30"/>
            <p:cNvSpPr/>
            <p:nvPr/>
          </p:nvSpPr>
          <p:spPr>
            <a:xfrm>
              <a:off x="5298541" y="1258956"/>
              <a:ext cx="212884" cy="276193"/>
            </a:xfrm>
            <a:custGeom>
              <a:avLst/>
              <a:gdLst/>
              <a:ahLst/>
              <a:cxnLst/>
              <a:rect l="l" t="t" r="r" b="b"/>
              <a:pathLst>
                <a:path w="212884" h="276193" extrusionOk="0">
                  <a:moveTo>
                    <a:pt x="212885" y="123444"/>
                  </a:moveTo>
                  <a:cubicBezTo>
                    <a:pt x="212885" y="228219"/>
                    <a:pt x="155862" y="285369"/>
                    <a:pt x="76315" y="274987"/>
                  </a:cubicBezTo>
                  <a:lnTo>
                    <a:pt x="0" y="0"/>
                  </a:lnTo>
                  <a:lnTo>
                    <a:pt x="199580" y="27718"/>
                  </a:lnTo>
                  <a:cubicBezTo>
                    <a:pt x="208332" y="58874"/>
                    <a:pt x="212809" y="91078"/>
                    <a:pt x="212885" y="123444"/>
                  </a:cubicBez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30"/>
            <p:cNvSpPr/>
            <p:nvPr/>
          </p:nvSpPr>
          <p:spPr>
            <a:xfrm>
              <a:off x="5084706" y="1024070"/>
              <a:ext cx="290055" cy="509778"/>
            </a:xfrm>
            <a:custGeom>
              <a:avLst/>
              <a:gdLst/>
              <a:ahLst/>
              <a:cxnLst/>
              <a:rect l="l" t="t" r="r" b="b"/>
              <a:pathLst>
                <a:path w="290055" h="509778" extrusionOk="0">
                  <a:moveTo>
                    <a:pt x="31172" y="952"/>
                  </a:moveTo>
                  <a:cubicBezTo>
                    <a:pt x="11405" y="26956"/>
                    <a:pt x="0" y="64389"/>
                    <a:pt x="0" y="111442"/>
                  </a:cubicBezTo>
                  <a:cubicBezTo>
                    <a:pt x="0" y="247840"/>
                    <a:pt x="95513" y="413575"/>
                    <a:pt x="213360" y="481775"/>
                  </a:cubicBezTo>
                  <a:cubicBezTo>
                    <a:pt x="236863" y="496024"/>
                    <a:pt x="262913" y="505539"/>
                    <a:pt x="290055" y="509778"/>
                  </a:cubicBezTo>
                  <a:lnTo>
                    <a:pt x="213835" y="234886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30"/>
            <p:cNvSpPr/>
            <p:nvPr/>
          </p:nvSpPr>
          <p:spPr>
            <a:xfrm>
              <a:off x="5705494" y="1324174"/>
              <a:ext cx="204331" cy="276159"/>
            </a:xfrm>
            <a:custGeom>
              <a:avLst/>
              <a:gdLst/>
              <a:ahLst/>
              <a:cxnLst/>
              <a:rect l="l" t="t" r="r" b="b"/>
              <a:pathLst>
                <a:path w="204331" h="276159" extrusionOk="0">
                  <a:moveTo>
                    <a:pt x="950" y="41272"/>
                  </a:moveTo>
                  <a:cubicBezTo>
                    <a:pt x="38490" y="-7305"/>
                    <a:pt x="105492" y="-15116"/>
                    <a:pt x="182473" y="29176"/>
                  </a:cubicBezTo>
                  <a:cubicBezTo>
                    <a:pt x="189885" y="33462"/>
                    <a:pt x="197108" y="38129"/>
                    <a:pt x="204331" y="43178"/>
                  </a:cubicBezTo>
                  <a:lnTo>
                    <a:pt x="182283" y="276159"/>
                  </a:lnTo>
                  <a:lnTo>
                    <a:pt x="0" y="42130"/>
                  </a:lnTo>
                  <a:close/>
                </a:path>
              </a:pathLst>
            </a:custGeom>
            <a:solidFill>
              <a:srgbClr val="5435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30"/>
            <p:cNvSpPr/>
            <p:nvPr/>
          </p:nvSpPr>
          <p:spPr>
            <a:xfrm>
              <a:off x="5887776" y="1367351"/>
              <a:ext cx="199579" cy="260603"/>
            </a:xfrm>
            <a:custGeom>
              <a:avLst/>
              <a:gdLst/>
              <a:ahLst/>
              <a:cxnLst/>
              <a:rect l="l" t="t" r="r" b="b"/>
              <a:pathLst>
                <a:path w="199579" h="260603" extrusionOk="0">
                  <a:moveTo>
                    <a:pt x="199580" y="260604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769"/>
                    <a:pt x="171638" y="158877"/>
                    <a:pt x="199580" y="260604"/>
                  </a:cubicBezTo>
                  <a:close/>
                </a:path>
              </a:pathLst>
            </a:custGeom>
            <a:solidFill>
              <a:srgbClr val="1B96E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30"/>
            <p:cNvSpPr/>
            <p:nvPr/>
          </p:nvSpPr>
          <p:spPr>
            <a:xfrm>
              <a:off x="5887776" y="1600333"/>
              <a:ext cx="213550" cy="276118"/>
            </a:xfrm>
            <a:custGeom>
              <a:avLst/>
              <a:gdLst/>
              <a:ahLst/>
              <a:cxnLst/>
              <a:rect l="l" t="t" r="r" b="b"/>
              <a:pathLst>
                <a:path w="213550" h="276118" extrusionOk="0">
                  <a:moveTo>
                    <a:pt x="213550" y="123444"/>
                  </a:moveTo>
                  <a:cubicBezTo>
                    <a:pt x="213550" y="228219"/>
                    <a:pt x="156527" y="285369"/>
                    <a:pt x="76981" y="274892"/>
                  </a:cubicBezTo>
                  <a:lnTo>
                    <a:pt x="0" y="0"/>
                  </a:lnTo>
                  <a:lnTo>
                    <a:pt x="199580" y="27622"/>
                  </a:lnTo>
                  <a:cubicBezTo>
                    <a:pt x="208504" y="58788"/>
                    <a:pt x="213208" y="91021"/>
                    <a:pt x="213550" y="1234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30"/>
            <p:cNvSpPr/>
            <p:nvPr/>
          </p:nvSpPr>
          <p:spPr>
            <a:xfrm>
              <a:off x="5674606" y="1365446"/>
              <a:ext cx="290055" cy="509682"/>
            </a:xfrm>
            <a:custGeom>
              <a:avLst/>
              <a:gdLst/>
              <a:ahLst/>
              <a:cxnLst/>
              <a:rect l="l" t="t" r="r" b="b"/>
              <a:pathLst>
                <a:path w="290055" h="509682" extrusionOk="0">
                  <a:moveTo>
                    <a:pt x="31077" y="857"/>
                  </a:moveTo>
                  <a:cubicBezTo>
                    <a:pt x="11404" y="26956"/>
                    <a:pt x="0" y="64294"/>
                    <a:pt x="0" y="111347"/>
                  </a:cubicBezTo>
                  <a:cubicBezTo>
                    <a:pt x="0" y="247745"/>
                    <a:pt x="95513" y="413575"/>
                    <a:pt x="213360" y="481775"/>
                  </a:cubicBezTo>
                  <a:cubicBezTo>
                    <a:pt x="236844" y="496033"/>
                    <a:pt x="262913" y="505520"/>
                    <a:pt x="290055" y="509683"/>
                  </a:cubicBezTo>
                  <a:lnTo>
                    <a:pt x="213170" y="234887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30"/>
            <p:cNvSpPr/>
            <p:nvPr/>
          </p:nvSpPr>
          <p:spPr>
            <a:xfrm>
              <a:off x="5115879" y="1943808"/>
              <a:ext cx="971477" cy="359289"/>
            </a:xfrm>
            <a:custGeom>
              <a:avLst/>
              <a:gdLst/>
              <a:ahLst/>
              <a:cxnLst/>
              <a:rect l="l" t="t" r="r" b="b"/>
              <a:pathLst>
                <a:path w="971477" h="359289" extrusionOk="0">
                  <a:moveTo>
                    <a:pt x="0" y="102961"/>
                  </a:moveTo>
                  <a:cubicBezTo>
                    <a:pt x="0" y="102961"/>
                    <a:pt x="144553" y="-173264"/>
                    <a:pt x="511684" y="179161"/>
                  </a:cubicBezTo>
                  <a:cubicBezTo>
                    <a:pt x="878815" y="531586"/>
                    <a:pt x="971477" y="258218"/>
                    <a:pt x="971477" y="258218"/>
                  </a:cubicBezTo>
                </a:path>
              </a:pathLst>
            </a:custGeom>
            <a:noFill/>
            <a:ln w="13475" cap="flat" cmpd="sng">
              <a:solidFill>
                <a:srgbClr val="D6D8E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30"/>
            <p:cNvSpPr/>
            <p:nvPr/>
          </p:nvSpPr>
          <p:spPr>
            <a:xfrm rot="-1801764">
              <a:off x="5403245" y="1931037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1" y="86677"/>
                    <a:pt x="0" y="67274"/>
                    <a:pt x="0" y="43339"/>
                  </a:cubicBezTo>
                  <a:cubicBezTo>
                    <a:pt x="0" y="19403"/>
                    <a:pt x="11191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30"/>
            <p:cNvSpPr/>
            <p:nvPr/>
          </p:nvSpPr>
          <p:spPr>
            <a:xfrm rot="-1801764">
              <a:off x="5143652" y="193052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0" y="86677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30"/>
            <p:cNvSpPr/>
            <p:nvPr/>
          </p:nvSpPr>
          <p:spPr>
            <a:xfrm rot="-1790023">
              <a:off x="5694653" y="2149239"/>
              <a:ext cx="50164" cy="86979"/>
            </a:xfrm>
            <a:custGeom>
              <a:avLst/>
              <a:gdLst/>
              <a:ahLst/>
              <a:cxnLst/>
              <a:rect l="l" t="t" r="r" b="b"/>
              <a:pathLst>
                <a:path w="50162" h="86976" extrusionOk="0">
                  <a:moveTo>
                    <a:pt x="50164" y="43489"/>
                  </a:moveTo>
                  <a:cubicBezTo>
                    <a:pt x="50164" y="67507"/>
                    <a:pt x="38934" y="86977"/>
                    <a:pt x="25082" y="86977"/>
                  </a:cubicBezTo>
                  <a:cubicBezTo>
                    <a:pt x="11231" y="86977"/>
                    <a:pt x="1" y="67507"/>
                    <a:pt x="1" y="43489"/>
                  </a:cubicBezTo>
                  <a:cubicBezTo>
                    <a:pt x="1" y="19471"/>
                    <a:pt x="11231" y="1"/>
                    <a:pt x="25082" y="1"/>
                  </a:cubicBezTo>
                  <a:cubicBezTo>
                    <a:pt x="38934" y="1"/>
                    <a:pt x="50164" y="19471"/>
                    <a:pt x="50164" y="4348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30"/>
            <p:cNvSpPr/>
            <p:nvPr/>
          </p:nvSpPr>
          <p:spPr>
            <a:xfrm rot="-1801764">
              <a:off x="5993267" y="223694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30"/>
            <p:cNvSpPr/>
            <p:nvPr/>
          </p:nvSpPr>
          <p:spPr>
            <a:xfrm>
              <a:off x="4356811" y="1418691"/>
              <a:ext cx="57973" cy="235172"/>
            </a:xfrm>
            <a:custGeom>
              <a:avLst/>
              <a:gdLst/>
              <a:ahLst/>
              <a:cxnLst/>
              <a:rect l="l" t="t" r="r" b="b"/>
              <a:pathLst>
                <a:path w="57973" h="235172" extrusionOk="0">
                  <a:moveTo>
                    <a:pt x="57973" y="235172"/>
                  </a:moveTo>
                  <a:lnTo>
                    <a:pt x="0" y="201549"/>
                  </a:lnTo>
                  <a:lnTo>
                    <a:pt x="0" y="0"/>
                  </a:lnTo>
                  <a:lnTo>
                    <a:pt x="57973" y="33623"/>
                  </a:lnTo>
                  <a:lnTo>
                    <a:pt x="57973" y="23517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30"/>
            <p:cNvSpPr/>
            <p:nvPr/>
          </p:nvSpPr>
          <p:spPr>
            <a:xfrm>
              <a:off x="4517330" y="1440789"/>
              <a:ext cx="58068" cy="305942"/>
            </a:xfrm>
            <a:custGeom>
              <a:avLst/>
              <a:gdLst/>
              <a:ahLst/>
              <a:cxnLst/>
              <a:rect l="l" t="t" r="r" b="b"/>
              <a:pathLst>
                <a:path w="58068" h="305942" extrusionOk="0">
                  <a:moveTo>
                    <a:pt x="58068" y="305943"/>
                  </a:moveTo>
                  <a:lnTo>
                    <a:pt x="0" y="272320"/>
                  </a:lnTo>
                  <a:lnTo>
                    <a:pt x="0" y="0"/>
                  </a:lnTo>
                  <a:lnTo>
                    <a:pt x="58068" y="33623"/>
                  </a:lnTo>
                  <a:lnTo>
                    <a:pt x="58068" y="30594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30"/>
            <p:cNvSpPr/>
            <p:nvPr/>
          </p:nvSpPr>
          <p:spPr>
            <a:xfrm>
              <a:off x="4677849" y="1415738"/>
              <a:ext cx="58067" cy="423862"/>
            </a:xfrm>
            <a:custGeom>
              <a:avLst/>
              <a:gdLst/>
              <a:ahLst/>
              <a:cxnLst/>
              <a:rect l="l" t="t" r="r" b="b"/>
              <a:pathLst>
                <a:path w="58067" h="423862" extrusionOk="0">
                  <a:moveTo>
                    <a:pt x="58068" y="423863"/>
                  </a:moveTo>
                  <a:lnTo>
                    <a:pt x="0" y="390335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423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30"/>
            <p:cNvSpPr/>
            <p:nvPr/>
          </p:nvSpPr>
          <p:spPr>
            <a:xfrm>
              <a:off x="4838368" y="1414214"/>
              <a:ext cx="58068" cy="518255"/>
            </a:xfrm>
            <a:custGeom>
              <a:avLst/>
              <a:gdLst/>
              <a:ahLst/>
              <a:cxnLst/>
              <a:rect l="l" t="t" r="r" b="b"/>
              <a:pathLst>
                <a:path w="58068" h="518255" extrusionOk="0">
                  <a:moveTo>
                    <a:pt x="58068" y="518255"/>
                  </a:moveTo>
                  <a:lnTo>
                    <a:pt x="0" y="484727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518255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30"/>
            <p:cNvSpPr/>
            <p:nvPr/>
          </p:nvSpPr>
          <p:spPr>
            <a:xfrm>
              <a:off x="5343399" y="3731361"/>
              <a:ext cx="99124" cy="151542"/>
            </a:xfrm>
            <a:custGeom>
              <a:avLst/>
              <a:gdLst/>
              <a:ahLst/>
              <a:cxnLst/>
              <a:rect l="l" t="t" r="r" b="b"/>
              <a:pathLst>
                <a:path w="99124" h="151542" extrusionOk="0">
                  <a:moveTo>
                    <a:pt x="16347" y="151543"/>
                  </a:moveTo>
                  <a:lnTo>
                    <a:pt x="99124" y="104204"/>
                  </a:lnTo>
                  <a:lnTo>
                    <a:pt x="0" y="0"/>
                  </a:lnTo>
                  <a:lnTo>
                    <a:pt x="16347" y="15154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30"/>
            <p:cNvSpPr/>
            <p:nvPr/>
          </p:nvSpPr>
          <p:spPr>
            <a:xfrm>
              <a:off x="4678419" y="3350075"/>
              <a:ext cx="69282" cy="136588"/>
            </a:xfrm>
            <a:custGeom>
              <a:avLst/>
              <a:gdLst/>
              <a:ahLst/>
              <a:cxnLst/>
              <a:rect l="l" t="t" r="r" b="b"/>
              <a:pathLst>
                <a:path w="69282" h="136588" extrusionOk="0">
                  <a:moveTo>
                    <a:pt x="0" y="136588"/>
                  </a:moveTo>
                  <a:lnTo>
                    <a:pt x="69283" y="98298"/>
                  </a:lnTo>
                  <a:lnTo>
                    <a:pt x="42672" y="0"/>
                  </a:lnTo>
                  <a:lnTo>
                    <a:pt x="0" y="136588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87" name="Google Shape;1787;p30"/>
            <p:cNvGrpSpPr/>
            <p:nvPr/>
          </p:nvGrpSpPr>
          <p:grpSpPr>
            <a:xfrm>
              <a:off x="3103642" y="4105408"/>
              <a:ext cx="746807" cy="516445"/>
              <a:chOff x="4884742" y="4921758"/>
              <a:chExt cx="746807" cy="516445"/>
            </a:xfrm>
          </p:grpSpPr>
          <p:sp>
            <p:nvSpPr>
              <p:cNvPr id="1788" name="Google Shape;1788;p30"/>
              <p:cNvSpPr/>
              <p:nvPr/>
            </p:nvSpPr>
            <p:spPr>
              <a:xfrm>
                <a:off x="4884742" y="505358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30"/>
              <p:cNvSpPr/>
              <p:nvPr/>
            </p:nvSpPr>
            <p:spPr>
              <a:xfrm>
                <a:off x="4966950" y="5004149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30"/>
              <p:cNvSpPr/>
              <p:nvPr/>
            </p:nvSpPr>
            <p:spPr>
              <a:xfrm>
                <a:off x="4967045" y="5111781"/>
                <a:ext cx="65671" cy="87534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534" extrusionOk="0">
                    <a:moveTo>
                      <a:pt x="0" y="87534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534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30"/>
              <p:cNvSpPr/>
              <p:nvPr/>
            </p:nvSpPr>
            <p:spPr>
              <a:xfrm>
                <a:off x="5581465" y="5114067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30"/>
              <p:cNvSpPr/>
              <p:nvPr/>
            </p:nvSpPr>
            <p:spPr>
              <a:xfrm>
                <a:off x="4966950" y="4921758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30"/>
              <p:cNvSpPr/>
              <p:nvPr/>
            </p:nvSpPr>
            <p:spPr>
              <a:xfrm>
                <a:off x="5061432" y="4974074"/>
                <a:ext cx="475691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248" extrusionOk="0">
                    <a:moveTo>
                      <a:pt x="475270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135" y="288679"/>
                      <a:pt x="162500" y="288679"/>
                      <a:pt x="69553" y="234958"/>
                    </a:cubicBezTo>
                    <a:cubicBezTo>
                      <a:pt x="26786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135" y="-13454"/>
                      <a:pt x="405987" y="40362"/>
                    </a:cubicBezTo>
                    <a:cubicBezTo>
                      <a:pt x="456072" y="69318"/>
                      <a:pt x="479167" y="107990"/>
                      <a:pt x="475270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30"/>
              <p:cNvSpPr/>
              <p:nvPr/>
            </p:nvSpPr>
            <p:spPr>
              <a:xfrm>
                <a:off x="5061893" y="4990552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675" y="272201"/>
                      <a:pt x="162040" y="272201"/>
                      <a:pt x="69092" y="218480"/>
                    </a:cubicBezTo>
                    <a:cubicBezTo>
                      <a:pt x="26325" y="193715"/>
                      <a:pt x="3231" y="161806"/>
                      <a:pt x="0" y="129421"/>
                    </a:cubicBezTo>
                    <a:cubicBezTo>
                      <a:pt x="3231" y="97036"/>
                      <a:pt x="26325" y="65127"/>
                      <a:pt x="69092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127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30"/>
              <p:cNvSpPr/>
              <p:nvPr/>
            </p:nvSpPr>
            <p:spPr>
              <a:xfrm>
                <a:off x="5183826" y="5052822"/>
                <a:ext cx="221040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4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336"/>
                      <a:pt x="94943" y="24193"/>
                      <a:pt x="90096" y="25146"/>
                    </a:cubicBezTo>
                    <a:cubicBezTo>
                      <a:pt x="85249" y="26098"/>
                      <a:pt x="80117" y="27527"/>
                      <a:pt x="74890" y="29051"/>
                    </a:cubicBezTo>
                    <a:cubicBezTo>
                      <a:pt x="69796" y="30623"/>
                      <a:pt x="64816" y="32537"/>
                      <a:pt x="59969" y="34766"/>
                    </a:cubicBezTo>
                    <a:lnTo>
                      <a:pt x="97984" y="56864"/>
                    </a:lnTo>
                    <a:lnTo>
                      <a:pt x="104922" y="54483"/>
                    </a:lnTo>
                    <a:cubicBezTo>
                      <a:pt x="114426" y="51244"/>
                      <a:pt x="123929" y="48482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643"/>
                      <a:pt x="172399" y="42148"/>
                      <a:pt x="179907" y="43624"/>
                    </a:cubicBezTo>
                    <a:cubicBezTo>
                      <a:pt x="187548" y="45291"/>
                      <a:pt x="194856" y="48187"/>
                      <a:pt x="201575" y="52197"/>
                    </a:cubicBezTo>
                    <a:cubicBezTo>
                      <a:pt x="208237" y="55512"/>
                      <a:pt x="213940" y="60503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280" y="101660"/>
                      <a:pt x="200416" y="106299"/>
                      <a:pt x="194067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68" y="123472"/>
                      <a:pt x="156746" y="128101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141" y="116014"/>
                    </a:lnTo>
                    <a:cubicBezTo>
                      <a:pt x="93517" y="116014"/>
                      <a:pt x="97129" y="116014"/>
                      <a:pt x="101881" y="115252"/>
                    </a:cubicBezTo>
                    <a:cubicBezTo>
                      <a:pt x="106632" y="114490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2905" y="80486"/>
                    </a:lnTo>
                    <a:lnTo>
                      <a:pt x="107773" y="82010"/>
                    </a:lnTo>
                    <a:cubicBezTo>
                      <a:pt x="99143" y="84982"/>
                      <a:pt x="90352" y="87458"/>
                      <a:pt x="81447" y="89440"/>
                    </a:cubicBezTo>
                    <a:cubicBezTo>
                      <a:pt x="74091" y="91192"/>
                      <a:pt x="66574" y="92212"/>
                      <a:pt x="59018" y="92488"/>
                    </a:cubicBezTo>
                    <a:cubicBezTo>
                      <a:pt x="52375" y="92745"/>
                      <a:pt x="45723" y="92097"/>
                      <a:pt x="39251" y="90583"/>
                    </a:cubicBezTo>
                    <a:cubicBezTo>
                      <a:pt x="32845" y="89049"/>
                      <a:pt x="26696" y="86573"/>
                      <a:pt x="21003" y="83248"/>
                    </a:cubicBezTo>
                    <a:cubicBezTo>
                      <a:pt x="14712" y="79953"/>
                      <a:pt x="9257" y="7525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43" y="34442"/>
                      <a:pt x="16670" y="29689"/>
                      <a:pt x="22524" y="25813"/>
                    </a:cubicBezTo>
                    <a:lnTo>
                      <a:pt x="0" y="12763"/>
                    </a:lnTo>
                    <a:lnTo>
                      <a:pt x="13210" y="5143"/>
                    </a:lnTo>
                    <a:lnTo>
                      <a:pt x="35544" y="18002"/>
                    </a:lnTo>
                    <a:cubicBezTo>
                      <a:pt x="45998" y="12811"/>
                      <a:pt x="56994" y="8782"/>
                      <a:pt x="68332" y="6001"/>
                    </a:cubicBezTo>
                    <a:cubicBezTo>
                      <a:pt x="79109" y="3257"/>
                      <a:pt x="90067" y="1248"/>
                      <a:pt x="101120" y="0"/>
                    </a:cubicBezTo>
                    <a:close/>
                    <a:moveTo>
                      <a:pt x="46949" y="62103"/>
                    </a:moveTo>
                    <a:cubicBezTo>
                      <a:pt x="52005" y="64941"/>
                      <a:pt x="57811" y="66170"/>
                      <a:pt x="63580" y="65627"/>
                    </a:cubicBezTo>
                    <a:cubicBezTo>
                      <a:pt x="71316" y="64770"/>
                      <a:pt x="78938" y="63036"/>
                      <a:pt x="86294" y="60484"/>
                    </a:cubicBezTo>
                    <a:lnTo>
                      <a:pt x="50560" y="39814"/>
                    </a:lnTo>
                    <a:cubicBezTo>
                      <a:pt x="37445" y="48320"/>
                      <a:pt x="36238" y="55750"/>
                      <a:pt x="46949" y="62103"/>
                    </a:cubicBezTo>
                    <a:close/>
                    <a:moveTo>
                      <a:pt x="172399" y="72580"/>
                    </a:moveTo>
                    <a:cubicBezTo>
                      <a:pt x="166953" y="69580"/>
                      <a:pt x="160680" y="68437"/>
                      <a:pt x="154532" y="69342"/>
                    </a:cubicBezTo>
                    <a:cubicBezTo>
                      <a:pt x="146083" y="70418"/>
                      <a:pt x="137748" y="72266"/>
                      <a:pt x="129632" y="74866"/>
                    </a:cubicBezTo>
                    <a:lnTo>
                      <a:pt x="165176" y="95440"/>
                    </a:lnTo>
                    <a:cubicBezTo>
                      <a:pt x="180287" y="86296"/>
                      <a:pt x="182758" y="78676"/>
                      <a:pt x="17239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30"/>
              <p:cNvSpPr/>
              <p:nvPr/>
            </p:nvSpPr>
            <p:spPr>
              <a:xfrm>
                <a:off x="5275158" y="5155977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859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30"/>
              <p:cNvSpPr/>
              <p:nvPr/>
            </p:nvSpPr>
            <p:spPr>
              <a:xfrm>
                <a:off x="5370766" y="5164169"/>
                <a:ext cx="31647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763" extrusionOk="0">
                    <a:moveTo>
                      <a:pt x="31648" y="12859"/>
                    </a:moveTo>
                    <a:lnTo>
                      <a:pt x="31648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648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30"/>
              <p:cNvSpPr/>
              <p:nvPr/>
            </p:nvSpPr>
            <p:spPr>
              <a:xfrm>
                <a:off x="5381410" y="5116639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30"/>
              <p:cNvSpPr/>
              <p:nvPr/>
            </p:nvSpPr>
            <p:spPr>
              <a:xfrm>
                <a:off x="5307090" y="5121401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210" y="15907"/>
                      <a:pt x="12545" y="1514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30"/>
              <p:cNvSpPr/>
              <p:nvPr/>
            </p:nvSpPr>
            <p:spPr>
              <a:xfrm>
                <a:off x="5234481" y="5079968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780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479"/>
                      <a:pt x="39346" y="17907"/>
                    </a:cubicBezTo>
                    <a:cubicBezTo>
                      <a:pt x="36029" y="14192"/>
                      <a:pt x="32189" y="10982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30"/>
              <p:cNvSpPr/>
              <p:nvPr/>
            </p:nvSpPr>
            <p:spPr>
              <a:xfrm>
                <a:off x="5275158" y="5056536"/>
                <a:ext cx="20623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623" h="18383" extrusionOk="0">
                    <a:moveTo>
                      <a:pt x="20623" y="18383"/>
                    </a:moveTo>
                    <a:lnTo>
                      <a:pt x="20623" y="5525"/>
                    </a:lnTo>
                    <a:lnTo>
                      <a:pt x="3706" y="0"/>
                    </a:lnTo>
                    <a:lnTo>
                      <a:pt x="0" y="10096"/>
                    </a:lnTo>
                    <a:lnTo>
                      <a:pt x="950" y="14764"/>
                    </a:lnTo>
                    <a:lnTo>
                      <a:pt x="20623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2" name="Google Shape;1802;p30"/>
              <p:cNvSpPr/>
              <p:nvPr/>
            </p:nvSpPr>
            <p:spPr>
              <a:xfrm>
                <a:off x="5183351" y="5052726"/>
                <a:ext cx="19577" cy="14573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573" extrusionOk="0">
                    <a:moveTo>
                      <a:pt x="0" y="12859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573"/>
                    </a:lnTo>
                    <a:lnTo>
                      <a:pt x="0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30"/>
              <p:cNvSpPr/>
              <p:nvPr/>
            </p:nvSpPr>
            <p:spPr>
              <a:xfrm>
                <a:off x="5184016" y="5095875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526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97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30"/>
              <p:cNvSpPr/>
              <p:nvPr/>
            </p:nvSpPr>
            <p:spPr>
              <a:xfrm>
                <a:off x="5183826" y="5039963"/>
                <a:ext cx="221034" cy="138969"/>
              </a:xfrm>
              <a:custGeom>
                <a:avLst/>
                <a:gdLst/>
                <a:ahLst/>
                <a:cxnLst/>
                <a:rect l="l" t="t" r="r" b="b"/>
                <a:pathLst>
                  <a:path w="221034" h="138969" extrusionOk="0">
                    <a:moveTo>
                      <a:pt x="111955" y="22098"/>
                    </a:moveTo>
                    <a:cubicBezTo>
                      <a:pt x="109027" y="22050"/>
                      <a:pt x="106100" y="22279"/>
                      <a:pt x="103211" y="22765"/>
                    </a:cubicBezTo>
                    <a:cubicBezTo>
                      <a:pt x="99315" y="23336"/>
                      <a:pt x="94943" y="24098"/>
                      <a:pt x="90096" y="25146"/>
                    </a:cubicBezTo>
                    <a:cubicBezTo>
                      <a:pt x="85249" y="26194"/>
                      <a:pt x="80117" y="27432"/>
                      <a:pt x="74890" y="29051"/>
                    </a:cubicBezTo>
                    <a:cubicBezTo>
                      <a:pt x="69786" y="30547"/>
                      <a:pt x="64797" y="32433"/>
                      <a:pt x="59969" y="34671"/>
                    </a:cubicBezTo>
                    <a:lnTo>
                      <a:pt x="97984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387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596"/>
                      <a:pt x="172408" y="42100"/>
                      <a:pt x="179907" y="43624"/>
                    </a:cubicBezTo>
                    <a:cubicBezTo>
                      <a:pt x="187548" y="45215"/>
                      <a:pt x="194875" y="48082"/>
                      <a:pt x="201575" y="52102"/>
                    </a:cubicBezTo>
                    <a:cubicBezTo>
                      <a:pt x="208218" y="55454"/>
                      <a:pt x="213911" y="60427"/>
                      <a:pt x="218112" y="66580"/>
                    </a:cubicBezTo>
                    <a:cubicBezTo>
                      <a:pt x="220858" y="71047"/>
                      <a:pt x="221714" y="76428"/>
                      <a:pt x="220488" y="81534"/>
                    </a:cubicBezTo>
                    <a:cubicBezTo>
                      <a:pt x="218901" y="87173"/>
                      <a:pt x="215812" y="92278"/>
                      <a:pt x="211554" y="96298"/>
                    </a:cubicBezTo>
                    <a:cubicBezTo>
                      <a:pt x="206280" y="101565"/>
                      <a:pt x="200416" y="106204"/>
                      <a:pt x="194067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634"/>
                    </a:lnTo>
                    <a:cubicBezTo>
                      <a:pt x="168977" y="123425"/>
                      <a:pt x="156755" y="128045"/>
                      <a:pt x="144172" y="131445"/>
                    </a:cubicBezTo>
                    <a:cubicBezTo>
                      <a:pt x="131019" y="135131"/>
                      <a:pt x="117562" y="137655"/>
                      <a:pt x="103971" y="138970"/>
                    </a:cubicBezTo>
                    <a:lnTo>
                      <a:pt x="91141" y="116014"/>
                    </a:lnTo>
                    <a:cubicBezTo>
                      <a:pt x="94734" y="115929"/>
                      <a:pt x="98317" y="115633"/>
                      <a:pt x="101881" y="115157"/>
                    </a:cubicBezTo>
                    <a:cubicBezTo>
                      <a:pt x="107279" y="114519"/>
                      <a:pt x="112639" y="113595"/>
                      <a:pt x="117942" y="112395"/>
                    </a:cubicBezTo>
                    <a:cubicBezTo>
                      <a:pt x="123834" y="111157"/>
                      <a:pt x="130012" y="109538"/>
                      <a:pt x="136949" y="107632"/>
                    </a:cubicBezTo>
                    <a:cubicBezTo>
                      <a:pt x="143441" y="105775"/>
                      <a:pt x="149799" y="103451"/>
                      <a:pt x="155957" y="100679"/>
                    </a:cubicBezTo>
                    <a:lnTo>
                      <a:pt x="117942" y="78677"/>
                    </a:lnTo>
                    <a:lnTo>
                      <a:pt x="112905" y="80391"/>
                    </a:ln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2" y="91164"/>
                      <a:pt x="66574" y="92154"/>
                      <a:pt x="59018" y="92392"/>
                    </a:cubicBezTo>
                    <a:cubicBezTo>
                      <a:pt x="52375" y="92631"/>
                      <a:pt x="45732" y="92021"/>
                      <a:pt x="39251" y="90583"/>
                    </a:cubicBezTo>
                    <a:cubicBezTo>
                      <a:pt x="32826" y="89049"/>
                      <a:pt x="26668" y="86544"/>
                      <a:pt x="21003" y="83153"/>
                    </a:cubicBezTo>
                    <a:cubicBezTo>
                      <a:pt x="14712" y="79848"/>
                      <a:pt x="9257" y="75162"/>
                      <a:pt x="5037" y="69437"/>
                    </a:cubicBezTo>
                    <a:cubicBezTo>
                      <a:pt x="1958" y="65151"/>
                      <a:pt x="447" y="59941"/>
                      <a:pt x="760" y="54673"/>
                    </a:cubicBezTo>
                    <a:cubicBezTo>
                      <a:pt x="1350" y="49216"/>
                      <a:pt x="3535" y="44044"/>
                      <a:pt x="7033" y="39814"/>
                    </a:cubicBezTo>
                    <a:cubicBezTo>
                      <a:pt x="11424" y="34357"/>
                      <a:pt x="16651" y="29623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00" y="3143"/>
                      <a:pt x="90067" y="117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95" y="65075"/>
                      <a:pt x="57802" y="66332"/>
                      <a:pt x="63580" y="65818"/>
                    </a:cubicBezTo>
                    <a:cubicBezTo>
                      <a:pt x="71307" y="64865"/>
                      <a:pt x="78910" y="63141"/>
                      <a:pt x="86294" y="60674"/>
                    </a:cubicBezTo>
                    <a:lnTo>
                      <a:pt x="50560" y="39910"/>
                    </a:lnTo>
                    <a:cubicBezTo>
                      <a:pt x="37445" y="48606"/>
                      <a:pt x="36238" y="56036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953" y="69675"/>
                      <a:pt x="160680" y="68532"/>
                      <a:pt x="154532" y="69437"/>
                    </a:cubicBezTo>
                    <a:cubicBezTo>
                      <a:pt x="146092" y="70561"/>
                      <a:pt x="137757" y="72409"/>
                      <a:pt x="129632" y="74962"/>
                    </a:cubicBezTo>
                    <a:lnTo>
                      <a:pt x="165176" y="95536"/>
                    </a:lnTo>
                    <a:cubicBezTo>
                      <a:pt x="180287" y="86296"/>
                      <a:pt x="182758" y="78677"/>
                      <a:pt x="172399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5" name="Google Shape;1805;p30"/>
            <p:cNvGrpSpPr/>
            <p:nvPr/>
          </p:nvGrpSpPr>
          <p:grpSpPr>
            <a:xfrm>
              <a:off x="3213031" y="4002823"/>
              <a:ext cx="664504" cy="467011"/>
              <a:chOff x="4994131" y="4819173"/>
              <a:chExt cx="664504" cy="467011"/>
            </a:xfrm>
          </p:grpSpPr>
          <p:sp>
            <p:nvSpPr>
              <p:cNvPr id="1806" name="Google Shape;1806;p30"/>
              <p:cNvSpPr/>
              <p:nvPr/>
            </p:nvSpPr>
            <p:spPr>
              <a:xfrm>
                <a:off x="4994131" y="4901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30"/>
              <p:cNvSpPr/>
              <p:nvPr/>
            </p:nvSpPr>
            <p:spPr>
              <a:xfrm>
                <a:off x="4994226" y="5009197"/>
                <a:ext cx="65576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576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576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30"/>
              <p:cNvSpPr/>
              <p:nvPr/>
            </p:nvSpPr>
            <p:spPr>
              <a:xfrm>
                <a:off x="5608645" y="5011483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30"/>
              <p:cNvSpPr/>
              <p:nvPr/>
            </p:nvSpPr>
            <p:spPr>
              <a:xfrm>
                <a:off x="4994131" y="4819173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30"/>
              <p:cNvSpPr/>
              <p:nvPr/>
            </p:nvSpPr>
            <p:spPr>
              <a:xfrm>
                <a:off x="5088612" y="4871585"/>
                <a:ext cx="475616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16" h="275248" extrusionOk="0">
                    <a:moveTo>
                      <a:pt x="475175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040" y="288679"/>
                      <a:pt x="162500" y="288679"/>
                      <a:pt x="69553" y="234958"/>
                    </a:cubicBezTo>
                    <a:cubicBezTo>
                      <a:pt x="26691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040" y="-13454"/>
                      <a:pt x="405987" y="40362"/>
                    </a:cubicBezTo>
                    <a:cubicBezTo>
                      <a:pt x="456072" y="69223"/>
                      <a:pt x="479167" y="107990"/>
                      <a:pt x="475175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30"/>
              <p:cNvSpPr/>
              <p:nvPr/>
            </p:nvSpPr>
            <p:spPr>
              <a:xfrm>
                <a:off x="5089073" y="4888063"/>
                <a:ext cx="474714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714" h="258770" extrusionOk="0">
                    <a:moveTo>
                      <a:pt x="474714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580" y="272201"/>
                      <a:pt x="162040" y="272201"/>
                      <a:pt x="69092" y="218480"/>
                    </a:cubicBezTo>
                    <a:cubicBezTo>
                      <a:pt x="26230" y="193715"/>
                      <a:pt x="3231" y="161806"/>
                      <a:pt x="0" y="129421"/>
                    </a:cubicBezTo>
                    <a:cubicBezTo>
                      <a:pt x="3231" y="97036"/>
                      <a:pt x="26230" y="65127"/>
                      <a:pt x="69092" y="40362"/>
                    </a:cubicBezTo>
                    <a:cubicBezTo>
                      <a:pt x="162040" y="-13454"/>
                      <a:pt x="312580" y="-13454"/>
                      <a:pt x="405527" y="40362"/>
                    </a:cubicBezTo>
                    <a:cubicBezTo>
                      <a:pt x="448389" y="64937"/>
                      <a:pt x="471388" y="97036"/>
                      <a:pt x="474714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30"/>
              <p:cNvSpPr/>
              <p:nvPr/>
            </p:nvSpPr>
            <p:spPr>
              <a:xfrm>
                <a:off x="5211197" y="4950333"/>
                <a:ext cx="220817" cy="138588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8588" extrusionOk="0">
                    <a:moveTo>
                      <a:pt x="111669" y="21717"/>
                    </a:moveTo>
                    <a:cubicBezTo>
                      <a:pt x="108742" y="21679"/>
                      <a:pt x="105815" y="21898"/>
                      <a:pt x="102926" y="22384"/>
                    </a:cubicBezTo>
                    <a:cubicBezTo>
                      <a:pt x="99030" y="22955"/>
                      <a:pt x="94658" y="23717"/>
                      <a:pt x="89811" y="24765"/>
                    </a:cubicBezTo>
                    <a:cubicBezTo>
                      <a:pt x="84964" y="25813"/>
                      <a:pt x="80307" y="27051"/>
                      <a:pt x="74700" y="28670"/>
                    </a:cubicBezTo>
                    <a:cubicBezTo>
                      <a:pt x="69596" y="30204"/>
                      <a:pt x="64607" y="32109"/>
                      <a:pt x="59779" y="34385"/>
                    </a:cubicBezTo>
                    <a:lnTo>
                      <a:pt x="97794" y="56483"/>
                    </a:lnTo>
                    <a:lnTo>
                      <a:pt x="104637" y="54007"/>
                    </a:lnTo>
                    <a:cubicBezTo>
                      <a:pt x="114141" y="50768"/>
                      <a:pt x="123644" y="48006"/>
                      <a:pt x="132198" y="45815"/>
                    </a:cubicBezTo>
                    <a:cubicBezTo>
                      <a:pt x="140276" y="43624"/>
                      <a:pt x="148554" y="42253"/>
                      <a:pt x="156908" y="41720"/>
                    </a:cubicBezTo>
                    <a:cubicBezTo>
                      <a:pt x="164511" y="41215"/>
                      <a:pt x="172152" y="41720"/>
                      <a:pt x="179622" y="43244"/>
                    </a:cubicBezTo>
                    <a:cubicBezTo>
                      <a:pt x="187282" y="44872"/>
                      <a:pt x="194638" y="47739"/>
                      <a:pt x="201385" y="51721"/>
                    </a:cubicBezTo>
                    <a:cubicBezTo>
                      <a:pt x="208009" y="55064"/>
                      <a:pt x="213664" y="60045"/>
                      <a:pt x="217827" y="66199"/>
                    </a:cubicBezTo>
                    <a:cubicBezTo>
                      <a:pt x="220602" y="70656"/>
                      <a:pt x="221495" y="76038"/>
                      <a:pt x="220298" y="81153"/>
                    </a:cubicBezTo>
                    <a:cubicBezTo>
                      <a:pt x="218673" y="86773"/>
                      <a:pt x="215584" y="91869"/>
                      <a:pt x="211364" y="95917"/>
                    </a:cubicBezTo>
                    <a:cubicBezTo>
                      <a:pt x="206118" y="101213"/>
                      <a:pt x="200245" y="105851"/>
                      <a:pt x="193877" y="109728"/>
                    </a:cubicBezTo>
                    <a:lnTo>
                      <a:pt x="218207" y="123825"/>
                    </a:lnTo>
                    <a:lnTo>
                      <a:pt x="204902" y="131445"/>
                    </a:lnTo>
                    <a:lnTo>
                      <a:pt x="180382" y="117253"/>
                    </a:lnTo>
                    <a:cubicBezTo>
                      <a:pt x="168730" y="123044"/>
                      <a:pt x="156537" y="127663"/>
                      <a:pt x="143982" y="131064"/>
                    </a:cubicBezTo>
                    <a:cubicBezTo>
                      <a:pt x="130829" y="134731"/>
                      <a:pt x="117372" y="137255"/>
                      <a:pt x="103781" y="138589"/>
                    </a:cubicBezTo>
                    <a:lnTo>
                      <a:pt x="91236" y="116014"/>
                    </a:lnTo>
                    <a:cubicBezTo>
                      <a:pt x="94829" y="115919"/>
                      <a:pt x="98412" y="115633"/>
                      <a:pt x="101976" y="115157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107" y="109538"/>
                      <a:pt x="136950" y="107632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lnTo>
                      <a:pt x="113000" y="80391"/>
                    </a:ln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1" y="92678"/>
                      <a:pt x="45827" y="9206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69" y="79848"/>
                      <a:pt x="9352" y="75200"/>
                      <a:pt x="5132" y="69532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78" y="49263"/>
                      <a:pt x="3573" y="44044"/>
                      <a:pt x="7128" y="39814"/>
                    </a:cubicBezTo>
                    <a:cubicBezTo>
                      <a:pt x="11481" y="34357"/>
                      <a:pt x="16679" y="29623"/>
                      <a:pt x="22524" y="25813"/>
                    </a:cubicBezTo>
                    <a:lnTo>
                      <a:pt x="0" y="12763"/>
                    </a:lnTo>
                    <a:lnTo>
                      <a:pt x="13305" y="5048"/>
                    </a:lnTo>
                    <a:lnTo>
                      <a:pt x="35639" y="18002"/>
                    </a:lnTo>
                    <a:cubicBezTo>
                      <a:pt x="46093" y="12783"/>
                      <a:pt x="57089" y="8725"/>
                      <a:pt x="68427" y="5905"/>
                    </a:cubicBezTo>
                    <a:cubicBezTo>
                      <a:pt x="79195" y="3143"/>
                      <a:pt x="90162" y="1171"/>
                      <a:pt x="101215" y="0"/>
                    </a:cubicBezTo>
                    <a:close/>
                    <a:moveTo>
                      <a:pt x="46759" y="61817"/>
                    </a:moveTo>
                    <a:cubicBezTo>
                      <a:pt x="51758" y="64732"/>
                      <a:pt x="57546" y="65999"/>
                      <a:pt x="63295" y="65437"/>
                    </a:cubicBezTo>
                    <a:cubicBezTo>
                      <a:pt x="71050" y="64494"/>
                      <a:pt x="78691" y="62770"/>
                      <a:pt x="86104" y="60293"/>
                    </a:cubicBezTo>
                    <a:lnTo>
                      <a:pt x="50275" y="39624"/>
                    </a:lnTo>
                    <a:cubicBezTo>
                      <a:pt x="37160" y="48454"/>
                      <a:pt x="35991" y="55978"/>
                      <a:pt x="46759" y="62198"/>
                    </a:cubicBezTo>
                    <a:close/>
                    <a:moveTo>
                      <a:pt x="172209" y="72295"/>
                    </a:moveTo>
                    <a:cubicBezTo>
                      <a:pt x="166753" y="69323"/>
                      <a:pt x="160481" y="68218"/>
                      <a:pt x="154342" y="69152"/>
                    </a:cubicBezTo>
                    <a:cubicBezTo>
                      <a:pt x="145874" y="70237"/>
                      <a:pt x="137510" y="72057"/>
                      <a:pt x="129347" y="74581"/>
                    </a:cubicBezTo>
                    <a:lnTo>
                      <a:pt x="164891" y="95155"/>
                    </a:lnTo>
                    <a:cubicBezTo>
                      <a:pt x="180097" y="86296"/>
                      <a:pt x="182473" y="78867"/>
                      <a:pt x="17220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30"/>
              <p:cNvSpPr/>
              <p:nvPr/>
            </p:nvSpPr>
            <p:spPr>
              <a:xfrm>
                <a:off x="5302433" y="5053393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30"/>
              <p:cNvSpPr/>
              <p:nvPr/>
            </p:nvSpPr>
            <p:spPr>
              <a:xfrm>
                <a:off x="5397946" y="5061584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30"/>
              <p:cNvSpPr/>
              <p:nvPr/>
            </p:nvSpPr>
            <p:spPr>
              <a:xfrm>
                <a:off x="5408591" y="501405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30"/>
              <p:cNvSpPr/>
              <p:nvPr/>
            </p:nvSpPr>
            <p:spPr>
              <a:xfrm>
                <a:off x="5334271" y="501891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30"/>
              <p:cNvSpPr/>
              <p:nvPr/>
            </p:nvSpPr>
            <p:spPr>
              <a:xfrm>
                <a:off x="5261567" y="4977479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875" y="29146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793" y="0"/>
                      <a:pt x="7793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30"/>
              <p:cNvSpPr/>
              <p:nvPr/>
            </p:nvSpPr>
            <p:spPr>
              <a:xfrm>
                <a:off x="5302338" y="4953952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30"/>
              <p:cNvSpPr/>
              <p:nvPr/>
            </p:nvSpPr>
            <p:spPr>
              <a:xfrm>
                <a:off x="5210437" y="4950142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0" name="Google Shape;1820;p30"/>
              <p:cNvSpPr/>
              <p:nvPr/>
            </p:nvSpPr>
            <p:spPr>
              <a:xfrm>
                <a:off x="5211197" y="4993481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30"/>
              <p:cNvSpPr/>
              <p:nvPr/>
            </p:nvSpPr>
            <p:spPr>
              <a:xfrm>
                <a:off x="5211197" y="4937378"/>
                <a:ext cx="22081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9065" extrusionOk="0">
                    <a:moveTo>
                      <a:pt x="111669" y="22098"/>
                    </a:moveTo>
                    <a:cubicBezTo>
                      <a:pt x="108742" y="22098"/>
                      <a:pt x="105815" y="22355"/>
                      <a:pt x="102926" y="22860"/>
                    </a:cubicBezTo>
                    <a:cubicBezTo>
                      <a:pt x="99030" y="23336"/>
                      <a:pt x="94658" y="24194"/>
                      <a:pt x="89811" y="25146"/>
                    </a:cubicBezTo>
                    <a:cubicBezTo>
                      <a:pt x="84964" y="26099"/>
                      <a:pt x="80307" y="27527"/>
                      <a:pt x="74700" y="29051"/>
                    </a:cubicBezTo>
                    <a:cubicBezTo>
                      <a:pt x="69606" y="30623"/>
                      <a:pt x="64626" y="32538"/>
                      <a:pt x="59779" y="34766"/>
                    </a:cubicBezTo>
                    <a:lnTo>
                      <a:pt x="97794" y="56864"/>
                    </a:lnTo>
                    <a:lnTo>
                      <a:pt x="104637" y="54483"/>
                    </a:lnTo>
                    <a:cubicBezTo>
                      <a:pt x="114141" y="51245"/>
                      <a:pt x="123644" y="48483"/>
                      <a:pt x="132198" y="46196"/>
                    </a:cubicBezTo>
                    <a:cubicBezTo>
                      <a:pt x="140276" y="44006"/>
                      <a:pt x="148554" y="42634"/>
                      <a:pt x="156908" y="42101"/>
                    </a:cubicBezTo>
                    <a:cubicBezTo>
                      <a:pt x="164511" y="41643"/>
                      <a:pt x="172142" y="42148"/>
                      <a:pt x="179622" y="43625"/>
                    </a:cubicBezTo>
                    <a:cubicBezTo>
                      <a:pt x="187291" y="45291"/>
                      <a:pt x="194638" y="48187"/>
                      <a:pt x="201385" y="52197"/>
                    </a:cubicBezTo>
                    <a:cubicBezTo>
                      <a:pt x="208028" y="55512"/>
                      <a:pt x="213693" y="60503"/>
                      <a:pt x="217827" y="66675"/>
                    </a:cubicBezTo>
                    <a:cubicBezTo>
                      <a:pt x="220602" y="71133"/>
                      <a:pt x="221495" y="76515"/>
                      <a:pt x="220298" y="81629"/>
                    </a:cubicBezTo>
                    <a:cubicBezTo>
                      <a:pt x="218644" y="87249"/>
                      <a:pt x="215574" y="92335"/>
                      <a:pt x="211364" y="96393"/>
                    </a:cubicBezTo>
                    <a:cubicBezTo>
                      <a:pt x="206090" y="101660"/>
                      <a:pt x="200226" y="106299"/>
                      <a:pt x="193877" y="110204"/>
                    </a:cubicBezTo>
                    <a:lnTo>
                      <a:pt x="218207" y="124206"/>
                    </a:lnTo>
                    <a:lnTo>
                      <a:pt x="204902" y="131921"/>
                    </a:lnTo>
                    <a:lnTo>
                      <a:pt x="180382" y="117729"/>
                    </a:lnTo>
                    <a:cubicBezTo>
                      <a:pt x="168711" y="123473"/>
                      <a:pt x="156527" y="128102"/>
                      <a:pt x="143982" y="131541"/>
                    </a:cubicBezTo>
                    <a:cubicBezTo>
                      <a:pt x="130810" y="135169"/>
                      <a:pt x="117372" y="137684"/>
                      <a:pt x="103781" y="139065"/>
                    </a:cubicBezTo>
                    <a:lnTo>
                      <a:pt x="91236" y="116015"/>
                    </a:lnTo>
                    <a:cubicBezTo>
                      <a:pt x="93612" y="116015"/>
                      <a:pt x="97129" y="116015"/>
                      <a:pt x="101976" y="115253"/>
                    </a:cubicBezTo>
                    <a:cubicBezTo>
                      <a:pt x="106823" y="114491"/>
                      <a:pt x="112050" y="113729"/>
                      <a:pt x="117942" y="112491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6"/>
                    </a:lnTo>
                    <a:cubicBezTo>
                      <a:pt x="99163" y="85011"/>
                      <a:pt x="90410" y="87468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1" y="92745"/>
                      <a:pt x="45818" y="92107"/>
                      <a:pt x="39346" y="90583"/>
                    </a:cubicBezTo>
                    <a:cubicBezTo>
                      <a:pt x="32912" y="89030"/>
                      <a:pt x="26734" y="86563"/>
                      <a:pt x="21003" y="83249"/>
                    </a:cubicBezTo>
                    <a:cubicBezTo>
                      <a:pt x="14759" y="79915"/>
                      <a:pt x="9342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97" y="49292"/>
                      <a:pt x="3592" y="44110"/>
                      <a:pt x="7128" y="39910"/>
                    </a:cubicBezTo>
                    <a:cubicBezTo>
                      <a:pt x="11500" y="34443"/>
                      <a:pt x="16698" y="29689"/>
                      <a:pt x="22524" y="25813"/>
                    </a:cubicBezTo>
                    <a:lnTo>
                      <a:pt x="0" y="12764"/>
                    </a:lnTo>
                    <a:lnTo>
                      <a:pt x="13305" y="5144"/>
                    </a:lnTo>
                    <a:lnTo>
                      <a:pt x="35639" y="18002"/>
                    </a:lnTo>
                    <a:cubicBezTo>
                      <a:pt x="46093" y="12811"/>
                      <a:pt x="57089" y="8782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6759" y="62294"/>
                    </a:moveTo>
                    <a:cubicBezTo>
                      <a:pt x="51786" y="65113"/>
                      <a:pt x="57555" y="66342"/>
                      <a:pt x="63295" y="65818"/>
                    </a:cubicBezTo>
                    <a:cubicBezTo>
                      <a:pt x="71069" y="64970"/>
                      <a:pt x="78720" y="63246"/>
                      <a:pt x="86104" y="60674"/>
                    </a:cubicBezTo>
                    <a:lnTo>
                      <a:pt x="50275" y="40005"/>
                    </a:lnTo>
                    <a:cubicBezTo>
                      <a:pt x="37160" y="48578"/>
                      <a:pt x="35991" y="56007"/>
                      <a:pt x="46759" y="62294"/>
                    </a:cubicBezTo>
                    <a:close/>
                    <a:moveTo>
                      <a:pt x="172209" y="72771"/>
                    </a:moveTo>
                    <a:cubicBezTo>
                      <a:pt x="166763" y="69771"/>
                      <a:pt x="160491" y="68628"/>
                      <a:pt x="154342" y="69533"/>
                    </a:cubicBezTo>
                    <a:cubicBezTo>
                      <a:pt x="145864" y="70609"/>
                      <a:pt x="137491" y="72457"/>
                      <a:pt x="129347" y="75057"/>
                    </a:cubicBezTo>
                    <a:lnTo>
                      <a:pt x="164891" y="95631"/>
                    </a:lnTo>
                    <a:cubicBezTo>
                      <a:pt x="180097" y="86297"/>
                      <a:pt x="182473" y="78677"/>
                      <a:pt x="17220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2" name="Google Shape;1822;p30"/>
            <p:cNvGrpSpPr/>
            <p:nvPr/>
          </p:nvGrpSpPr>
          <p:grpSpPr>
            <a:xfrm>
              <a:off x="3192597" y="3904144"/>
              <a:ext cx="664599" cy="467011"/>
              <a:chOff x="4973697" y="4720494"/>
              <a:chExt cx="664599" cy="467011"/>
            </a:xfrm>
          </p:grpSpPr>
          <p:sp>
            <p:nvSpPr>
              <p:cNvPr id="1823" name="Google Shape;1823;p30"/>
              <p:cNvSpPr/>
              <p:nvPr/>
            </p:nvSpPr>
            <p:spPr>
              <a:xfrm>
                <a:off x="4973697" y="480288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30"/>
              <p:cNvSpPr/>
              <p:nvPr/>
            </p:nvSpPr>
            <p:spPr>
              <a:xfrm>
                <a:off x="4973792" y="491051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30"/>
              <p:cNvSpPr/>
              <p:nvPr/>
            </p:nvSpPr>
            <p:spPr>
              <a:xfrm>
                <a:off x="5588212" y="4912804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536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30"/>
              <p:cNvSpPr/>
              <p:nvPr/>
            </p:nvSpPr>
            <p:spPr>
              <a:xfrm>
                <a:off x="4973697" y="472049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30"/>
              <p:cNvSpPr/>
              <p:nvPr/>
            </p:nvSpPr>
            <p:spPr>
              <a:xfrm>
                <a:off x="5068198" y="4772810"/>
                <a:ext cx="475691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343" extrusionOk="0">
                    <a:moveTo>
                      <a:pt x="475252" y="145899"/>
                    </a:moveTo>
                    <a:cubicBezTo>
                      <a:pt x="471925" y="178284"/>
                      <a:pt x="448831" y="210193"/>
                      <a:pt x="406064" y="235053"/>
                    </a:cubicBezTo>
                    <a:cubicBezTo>
                      <a:pt x="313117" y="288774"/>
                      <a:pt x="162482" y="288774"/>
                      <a:pt x="69630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054" y="69318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30"/>
              <p:cNvSpPr/>
              <p:nvPr/>
            </p:nvSpPr>
            <p:spPr>
              <a:xfrm>
                <a:off x="5068640" y="4789288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575"/>
                    </a:cubicBezTo>
                    <a:cubicBezTo>
                      <a:pt x="312675" y="272296"/>
                      <a:pt x="162040" y="272296"/>
                      <a:pt x="69188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3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223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30"/>
              <p:cNvSpPr/>
              <p:nvPr/>
            </p:nvSpPr>
            <p:spPr>
              <a:xfrm>
                <a:off x="5190479" y="4851558"/>
                <a:ext cx="221040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5" extrusionOk="0">
                    <a:moveTo>
                      <a:pt x="111955" y="22193"/>
                    </a:moveTo>
                    <a:cubicBezTo>
                      <a:pt x="109027" y="22155"/>
                      <a:pt x="106100" y="22374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4992" y="26280"/>
                      <a:pt x="79946" y="27575"/>
                      <a:pt x="74985" y="29146"/>
                    </a:cubicBezTo>
                    <a:cubicBezTo>
                      <a:pt x="69872" y="30632"/>
                      <a:pt x="64882" y="32509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476" y="44063"/>
                      <a:pt x="148753" y="42691"/>
                      <a:pt x="157098" y="42100"/>
                    </a:cubicBezTo>
                    <a:cubicBezTo>
                      <a:pt x="164739" y="41672"/>
                      <a:pt x="172399" y="42215"/>
                      <a:pt x="179907" y="43720"/>
                    </a:cubicBezTo>
                    <a:cubicBezTo>
                      <a:pt x="187576" y="45330"/>
                      <a:pt x="194932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318" y="101660"/>
                      <a:pt x="200473" y="106299"/>
                      <a:pt x="194162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87" y="123530"/>
                      <a:pt x="156765" y="128159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236" y="116110"/>
                    </a:lnTo>
                    <a:cubicBezTo>
                      <a:pt x="94800" y="116014"/>
                      <a:pt x="98355" y="115729"/>
                      <a:pt x="101881" y="115253"/>
                    </a:cubicBezTo>
                    <a:cubicBezTo>
                      <a:pt x="107279" y="114614"/>
                      <a:pt x="112639" y="113690"/>
                      <a:pt x="117942" y="112490"/>
                    </a:cubicBezTo>
                    <a:cubicBezTo>
                      <a:pt x="123834" y="111252"/>
                      <a:pt x="130012" y="109633"/>
                      <a:pt x="136950" y="107728"/>
                    </a:cubicBezTo>
                    <a:cubicBezTo>
                      <a:pt x="143441" y="105870"/>
                      <a:pt x="149799" y="103546"/>
                      <a:pt x="155957" y="100774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8269" y="85249"/>
                      <a:pt x="89431" y="87725"/>
                      <a:pt x="81447" y="89535"/>
                    </a:cubicBezTo>
                    <a:cubicBezTo>
                      <a:pt x="74111" y="91202"/>
                      <a:pt x="66631" y="9219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02" y="89125"/>
                      <a:pt x="26715" y="86620"/>
                      <a:pt x="21003" y="83248"/>
                    </a:cubicBezTo>
                    <a:cubicBezTo>
                      <a:pt x="14712" y="79943"/>
                      <a:pt x="9257" y="75257"/>
                      <a:pt x="5037" y="69532"/>
                    </a:cubicBezTo>
                    <a:cubicBezTo>
                      <a:pt x="1958" y="65246"/>
                      <a:pt x="447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1"/>
                      <a:pt x="16689" y="29708"/>
                      <a:pt x="22524" y="2581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7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7"/>
                      <a:pt x="90067" y="1248"/>
                      <a:pt x="101120" y="0"/>
                    </a:cubicBezTo>
                    <a:close/>
                    <a:moveTo>
                      <a:pt x="47044" y="62294"/>
                    </a:moveTo>
                    <a:cubicBezTo>
                      <a:pt x="52043" y="65199"/>
                      <a:pt x="57830" y="66427"/>
                      <a:pt x="63580" y="65818"/>
                    </a:cubicBezTo>
                    <a:cubicBezTo>
                      <a:pt x="71307" y="64951"/>
                      <a:pt x="78929" y="63265"/>
                      <a:pt x="86294" y="60770"/>
                    </a:cubicBezTo>
                    <a:lnTo>
                      <a:pt x="50560" y="40005"/>
                    </a:lnTo>
                    <a:cubicBezTo>
                      <a:pt x="37540" y="48673"/>
                      <a:pt x="35924" y="56102"/>
                      <a:pt x="47139" y="62294"/>
                    </a:cubicBezTo>
                    <a:close/>
                    <a:moveTo>
                      <a:pt x="172494" y="72771"/>
                    </a:moveTo>
                    <a:cubicBezTo>
                      <a:pt x="167020" y="69752"/>
                      <a:pt x="160709" y="68609"/>
                      <a:pt x="154532" y="69532"/>
                    </a:cubicBezTo>
                    <a:cubicBezTo>
                      <a:pt x="146092" y="70656"/>
                      <a:pt x="137757" y="72504"/>
                      <a:pt x="129632" y="75057"/>
                    </a:cubicBezTo>
                    <a:lnTo>
                      <a:pt x="165176" y="95631"/>
                    </a:lnTo>
                    <a:cubicBezTo>
                      <a:pt x="180382" y="86296"/>
                      <a:pt x="182853" y="78705"/>
                      <a:pt x="172589" y="7286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30"/>
              <p:cNvSpPr/>
              <p:nvPr/>
            </p:nvSpPr>
            <p:spPr>
              <a:xfrm>
                <a:off x="5282000" y="495471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30"/>
              <p:cNvSpPr/>
              <p:nvPr/>
            </p:nvSpPr>
            <p:spPr>
              <a:xfrm>
                <a:off x="5377608" y="496290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859"/>
                    </a:moveTo>
                    <a:lnTo>
                      <a:pt x="31552" y="0"/>
                    </a:lnTo>
                    <a:lnTo>
                      <a:pt x="0" y="2381"/>
                    </a:lnTo>
                    <a:lnTo>
                      <a:pt x="18152" y="14859"/>
                    </a:lnTo>
                    <a:lnTo>
                      <a:pt x="31552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30"/>
              <p:cNvSpPr/>
              <p:nvPr/>
            </p:nvSpPr>
            <p:spPr>
              <a:xfrm>
                <a:off x="5388158" y="491537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30"/>
              <p:cNvSpPr/>
              <p:nvPr/>
            </p:nvSpPr>
            <p:spPr>
              <a:xfrm>
                <a:off x="5313838" y="4920138"/>
                <a:ext cx="35639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5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30"/>
              <p:cNvSpPr/>
              <p:nvPr/>
            </p:nvSpPr>
            <p:spPr>
              <a:xfrm>
                <a:off x="5241229" y="4878705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382"/>
                    </a:moveTo>
                    <a:lnTo>
                      <a:pt x="36875" y="29242"/>
                    </a:lnTo>
                    <a:lnTo>
                      <a:pt x="44383" y="23813"/>
                    </a:lnTo>
                    <a:cubicBezTo>
                      <a:pt x="44383" y="23813"/>
                      <a:pt x="39726" y="18479"/>
                      <a:pt x="39441" y="17907"/>
                    </a:cubicBezTo>
                    <a:cubicBezTo>
                      <a:pt x="39156" y="17335"/>
                      <a:pt x="30697" y="8858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30"/>
              <p:cNvSpPr/>
              <p:nvPr/>
            </p:nvSpPr>
            <p:spPr>
              <a:xfrm>
                <a:off x="5282000" y="485527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30"/>
              <p:cNvSpPr/>
              <p:nvPr/>
            </p:nvSpPr>
            <p:spPr>
              <a:xfrm>
                <a:off x="5190099" y="4851463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30"/>
              <p:cNvSpPr/>
              <p:nvPr/>
            </p:nvSpPr>
            <p:spPr>
              <a:xfrm>
                <a:off x="5190859" y="4894802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30"/>
              <p:cNvSpPr/>
              <p:nvPr/>
            </p:nvSpPr>
            <p:spPr>
              <a:xfrm>
                <a:off x="5190764" y="4838795"/>
                <a:ext cx="221036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36" h="139064" extrusionOk="0">
                    <a:moveTo>
                      <a:pt x="111669" y="22003"/>
                    </a:moveTo>
                    <a:cubicBezTo>
                      <a:pt x="108742" y="22012"/>
                      <a:pt x="105825" y="22231"/>
                      <a:pt x="102926" y="22670"/>
                    </a:cubicBezTo>
                    <a:cubicBezTo>
                      <a:pt x="99029" y="23241"/>
                      <a:pt x="94658" y="24003"/>
                      <a:pt x="89811" y="25051"/>
                    </a:cubicBezTo>
                    <a:cubicBezTo>
                      <a:pt x="84964" y="26098"/>
                      <a:pt x="80307" y="27432"/>
                      <a:pt x="74700" y="28956"/>
                    </a:cubicBezTo>
                    <a:cubicBezTo>
                      <a:pt x="69596" y="30518"/>
                      <a:pt x="64616" y="32423"/>
                      <a:pt x="59779" y="34671"/>
                    </a:cubicBezTo>
                    <a:lnTo>
                      <a:pt x="97794" y="56769"/>
                    </a:lnTo>
                    <a:lnTo>
                      <a:pt x="104637" y="54292"/>
                    </a:lnTo>
                    <a:cubicBezTo>
                      <a:pt x="114140" y="51054"/>
                      <a:pt x="123644" y="48387"/>
                      <a:pt x="132103" y="46101"/>
                    </a:cubicBezTo>
                    <a:cubicBezTo>
                      <a:pt x="140181" y="43920"/>
                      <a:pt x="148459" y="42548"/>
                      <a:pt x="156812" y="42005"/>
                    </a:cubicBezTo>
                    <a:cubicBezTo>
                      <a:pt x="164454" y="41500"/>
                      <a:pt x="172123" y="42005"/>
                      <a:pt x="179622" y="43529"/>
                    </a:cubicBezTo>
                    <a:cubicBezTo>
                      <a:pt x="187282" y="45177"/>
                      <a:pt x="194628" y="48035"/>
                      <a:pt x="201385" y="52006"/>
                    </a:cubicBezTo>
                    <a:cubicBezTo>
                      <a:pt x="208123" y="55340"/>
                      <a:pt x="213883" y="60360"/>
                      <a:pt x="218112" y="66580"/>
                    </a:cubicBezTo>
                    <a:cubicBezTo>
                      <a:pt x="220868" y="71085"/>
                      <a:pt x="221714" y="76495"/>
                      <a:pt x="220488" y="81629"/>
                    </a:cubicBezTo>
                    <a:cubicBezTo>
                      <a:pt x="218872" y="87230"/>
                      <a:pt x="215793" y="92297"/>
                      <a:pt x="211554" y="96298"/>
                    </a:cubicBezTo>
                    <a:cubicBezTo>
                      <a:pt x="206337" y="101594"/>
                      <a:pt x="200501" y="106232"/>
                      <a:pt x="194162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8987" y="123501"/>
                      <a:pt x="156765" y="128092"/>
                      <a:pt x="144172" y="131445"/>
                    </a:cubicBezTo>
                    <a:cubicBezTo>
                      <a:pt x="131010" y="135122"/>
                      <a:pt x="117562" y="137665"/>
                      <a:pt x="103971" y="139065"/>
                    </a:cubicBezTo>
                    <a:lnTo>
                      <a:pt x="91236" y="116014"/>
                    </a:lnTo>
                    <a:cubicBezTo>
                      <a:pt x="94800" y="115919"/>
                      <a:pt x="98355" y="115633"/>
                      <a:pt x="101881" y="115157"/>
                    </a:cubicBezTo>
                    <a:cubicBezTo>
                      <a:pt x="107288" y="114567"/>
                      <a:pt x="112648" y="113643"/>
                      <a:pt x="117942" y="112395"/>
                    </a:cubicBezTo>
                    <a:cubicBezTo>
                      <a:pt x="123834" y="111157"/>
                      <a:pt x="130012" y="109538"/>
                      <a:pt x="136950" y="107632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6"/>
                    </a:lnTo>
                    <a:cubicBezTo>
                      <a:pt x="116326" y="79334"/>
                      <a:pt x="114673" y="7990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8" y="89440"/>
                    </a:cubicBezTo>
                    <a:cubicBezTo>
                      <a:pt x="74111" y="91135"/>
                      <a:pt x="66631" y="92154"/>
                      <a:pt x="59114" y="92488"/>
                    </a:cubicBezTo>
                    <a:cubicBezTo>
                      <a:pt x="52470" y="92697"/>
                      <a:pt x="45827" y="92059"/>
                      <a:pt x="39346" y="90583"/>
                    </a:cubicBezTo>
                    <a:cubicBezTo>
                      <a:pt x="32883" y="89068"/>
                      <a:pt x="26696" y="86563"/>
                      <a:pt x="21003" y="83153"/>
                    </a:cubicBezTo>
                    <a:cubicBezTo>
                      <a:pt x="14702" y="79915"/>
                      <a:pt x="9238" y="7524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31" y="49273"/>
                      <a:pt x="3507" y="44062"/>
                      <a:pt x="7033" y="39814"/>
                    </a:cubicBezTo>
                    <a:cubicBezTo>
                      <a:pt x="11471" y="34404"/>
                      <a:pt x="16698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10" y="3143"/>
                      <a:pt x="90067" y="1171"/>
                      <a:pt x="101120" y="0"/>
                    </a:cubicBezTo>
                    <a:close/>
                    <a:moveTo>
                      <a:pt x="46759" y="62103"/>
                    </a:moveTo>
                    <a:cubicBezTo>
                      <a:pt x="51748" y="65037"/>
                      <a:pt x="57536" y="66304"/>
                      <a:pt x="63295" y="65722"/>
                    </a:cubicBezTo>
                    <a:cubicBezTo>
                      <a:pt x="71031" y="64818"/>
                      <a:pt x="78644" y="63094"/>
                      <a:pt x="86009" y="60579"/>
                    </a:cubicBezTo>
                    <a:lnTo>
                      <a:pt x="50275" y="39910"/>
                    </a:lnTo>
                    <a:cubicBezTo>
                      <a:pt x="37255" y="48482"/>
                      <a:pt x="35639" y="55912"/>
                      <a:pt x="46854" y="62103"/>
                    </a:cubicBezTo>
                    <a:close/>
                    <a:moveTo>
                      <a:pt x="172209" y="72580"/>
                    </a:moveTo>
                    <a:cubicBezTo>
                      <a:pt x="166706" y="69637"/>
                      <a:pt x="160414" y="68532"/>
                      <a:pt x="154246" y="69437"/>
                    </a:cubicBezTo>
                    <a:cubicBezTo>
                      <a:pt x="145807" y="70523"/>
                      <a:pt x="137472" y="72342"/>
                      <a:pt x="129347" y="74866"/>
                    </a:cubicBezTo>
                    <a:lnTo>
                      <a:pt x="164891" y="95440"/>
                    </a:lnTo>
                    <a:cubicBezTo>
                      <a:pt x="180097" y="86230"/>
                      <a:pt x="182568" y="78610"/>
                      <a:pt x="172304" y="7258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9" name="Google Shape;1839;p30"/>
            <p:cNvGrpSpPr/>
            <p:nvPr/>
          </p:nvGrpSpPr>
          <p:grpSpPr>
            <a:xfrm>
              <a:off x="3220919" y="3808894"/>
              <a:ext cx="664504" cy="467011"/>
              <a:chOff x="5002019" y="4625244"/>
              <a:chExt cx="664504" cy="467011"/>
            </a:xfrm>
          </p:grpSpPr>
          <p:sp>
            <p:nvSpPr>
              <p:cNvPr id="1840" name="Google Shape;1840;p30"/>
              <p:cNvSpPr/>
              <p:nvPr/>
            </p:nvSpPr>
            <p:spPr>
              <a:xfrm>
                <a:off x="5002019" y="470763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30"/>
              <p:cNvSpPr/>
              <p:nvPr/>
            </p:nvSpPr>
            <p:spPr>
              <a:xfrm>
                <a:off x="5002019" y="481526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30"/>
              <p:cNvSpPr/>
              <p:nvPr/>
            </p:nvSpPr>
            <p:spPr>
              <a:xfrm>
                <a:off x="5616534" y="481755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30"/>
              <p:cNvSpPr/>
              <p:nvPr/>
            </p:nvSpPr>
            <p:spPr>
              <a:xfrm>
                <a:off x="5002019" y="462524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30"/>
              <p:cNvSpPr/>
              <p:nvPr/>
            </p:nvSpPr>
            <p:spPr>
              <a:xfrm>
                <a:off x="5096424" y="467765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5" y="178284"/>
                      <a:pt x="448926" y="210193"/>
                      <a:pt x="406064" y="234958"/>
                    </a:cubicBezTo>
                    <a:cubicBezTo>
                      <a:pt x="313117" y="288679"/>
                      <a:pt x="162577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577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30"/>
              <p:cNvSpPr/>
              <p:nvPr/>
            </p:nvSpPr>
            <p:spPr>
              <a:xfrm>
                <a:off x="5096866" y="469413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484" y="193715"/>
                      <a:pt x="405622" y="218480"/>
                    </a:cubicBezTo>
                    <a:cubicBezTo>
                      <a:pt x="312675" y="272201"/>
                      <a:pt x="162135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135" y="-13454"/>
                      <a:pt x="312675" y="-13454"/>
                      <a:pt x="405622" y="40362"/>
                    </a:cubicBezTo>
                    <a:cubicBezTo>
                      <a:pt x="448484" y="65127"/>
                      <a:pt x="471673" y="96941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30"/>
              <p:cNvSpPr/>
              <p:nvPr/>
            </p:nvSpPr>
            <p:spPr>
              <a:xfrm>
                <a:off x="5218990" y="4756403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60"/>
                      <a:pt x="106100" y="22279"/>
                      <a:pt x="103211" y="22765"/>
                    </a:cubicBezTo>
                    <a:cubicBezTo>
                      <a:pt x="99315" y="23336"/>
                      <a:pt x="94943" y="24099"/>
                      <a:pt x="90096" y="25146"/>
                    </a:cubicBezTo>
                    <a:cubicBezTo>
                      <a:pt x="85249" y="26194"/>
                      <a:pt x="80592" y="27527"/>
                      <a:pt x="74985" y="29051"/>
                    </a:cubicBezTo>
                    <a:cubicBezTo>
                      <a:pt x="69881" y="30585"/>
                      <a:pt x="64892" y="32490"/>
                      <a:pt x="60064" y="34766"/>
                    </a:cubicBezTo>
                    <a:lnTo>
                      <a:pt x="98079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483"/>
                      <a:pt x="132388" y="46196"/>
                    </a:cubicBezTo>
                    <a:cubicBezTo>
                      <a:pt x="140504" y="44015"/>
                      <a:pt x="148810" y="42644"/>
                      <a:pt x="157193" y="42101"/>
                    </a:cubicBezTo>
                    <a:cubicBezTo>
                      <a:pt x="164796" y="41596"/>
                      <a:pt x="172437" y="42101"/>
                      <a:pt x="179907" y="43625"/>
                    </a:cubicBezTo>
                    <a:cubicBezTo>
                      <a:pt x="187567" y="45253"/>
                      <a:pt x="194923" y="48120"/>
                      <a:pt x="201670" y="52102"/>
                    </a:cubicBezTo>
                    <a:cubicBezTo>
                      <a:pt x="208294" y="55445"/>
                      <a:pt x="213949" y="60427"/>
                      <a:pt x="218112" y="66580"/>
                    </a:cubicBezTo>
                    <a:cubicBezTo>
                      <a:pt x="220887" y="71038"/>
                      <a:pt x="221780" y="76419"/>
                      <a:pt x="220583" y="81534"/>
                    </a:cubicBezTo>
                    <a:cubicBezTo>
                      <a:pt x="218958" y="87154"/>
                      <a:pt x="215869" y="92250"/>
                      <a:pt x="211649" y="96298"/>
                    </a:cubicBezTo>
                    <a:cubicBezTo>
                      <a:pt x="206403" y="101594"/>
                      <a:pt x="200530" y="106232"/>
                      <a:pt x="194162" y="110109"/>
                    </a:cubicBezTo>
                    <a:lnTo>
                      <a:pt x="218492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9015" y="123482"/>
                      <a:pt x="156822" y="128083"/>
                      <a:pt x="144267" y="131445"/>
                    </a:cubicBezTo>
                    <a:cubicBezTo>
                      <a:pt x="131105" y="135103"/>
                      <a:pt x="117657" y="137646"/>
                      <a:pt x="104066" y="139065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57"/>
                      <a:pt x="112677" y="113633"/>
                      <a:pt x="117942" y="112395"/>
                    </a:cubicBezTo>
                    <a:cubicBezTo>
                      <a:pt x="123834" y="111157"/>
                      <a:pt x="130107" y="109538"/>
                      <a:pt x="136950" y="107633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343"/>
                      <a:pt x="114682" y="79924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35"/>
                      <a:pt x="66669" y="92155"/>
                      <a:pt x="59114" y="92488"/>
                    </a:cubicBezTo>
                    <a:cubicBezTo>
                      <a:pt x="52470" y="92698"/>
                      <a:pt x="45827" y="9205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40" y="79886"/>
                      <a:pt x="9314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40" y="49254"/>
                      <a:pt x="3535" y="44025"/>
                      <a:pt x="7128" y="39815"/>
                    </a:cubicBezTo>
                    <a:cubicBezTo>
                      <a:pt x="11509" y="34376"/>
                      <a:pt x="16698" y="29651"/>
                      <a:pt x="22524" y="25813"/>
                    </a:cubicBezTo>
                    <a:lnTo>
                      <a:pt x="0" y="12764"/>
                    </a:lnTo>
                    <a:lnTo>
                      <a:pt x="13305" y="5049"/>
                    </a:lnTo>
                    <a:lnTo>
                      <a:pt x="35544" y="18002"/>
                    </a:lnTo>
                    <a:cubicBezTo>
                      <a:pt x="46027" y="12783"/>
                      <a:pt x="57061" y="8725"/>
                      <a:pt x="68427" y="5906"/>
                    </a:cubicBezTo>
                    <a:cubicBezTo>
                      <a:pt x="79205" y="3143"/>
                      <a:pt x="90162" y="1172"/>
                      <a:pt x="101215" y="0"/>
                    </a:cubicBezTo>
                    <a:close/>
                    <a:moveTo>
                      <a:pt x="47044" y="62199"/>
                    </a:moveTo>
                    <a:cubicBezTo>
                      <a:pt x="52043" y="65113"/>
                      <a:pt x="57830" y="66380"/>
                      <a:pt x="63580" y="65818"/>
                    </a:cubicBezTo>
                    <a:cubicBezTo>
                      <a:pt x="71345" y="64922"/>
                      <a:pt x="78995" y="63198"/>
                      <a:pt x="86389" y="60674"/>
                    </a:cubicBezTo>
                    <a:lnTo>
                      <a:pt x="50560" y="40005"/>
                    </a:lnTo>
                    <a:cubicBezTo>
                      <a:pt x="37321" y="48578"/>
                      <a:pt x="36086" y="55979"/>
                      <a:pt x="46854" y="62199"/>
                    </a:cubicBezTo>
                    <a:close/>
                    <a:moveTo>
                      <a:pt x="172494" y="72676"/>
                    </a:moveTo>
                    <a:cubicBezTo>
                      <a:pt x="167029" y="69742"/>
                      <a:pt x="160766" y="68637"/>
                      <a:pt x="154627" y="69533"/>
                    </a:cubicBezTo>
                    <a:cubicBezTo>
                      <a:pt x="146159" y="70618"/>
                      <a:pt x="137795" y="72438"/>
                      <a:pt x="129632" y="74962"/>
                    </a:cubicBezTo>
                    <a:lnTo>
                      <a:pt x="165176" y="95536"/>
                    </a:lnTo>
                    <a:cubicBezTo>
                      <a:pt x="180192" y="86297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30"/>
              <p:cNvSpPr/>
              <p:nvPr/>
            </p:nvSpPr>
            <p:spPr>
              <a:xfrm>
                <a:off x="5310227" y="4859464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30"/>
              <p:cNvSpPr/>
              <p:nvPr/>
            </p:nvSpPr>
            <p:spPr>
              <a:xfrm>
                <a:off x="5405835" y="4867656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30"/>
              <p:cNvSpPr/>
              <p:nvPr/>
            </p:nvSpPr>
            <p:spPr>
              <a:xfrm>
                <a:off x="5416479" y="482012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30"/>
              <p:cNvSpPr/>
              <p:nvPr/>
            </p:nvSpPr>
            <p:spPr>
              <a:xfrm>
                <a:off x="5342159" y="4824983"/>
                <a:ext cx="35544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544" h="24669" extrusionOk="0">
                    <a:moveTo>
                      <a:pt x="0" y="7525"/>
                    </a:moveTo>
                    <a:lnTo>
                      <a:pt x="7793" y="0"/>
                    </a:lnTo>
                    <a:lnTo>
                      <a:pt x="35544" y="19050"/>
                    </a:lnTo>
                    <a:lnTo>
                      <a:pt x="33834" y="24670"/>
                    </a:lnTo>
                    <a:cubicBezTo>
                      <a:pt x="33834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30"/>
              <p:cNvSpPr/>
              <p:nvPr/>
            </p:nvSpPr>
            <p:spPr>
              <a:xfrm>
                <a:off x="5269455" y="4783550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30"/>
              <p:cNvSpPr/>
              <p:nvPr/>
            </p:nvSpPr>
            <p:spPr>
              <a:xfrm>
                <a:off x="5310227" y="4760118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429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30"/>
              <p:cNvSpPr/>
              <p:nvPr/>
            </p:nvSpPr>
            <p:spPr>
              <a:xfrm>
                <a:off x="5218325" y="475621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30"/>
              <p:cNvSpPr/>
              <p:nvPr/>
            </p:nvSpPr>
            <p:spPr>
              <a:xfrm>
                <a:off x="5219085" y="4799552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30"/>
              <p:cNvSpPr/>
              <p:nvPr/>
            </p:nvSpPr>
            <p:spPr>
              <a:xfrm>
                <a:off x="5218990" y="4743450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5249" y="26289"/>
                      <a:pt x="80592" y="27527"/>
                      <a:pt x="74985" y="29051"/>
                    </a:cubicBezTo>
                    <a:cubicBezTo>
                      <a:pt x="69891" y="30623"/>
                      <a:pt x="64911" y="32537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514" y="44063"/>
                      <a:pt x="148820" y="42691"/>
                      <a:pt x="157193" y="42101"/>
                    </a:cubicBezTo>
                    <a:cubicBezTo>
                      <a:pt x="164796" y="41643"/>
                      <a:pt x="172427" y="42148"/>
                      <a:pt x="179907" y="43624"/>
                    </a:cubicBezTo>
                    <a:cubicBezTo>
                      <a:pt x="187576" y="45291"/>
                      <a:pt x="194923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87" y="71133"/>
                      <a:pt x="221780" y="76514"/>
                      <a:pt x="220583" y="81629"/>
                    </a:cubicBezTo>
                    <a:cubicBezTo>
                      <a:pt x="218929" y="87249"/>
                      <a:pt x="215859" y="92335"/>
                      <a:pt x="211649" y="96393"/>
                    </a:cubicBezTo>
                    <a:cubicBezTo>
                      <a:pt x="206375" y="101660"/>
                      <a:pt x="200511" y="106299"/>
                      <a:pt x="194162" y="110204"/>
                    </a:cubicBezTo>
                    <a:lnTo>
                      <a:pt x="218492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6014"/>
                      <a:pt x="98421" y="115757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3" y="85011"/>
                      <a:pt x="90410" y="8745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21" y="89049"/>
                      <a:pt x="26753" y="86544"/>
                      <a:pt x="21003" y="83248"/>
                    </a:cubicBezTo>
                    <a:cubicBezTo>
                      <a:pt x="14759" y="79915"/>
                      <a:pt x="9342" y="75229"/>
                      <a:pt x="5132" y="69532"/>
                    </a:cubicBezTo>
                    <a:cubicBezTo>
                      <a:pt x="2053" y="65246"/>
                      <a:pt x="542" y="60036"/>
                      <a:pt x="855" y="54769"/>
                    </a:cubicBezTo>
                    <a:cubicBezTo>
                      <a:pt x="1359" y="49282"/>
                      <a:pt x="3554" y="44091"/>
                      <a:pt x="7128" y="39910"/>
                    </a:cubicBezTo>
                    <a:cubicBezTo>
                      <a:pt x="11500" y="34442"/>
                      <a:pt x="16698" y="29689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55" y="12849"/>
                      <a:pt x="57070" y="8830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7044" y="62294"/>
                    </a:moveTo>
                    <a:cubicBezTo>
                      <a:pt x="52052" y="65179"/>
                      <a:pt x="57840" y="66408"/>
                      <a:pt x="63580" y="65818"/>
                    </a:cubicBezTo>
                    <a:cubicBezTo>
                      <a:pt x="71345" y="64961"/>
                      <a:pt x="78986" y="63275"/>
                      <a:pt x="86389" y="60770"/>
                    </a:cubicBezTo>
                    <a:lnTo>
                      <a:pt x="50560" y="40005"/>
                    </a:lnTo>
                    <a:cubicBezTo>
                      <a:pt x="37255" y="48673"/>
                      <a:pt x="35924" y="56007"/>
                      <a:pt x="46854" y="62294"/>
                    </a:cubicBezTo>
                    <a:close/>
                    <a:moveTo>
                      <a:pt x="172494" y="72771"/>
                    </a:moveTo>
                    <a:cubicBezTo>
                      <a:pt x="167048" y="69771"/>
                      <a:pt x="160775" y="68628"/>
                      <a:pt x="154627" y="69532"/>
                    </a:cubicBezTo>
                    <a:cubicBezTo>
                      <a:pt x="146149" y="70609"/>
                      <a:pt x="137776" y="72457"/>
                      <a:pt x="129632" y="75057"/>
                    </a:cubicBezTo>
                    <a:lnTo>
                      <a:pt x="165176" y="95631"/>
                    </a:lnTo>
                    <a:cubicBezTo>
                      <a:pt x="180192" y="86296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6" name="Google Shape;1856;p30"/>
            <p:cNvGrpSpPr/>
            <p:nvPr/>
          </p:nvGrpSpPr>
          <p:grpSpPr>
            <a:xfrm>
              <a:off x="3200486" y="3710215"/>
              <a:ext cx="664598" cy="467011"/>
              <a:chOff x="4981586" y="4526565"/>
              <a:chExt cx="664598" cy="467011"/>
            </a:xfrm>
          </p:grpSpPr>
          <p:sp>
            <p:nvSpPr>
              <p:cNvPr id="1857" name="Google Shape;1857;p30"/>
              <p:cNvSpPr/>
              <p:nvPr/>
            </p:nvSpPr>
            <p:spPr>
              <a:xfrm>
                <a:off x="4981586" y="4608957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30"/>
              <p:cNvSpPr/>
              <p:nvPr/>
            </p:nvSpPr>
            <p:spPr>
              <a:xfrm>
                <a:off x="4981681" y="471658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30"/>
              <p:cNvSpPr/>
              <p:nvPr/>
            </p:nvSpPr>
            <p:spPr>
              <a:xfrm>
                <a:off x="5596100" y="471887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30"/>
              <p:cNvSpPr/>
              <p:nvPr/>
            </p:nvSpPr>
            <p:spPr>
              <a:xfrm>
                <a:off x="4981586" y="4526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30"/>
              <p:cNvSpPr/>
              <p:nvPr/>
            </p:nvSpPr>
            <p:spPr>
              <a:xfrm>
                <a:off x="5076086" y="4578881"/>
                <a:ext cx="475673" cy="275344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4" extrusionOk="0">
                    <a:moveTo>
                      <a:pt x="475252" y="145994"/>
                    </a:moveTo>
                    <a:cubicBezTo>
                      <a:pt x="471830" y="178380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8380"/>
                      <a:pt x="443" y="145994"/>
                    </a:cubicBezTo>
                    <a:cubicBezTo>
                      <a:pt x="-3549" y="107894"/>
                      <a:pt x="19450" y="69318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8085"/>
                      <a:pt x="475252" y="14599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30"/>
              <p:cNvSpPr/>
              <p:nvPr/>
            </p:nvSpPr>
            <p:spPr>
              <a:xfrm>
                <a:off x="5076528" y="4595360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516"/>
                    </a:moveTo>
                    <a:cubicBezTo>
                      <a:pt x="471388" y="161901"/>
                      <a:pt x="448389" y="193715"/>
                      <a:pt x="405526" y="218575"/>
                    </a:cubicBezTo>
                    <a:cubicBezTo>
                      <a:pt x="312675" y="272296"/>
                      <a:pt x="162040" y="272296"/>
                      <a:pt x="69092" y="218575"/>
                    </a:cubicBezTo>
                    <a:cubicBezTo>
                      <a:pt x="26325" y="193715"/>
                      <a:pt x="3326" y="161901"/>
                      <a:pt x="0" y="129516"/>
                    </a:cubicBezTo>
                    <a:cubicBezTo>
                      <a:pt x="3326" y="97131"/>
                      <a:pt x="26325" y="65222"/>
                      <a:pt x="69092" y="40362"/>
                    </a:cubicBezTo>
                    <a:cubicBezTo>
                      <a:pt x="162040" y="-13454"/>
                      <a:pt x="312675" y="-13454"/>
                      <a:pt x="405526" y="40362"/>
                    </a:cubicBezTo>
                    <a:cubicBezTo>
                      <a:pt x="448389" y="65222"/>
                      <a:pt x="471388" y="97131"/>
                      <a:pt x="474809" y="129516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30"/>
              <p:cNvSpPr/>
              <p:nvPr/>
            </p:nvSpPr>
            <p:spPr>
              <a:xfrm>
                <a:off x="5197892" y="4657629"/>
                <a:ext cx="221515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1515" h="139160" extrusionOk="0">
                    <a:moveTo>
                      <a:pt x="112525" y="22193"/>
                    </a:moveTo>
                    <a:cubicBezTo>
                      <a:pt x="109598" y="22155"/>
                      <a:pt x="106670" y="22374"/>
                      <a:pt x="103781" y="22860"/>
                    </a:cubicBezTo>
                    <a:cubicBezTo>
                      <a:pt x="99885" y="23432"/>
                      <a:pt x="95513" y="24194"/>
                      <a:pt x="90666" y="25241"/>
                    </a:cubicBezTo>
                    <a:cubicBezTo>
                      <a:pt x="85819" y="26289"/>
                      <a:pt x="81162" y="27527"/>
                      <a:pt x="75460" y="29146"/>
                    </a:cubicBezTo>
                    <a:cubicBezTo>
                      <a:pt x="70376" y="30632"/>
                      <a:pt x="65424" y="32509"/>
                      <a:pt x="60634" y="34766"/>
                    </a:cubicBezTo>
                    <a:lnTo>
                      <a:pt x="98649" y="56960"/>
                    </a:lnTo>
                    <a:lnTo>
                      <a:pt x="105492" y="54483"/>
                    </a:lnTo>
                    <a:cubicBezTo>
                      <a:pt x="114996" y="51245"/>
                      <a:pt x="124500" y="48482"/>
                      <a:pt x="132958" y="46196"/>
                    </a:cubicBezTo>
                    <a:cubicBezTo>
                      <a:pt x="141046" y="44044"/>
                      <a:pt x="149324" y="42701"/>
                      <a:pt x="157668" y="42196"/>
                    </a:cubicBezTo>
                    <a:cubicBezTo>
                      <a:pt x="165309" y="41691"/>
                      <a:pt x="172978" y="42196"/>
                      <a:pt x="180477" y="43720"/>
                    </a:cubicBezTo>
                    <a:cubicBezTo>
                      <a:pt x="188146" y="45330"/>
                      <a:pt x="195502" y="48187"/>
                      <a:pt x="202241" y="52197"/>
                    </a:cubicBezTo>
                    <a:cubicBezTo>
                      <a:pt x="208817" y="55607"/>
                      <a:pt x="214443" y="60617"/>
                      <a:pt x="218587" y="66770"/>
                    </a:cubicBezTo>
                    <a:cubicBezTo>
                      <a:pt x="221343" y="71238"/>
                      <a:pt x="222199" y="76619"/>
                      <a:pt x="220963" y="81725"/>
                    </a:cubicBezTo>
                    <a:cubicBezTo>
                      <a:pt x="219347" y="87354"/>
                      <a:pt x="216268" y="92450"/>
                      <a:pt x="212029" y="96488"/>
                    </a:cubicBezTo>
                    <a:cubicBezTo>
                      <a:pt x="206755" y="101756"/>
                      <a:pt x="200891" y="106394"/>
                      <a:pt x="194543" y="110300"/>
                    </a:cubicBezTo>
                    <a:lnTo>
                      <a:pt x="218872" y="124396"/>
                    </a:lnTo>
                    <a:lnTo>
                      <a:pt x="205662" y="132017"/>
                    </a:lnTo>
                    <a:lnTo>
                      <a:pt x="181142" y="117824"/>
                    </a:lnTo>
                    <a:cubicBezTo>
                      <a:pt x="169462" y="123625"/>
                      <a:pt x="157240" y="128254"/>
                      <a:pt x="144648" y="131636"/>
                    </a:cubicBezTo>
                    <a:cubicBezTo>
                      <a:pt x="131494" y="135322"/>
                      <a:pt x="118037" y="137846"/>
                      <a:pt x="104447" y="139160"/>
                    </a:cubicBezTo>
                    <a:lnTo>
                      <a:pt x="91711" y="116205"/>
                    </a:lnTo>
                    <a:cubicBezTo>
                      <a:pt x="95275" y="116110"/>
                      <a:pt x="98830" y="115824"/>
                      <a:pt x="102356" y="115348"/>
                    </a:cubicBezTo>
                    <a:cubicBezTo>
                      <a:pt x="107754" y="114710"/>
                      <a:pt x="113114" y="113786"/>
                      <a:pt x="118417" y="112586"/>
                    </a:cubicBezTo>
                    <a:cubicBezTo>
                      <a:pt x="124310" y="111347"/>
                      <a:pt x="130487" y="109728"/>
                      <a:pt x="137425" y="107823"/>
                    </a:cubicBezTo>
                    <a:cubicBezTo>
                      <a:pt x="143925" y="105985"/>
                      <a:pt x="150283" y="103661"/>
                      <a:pt x="156432" y="100870"/>
                    </a:cubicBezTo>
                    <a:lnTo>
                      <a:pt x="118417" y="78867"/>
                    </a:lnTo>
                    <a:lnTo>
                      <a:pt x="113475" y="80582"/>
                    </a:lnTo>
                    <a:lnTo>
                      <a:pt x="108248" y="82201"/>
                    </a:lnTo>
                    <a:cubicBezTo>
                      <a:pt x="98744" y="85344"/>
                      <a:pt x="89906" y="87821"/>
                      <a:pt x="81923" y="89630"/>
                    </a:cubicBezTo>
                    <a:cubicBezTo>
                      <a:pt x="74557" y="91307"/>
                      <a:pt x="67049" y="92297"/>
                      <a:pt x="59494" y="92583"/>
                    </a:cubicBezTo>
                    <a:cubicBezTo>
                      <a:pt x="52851" y="92812"/>
                      <a:pt x="46217" y="92212"/>
                      <a:pt x="39726" y="90773"/>
                    </a:cubicBezTo>
                    <a:cubicBezTo>
                      <a:pt x="33301" y="89240"/>
                      <a:pt x="27143" y="86735"/>
                      <a:pt x="21479" y="83344"/>
                    </a:cubicBezTo>
                    <a:cubicBezTo>
                      <a:pt x="15187" y="80039"/>
                      <a:pt x="9732" y="75352"/>
                      <a:pt x="5512" y="69628"/>
                    </a:cubicBezTo>
                    <a:cubicBezTo>
                      <a:pt x="2433" y="65342"/>
                      <a:pt x="922" y="60132"/>
                      <a:pt x="1236" y="54864"/>
                    </a:cubicBezTo>
                    <a:cubicBezTo>
                      <a:pt x="1825" y="49406"/>
                      <a:pt x="4011" y="44234"/>
                      <a:pt x="7508" y="40005"/>
                    </a:cubicBezTo>
                    <a:cubicBezTo>
                      <a:pt x="11918" y="34566"/>
                      <a:pt x="17145" y="29842"/>
                      <a:pt x="22999" y="2600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8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8"/>
                      <a:pt x="90067" y="1248"/>
                      <a:pt x="101120" y="0"/>
                    </a:cubicBezTo>
                    <a:close/>
                    <a:moveTo>
                      <a:pt x="47519" y="62294"/>
                    </a:moveTo>
                    <a:cubicBezTo>
                      <a:pt x="52556" y="65189"/>
                      <a:pt x="58372" y="66418"/>
                      <a:pt x="64151" y="65818"/>
                    </a:cubicBezTo>
                    <a:cubicBezTo>
                      <a:pt x="71877" y="64951"/>
                      <a:pt x="79499" y="63265"/>
                      <a:pt x="86865" y="60770"/>
                    </a:cubicBezTo>
                    <a:lnTo>
                      <a:pt x="51130" y="40005"/>
                    </a:lnTo>
                    <a:cubicBezTo>
                      <a:pt x="38015" y="48701"/>
                      <a:pt x="36808" y="56131"/>
                      <a:pt x="47519" y="62294"/>
                    </a:cubicBezTo>
                    <a:close/>
                    <a:moveTo>
                      <a:pt x="172969" y="72771"/>
                    </a:moveTo>
                    <a:cubicBezTo>
                      <a:pt x="167523" y="69771"/>
                      <a:pt x="161251" y="68628"/>
                      <a:pt x="155102" y="69533"/>
                    </a:cubicBezTo>
                    <a:cubicBezTo>
                      <a:pt x="146663" y="70656"/>
                      <a:pt x="138328" y="72504"/>
                      <a:pt x="130202" y="75057"/>
                    </a:cubicBezTo>
                    <a:lnTo>
                      <a:pt x="165746" y="95631"/>
                    </a:lnTo>
                    <a:cubicBezTo>
                      <a:pt x="180572" y="86392"/>
                      <a:pt x="183328" y="78677"/>
                      <a:pt x="17296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30"/>
              <p:cNvSpPr/>
              <p:nvPr/>
            </p:nvSpPr>
            <p:spPr>
              <a:xfrm>
                <a:off x="5289888" y="4760785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30"/>
              <p:cNvSpPr/>
              <p:nvPr/>
            </p:nvSpPr>
            <p:spPr>
              <a:xfrm>
                <a:off x="5385496" y="476897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30"/>
              <p:cNvSpPr/>
              <p:nvPr/>
            </p:nvSpPr>
            <p:spPr>
              <a:xfrm>
                <a:off x="5396046" y="472144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30"/>
              <p:cNvSpPr/>
              <p:nvPr/>
            </p:nvSpPr>
            <p:spPr>
              <a:xfrm>
                <a:off x="5321441" y="4726305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30"/>
              <p:cNvSpPr/>
              <p:nvPr/>
            </p:nvSpPr>
            <p:spPr>
              <a:xfrm>
                <a:off x="5249117" y="468487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780" y="29146"/>
                    </a:lnTo>
                    <a:lnTo>
                      <a:pt x="44383" y="23717"/>
                    </a:lnTo>
                    <a:lnTo>
                      <a:pt x="39346" y="17907"/>
                    </a:lnTo>
                    <a:cubicBezTo>
                      <a:pt x="36105" y="14116"/>
                      <a:pt x="32246" y="10896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30"/>
              <p:cNvSpPr/>
              <p:nvPr/>
            </p:nvSpPr>
            <p:spPr>
              <a:xfrm>
                <a:off x="5289888" y="4661344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30"/>
              <p:cNvSpPr/>
              <p:nvPr/>
            </p:nvSpPr>
            <p:spPr>
              <a:xfrm>
                <a:off x="5197987" y="465753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30"/>
              <p:cNvSpPr/>
              <p:nvPr/>
            </p:nvSpPr>
            <p:spPr>
              <a:xfrm>
                <a:off x="5198652" y="470087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2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30"/>
              <p:cNvSpPr/>
              <p:nvPr/>
            </p:nvSpPr>
            <p:spPr>
              <a:xfrm>
                <a:off x="5197892" y="4644961"/>
                <a:ext cx="221610" cy="138874"/>
              </a:xfrm>
              <a:custGeom>
                <a:avLst/>
                <a:gdLst/>
                <a:ahLst/>
                <a:cxnLst/>
                <a:rect l="l" t="t" r="r" b="b"/>
                <a:pathLst>
                  <a:path w="221610" h="138874" extrusionOk="0">
                    <a:moveTo>
                      <a:pt x="112525" y="22288"/>
                    </a:moveTo>
                    <a:cubicBezTo>
                      <a:pt x="109598" y="22298"/>
                      <a:pt x="106680" y="22517"/>
                      <a:pt x="103781" y="22955"/>
                    </a:cubicBezTo>
                    <a:cubicBezTo>
                      <a:pt x="99885" y="23527"/>
                      <a:pt x="95513" y="24289"/>
                      <a:pt x="90666" y="25337"/>
                    </a:cubicBezTo>
                    <a:cubicBezTo>
                      <a:pt x="85819" y="26384"/>
                      <a:pt x="81162" y="27718"/>
                      <a:pt x="75460" y="29242"/>
                    </a:cubicBezTo>
                    <a:cubicBezTo>
                      <a:pt x="70395" y="30804"/>
                      <a:pt x="65434" y="32709"/>
                      <a:pt x="60634" y="34957"/>
                    </a:cubicBezTo>
                    <a:lnTo>
                      <a:pt x="98649" y="57055"/>
                    </a:lnTo>
                    <a:lnTo>
                      <a:pt x="105492" y="54578"/>
                    </a:lnTo>
                    <a:cubicBezTo>
                      <a:pt x="114996" y="51435"/>
                      <a:pt x="124500" y="48673"/>
                      <a:pt x="132958" y="46387"/>
                    </a:cubicBezTo>
                    <a:cubicBezTo>
                      <a:pt x="141036" y="44205"/>
                      <a:pt x="149314" y="42834"/>
                      <a:pt x="157668" y="42291"/>
                    </a:cubicBezTo>
                    <a:cubicBezTo>
                      <a:pt x="165309" y="41786"/>
                      <a:pt x="172978" y="42291"/>
                      <a:pt x="180477" y="43815"/>
                    </a:cubicBezTo>
                    <a:cubicBezTo>
                      <a:pt x="188127" y="45501"/>
                      <a:pt x="195464" y="48358"/>
                      <a:pt x="202241" y="52292"/>
                    </a:cubicBezTo>
                    <a:cubicBezTo>
                      <a:pt x="208846" y="55702"/>
                      <a:pt x="214501" y="60712"/>
                      <a:pt x="218682" y="66865"/>
                    </a:cubicBezTo>
                    <a:cubicBezTo>
                      <a:pt x="221438" y="71333"/>
                      <a:pt x="222294" y="76714"/>
                      <a:pt x="221058" y="81820"/>
                    </a:cubicBezTo>
                    <a:cubicBezTo>
                      <a:pt x="219442" y="87449"/>
                      <a:pt x="216363" y="92545"/>
                      <a:pt x="212125" y="96583"/>
                    </a:cubicBezTo>
                    <a:cubicBezTo>
                      <a:pt x="206869" y="101851"/>
                      <a:pt x="200996" y="106451"/>
                      <a:pt x="194638" y="110299"/>
                    </a:cubicBezTo>
                    <a:lnTo>
                      <a:pt x="218967" y="124396"/>
                    </a:lnTo>
                    <a:lnTo>
                      <a:pt x="205757" y="132112"/>
                    </a:lnTo>
                    <a:lnTo>
                      <a:pt x="181427" y="117538"/>
                    </a:lnTo>
                    <a:cubicBezTo>
                      <a:pt x="169728" y="123301"/>
                      <a:pt x="157506" y="127930"/>
                      <a:pt x="144933" y="131350"/>
                    </a:cubicBezTo>
                    <a:cubicBezTo>
                      <a:pt x="131760" y="134950"/>
                      <a:pt x="118313" y="137465"/>
                      <a:pt x="104732" y="138874"/>
                    </a:cubicBezTo>
                    <a:lnTo>
                      <a:pt x="91997" y="115824"/>
                    </a:lnTo>
                    <a:cubicBezTo>
                      <a:pt x="95561" y="115729"/>
                      <a:pt x="99115" y="115443"/>
                      <a:pt x="102641" y="114967"/>
                    </a:cubicBezTo>
                    <a:cubicBezTo>
                      <a:pt x="108039" y="114367"/>
                      <a:pt x="113399" y="113471"/>
                      <a:pt x="118702" y="112300"/>
                    </a:cubicBezTo>
                    <a:cubicBezTo>
                      <a:pt x="124595" y="110966"/>
                      <a:pt x="130772" y="109347"/>
                      <a:pt x="137710" y="107442"/>
                    </a:cubicBezTo>
                    <a:cubicBezTo>
                      <a:pt x="144229" y="105651"/>
                      <a:pt x="150578" y="103327"/>
                      <a:pt x="156717" y="100489"/>
                    </a:cubicBezTo>
                    <a:lnTo>
                      <a:pt x="118702" y="78486"/>
                    </a:lnTo>
                    <a:lnTo>
                      <a:pt x="113760" y="80296"/>
                    </a:lnTo>
                    <a:lnTo>
                      <a:pt x="108533" y="81820"/>
                    </a:lnTo>
                    <a:cubicBezTo>
                      <a:pt x="99029" y="84963"/>
                      <a:pt x="90191" y="87439"/>
                      <a:pt x="82208" y="89249"/>
                    </a:cubicBezTo>
                    <a:cubicBezTo>
                      <a:pt x="74842" y="90954"/>
                      <a:pt x="67334" y="91973"/>
                      <a:pt x="59779" y="92297"/>
                    </a:cubicBezTo>
                    <a:cubicBezTo>
                      <a:pt x="53136" y="92497"/>
                      <a:pt x="46493" y="91859"/>
                      <a:pt x="40011" y="90392"/>
                    </a:cubicBezTo>
                    <a:cubicBezTo>
                      <a:pt x="33586" y="88859"/>
                      <a:pt x="27428" y="86354"/>
                      <a:pt x="21764" y="82963"/>
                    </a:cubicBezTo>
                    <a:cubicBezTo>
                      <a:pt x="15463" y="79724"/>
                      <a:pt x="9998" y="75057"/>
                      <a:pt x="5797" y="69342"/>
                    </a:cubicBezTo>
                    <a:cubicBezTo>
                      <a:pt x="2737" y="65056"/>
                      <a:pt x="1226" y="59845"/>
                      <a:pt x="1521" y="54578"/>
                    </a:cubicBezTo>
                    <a:cubicBezTo>
                      <a:pt x="2091" y="49111"/>
                      <a:pt x="4277" y="43939"/>
                      <a:pt x="7793" y="39719"/>
                    </a:cubicBezTo>
                    <a:cubicBezTo>
                      <a:pt x="12203" y="34252"/>
                      <a:pt x="17430" y="29499"/>
                      <a:pt x="23284" y="25622"/>
                    </a:cubicBezTo>
                    <a:lnTo>
                      <a:pt x="0" y="12763"/>
                    </a:lnTo>
                    <a:lnTo>
                      <a:pt x="13210" y="5144"/>
                    </a:lnTo>
                    <a:lnTo>
                      <a:pt x="35544" y="18002"/>
                    </a:lnTo>
                    <a:cubicBezTo>
                      <a:pt x="46017" y="12821"/>
                      <a:pt x="57004" y="8763"/>
                      <a:pt x="68332" y="5905"/>
                    </a:cubicBezTo>
                    <a:cubicBezTo>
                      <a:pt x="79119" y="3191"/>
                      <a:pt x="90067" y="1219"/>
                      <a:pt x="101120" y="0"/>
                    </a:cubicBezTo>
                    <a:close/>
                    <a:moveTo>
                      <a:pt x="47519" y="62008"/>
                    </a:moveTo>
                    <a:cubicBezTo>
                      <a:pt x="52547" y="64932"/>
                      <a:pt x="58363" y="66199"/>
                      <a:pt x="64151" y="65627"/>
                    </a:cubicBezTo>
                    <a:cubicBezTo>
                      <a:pt x="71887" y="64770"/>
                      <a:pt x="79509" y="63037"/>
                      <a:pt x="86865" y="60484"/>
                    </a:cubicBezTo>
                    <a:lnTo>
                      <a:pt x="51130" y="39814"/>
                    </a:lnTo>
                    <a:cubicBezTo>
                      <a:pt x="38015" y="48387"/>
                      <a:pt x="36808" y="55788"/>
                      <a:pt x="47519" y="62008"/>
                    </a:cubicBezTo>
                    <a:close/>
                    <a:moveTo>
                      <a:pt x="172969" y="72485"/>
                    </a:moveTo>
                    <a:cubicBezTo>
                      <a:pt x="167514" y="69513"/>
                      <a:pt x="161241" y="68409"/>
                      <a:pt x="155102" y="69342"/>
                    </a:cubicBezTo>
                    <a:cubicBezTo>
                      <a:pt x="146663" y="70428"/>
                      <a:pt x="138328" y="72247"/>
                      <a:pt x="130202" y="74771"/>
                    </a:cubicBezTo>
                    <a:lnTo>
                      <a:pt x="165746" y="95345"/>
                    </a:lnTo>
                    <a:cubicBezTo>
                      <a:pt x="180572" y="86106"/>
                      <a:pt x="183328" y="78486"/>
                      <a:pt x="172969" y="7248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3" name="Google Shape;1873;p30"/>
            <p:cNvGrpSpPr/>
            <p:nvPr/>
          </p:nvGrpSpPr>
          <p:grpSpPr>
            <a:xfrm>
              <a:off x="2181300" y="4477454"/>
              <a:ext cx="746806" cy="516445"/>
              <a:chOff x="3962400" y="5293804"/>
              <a:chExt cx="746806" cy="516445"/>
            </a:xfrm>
          </p:grpSpPr>
          <p:sp>
            <p:nvSpPr>
              <p:cNvPr id="1874" name="Google Shape;1874;p30"/>
              <p:cNvSpPr/>
              <p:nvPr/>
            </p:nvSpPr>
            <p:spPr>
              <a:xfrm>
                <a:off x="3962400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30"/>
              <p:cNvSpPr/>
              <p:nvPr/>
            </p:nvSpPr>
            <p:spPr>
              <a:xfrm>
                <a:off x="4044607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30"/>
              <p:cNvSpPr/>
              <p:nvPr/>
            </p:nvSpPr>
            <p:spPr>
              <a:xfrm>
                <a:off x="4044702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30"/>
              <p:cNvSpPr/>
              <p:nvPr/>
            </p:nvSpPr>
            <p:spPr>
              <a:xfrm>
                <a:off x="4659217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30"/>
              <p:cNvSpPr/>
              <p:nvPr/>
            </p:nvSpPr>
            <p:spPr>
              <a:xfrm>
                <a:off x="4044607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30"/>
              <p:cNvSpPr/>
              <p:nvPr/>
            </p:nvSpPr>
            <p:spPr>
              <a:xfrm>
                <a:off x="4139107" y="5346215"/>
                <a:ext cx="475657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57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05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30"/>
              <p:cNvSpPr/>
              <p:nvPr/>
            </p:nvSpPr>
            <p:spPr>
              <a:xfrm>
                <a:off x="4139550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30"/>
              <p:cNvSpPr/>
              <p:nvPr/>
            </p:nvSpPr>
            <p:spPr>
              <a:xfrm>
                <a:off x="4261389" y="5424963"/>
                <a:ext cx="221102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8970" extrusionOk="0">
                    <a:moveTo>
                      <a:pt x="112050" y="22098"/>
                    </a:moveTo>
                    <a:cubicBezTo>
                      <a:pt x="109122" y="22060"/>
                      <a:pt x="106194" y="22279"/>
                      <a:pt x="103306" y="22765"/>
                    </a:cubicBezTo>
                    <a:cubicBezTo>
                      <a:pt x="99410" y="23336"/>
                      <a:pt x="95038" y="24098"/>
                      <a:pt x="90191" y="25146"/>
                    </a:cubicBezTo>
                    <a:cubicBezTo>
                      <a:pt x="85344" y="26194"/>
                      <a:pt x="80687" y="27432"/>
                      <a:pt x="75080" y="29051"/>
                    </a:cubicBezTo>
                    <a:cubicBezTo>
                      <a:pt x="69967" y="30566"/>
                      <a:pt x="64977" y="32480"/>
                      <a:pt x="60159" y="34766"/>
                    </a:cubicBezTo>
                    <a:lnTo>
                      <a:pt x="98174" y="56864"/>
                    </a:lnTo>
                    <a:lnTo>
                      <a:pt x="105017" y="54388"/>
                    </a:lnTo>
                    <a:cubicBezTo>
                      <a:pt x="114521" y="51149"/>
                      <a:pt x="124024" y="48387"/>
                      <a:pt x="132483" y="46196"/>
                    </a:cubicBezTo>
                    <a:cubicBezTo>
                      <a:pt x="140574" y="44120"/>
                      <a:pt x="148851" y="42844"/>
                      <a:pt x="157193" y="42386"/>
                    </a:cubicBezTo>
                    <a:cubicBezTo>
                      <a:pt x="164798" y="41881"/>
                      <a:pt x="172437" y="42386"/>
                      <a:pt x="179907" y="43910"/>
                    </a:cubicBezTo>
                    <a:cubicBezTo>
                      <a:pt x="187570" y="45539"/>
                      <a:pt x="194919" y="48406"/>
                      <a:pt x="201670" y="52388"/>
                    </a:cubicBezTo>
                    <a:cubicBezTo>
                      <a:pt x="208292" y="55731"/>
                      <a:pt x="213951" y="60713"/>
                      <a:pt x="218112" y="66866"/>
                    </a:cubicBezTo>
                    <a:cubicBezTo>
                      <a:pt x="220891" y="71323"/>
                      <a:pt x="221780" y="76705"/>
                      <a:pt x="220583" y="81820"/>
                    </a:cubicBezTo>
                    <a:cubicBezTo>
                      <a:pt x="218785" y="87506"/>
                      <a:pt x="215504" y="92602"/>
                      <a:pt x="211079" y="96584"/>
                    </a:cubicBezTo>
                    <a:cubicBezTo>
                      <a:pt x="205885" y="101898"/>
                      <a:pt x="200041" y="106547"/>
                      <a:pt x="193687" y="110395"/>
                    </a:cubicBezTo>
                    <a:lnTo>
                      <a:pt x="217922" y="124492"/>
                    </a:lnTo>
                    <a:lnTo>
                      <a:pt x="204712" y="132112"/>
                    </a:lnTo>
                    <a:lnTo>
                      <a:pt x="180952" y="117634"/>
                    </a:lnTo>
                    <a:cubicBezTo>
                      <a:pt x="169319" y="123463"/>
                      <a:pt x="157122" y="128092"/>
                      <a:pt x="144553" y="131445"/>
                    </a:cubicBezTo>
                    <a:cubicBezTo>
                      <a:pt x="131396" y="135112"/>
                      <a:pt x="117944" y="137636"/>
                      <a:pt x="104352" y="138970"/>
                    </a:cubicBezTo>
                    <a:lnTo>
                      <a:pt x="91521" y="116015"/>
                    </a:lnTo>
                    <a:cubicBezTo>
                      <a:pt x="95114" y="115919"/>
                      <a:pt x="98699" y="115634"/>
                      <a:pt x="102261" y="115158"/>
                    </a:cubicBezTo>
                    <a:cubicBezTo>
                      <a:pt x="107627" y="114510"/>
                      <a:pt x="112956" y="113586"/>
                      <a:pt x="118227" y="112395"/>
                    </a:cubicBezTo>
                    <a:cubicBezTo>
                      <a:pt x="124119" y="111157"/>
                      <a:pt x="130392" y="109538"/>
                      <a:pt x="137235" y="107633"/>
                    </a:cubicBezTo>
                    <a:cubicBezTo>
                      <a:pt x="143743" y="105823"/>
                      <a:pt x="150098" y="103489"/>
                      <a:pt x="156242" y="100679"/>
                    </a:cubicBezTo>
                    <a:lnTo>
                      <a:pt x="118227" y="78677"/>
                    </a:lnTo>
                    <a:cubicBezTo>
                      <a:pt x="116611" y="79248"/>
                      <a:pt x="114996" y="79915"/>
                      <a:pt x="113285" y="80391"/>
                    </a:cubicBezTo>
                    <a:lnTo>
                      <a:pt x="108058" y="82010"/>
                    </a:lnTo>
                    <a:cubicBezTo>
                      <a:pt x="98554" y="85154"/>
                      <a:pt x="89716" y="87630"/>
                      <a:pt x="81828" y="89440"/>
                    </a:cubicBezTo>
                    <a:cubicBezTo>
                      <a:pt x="74465" y="91154"/>
                      <a:pt x="66953" y="92145"/>
                      <a:pt x="59399" y="92393"/>
                    </a:cubicBezTo>
                    <a:cubicBezTo>
                      <a:pt x="52758" y="92678"/>
                      <a:pt x="46110" y="92069"/>
                      <a:pt x="39631" y="90583"/>
                    </a:cubicBezTo>
                    <a:cubicBezTo>
                      <a:pt x="33176" y="89059"/>
                      <a:pt x="26991" y="86554"/>
                      <a:pt x="21288" y="83153"/>
                    </a:cubicBezTo>
                    <a:cubicBezTo>
                      <a:pt x="14928" y="79924"/>
                      <a:pt x="9398" y="75257"/>
                      <a:pt x="5132" y="69533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28" y="49273"/>
                      <a:pt x="3511" y="44063"/>
                      <a:pt x="7033" y="39815"/>
                    </a:cubicBezTo>
                    <a:cubicBezTo>
                      <a:pt x="11446" y="34376"/>
                      <a:pt x="16672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37" y="3143"/>
                      <a:pt x="90126" y="1172"/>
                      <a:pt x="101215" y="0"/>
                    </a:cubicBezTo>
                    <a:close/>
                    <a:moveTo>
                      <a:pt x="47139" y="62198"/>
                    </a:moveTo>
                    <a:cubicBezTo>
                      <a:pt x="52133" y="65122"/>
                      <a:pt x="57921" y="66389"/>
                      <a:pt x="63675" y="65818"/>
                    </a:cubicBezTo>
                    <a:cubicBezTo>
                      <a:pt x="71401" y="64875"/>
                      <a:pt x="79011" y="63151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5979"/>
                      <a:pt x="47139" y="62198"/>
                    </a:cubicBezTo>
                    <a:close/>
                    <a:moveTo>
                      <a:pt x="172589" y="72676"/>
                    </a:moveTo>
                    <a:cubicBezTo>
                      <a:pt x="167122" y="69742"/>
                      <a:pt x="160859" y="68637"/>
                      <a:pt x="154722" y="69533"/>
                    </a:cubicBezTo>
                    <a:cubicBezTo>
                      <a:pt x="146250" y="70618"/>
                      <a:pt x="137887" y="72438"/>
                      <a:pt x="129727" y="74962"/>
                    </a:cubicBezTo>
                    <a:lnTo>
                      <a:pt x="165271" y="95536"/>
                    </a:lnTo>
                    <a:cubicBezTo>
                      <a:pt x="180477" y="86296"/>
                      <a:pt x="182853" y="78677"/>
                      <a:pt x="17258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30"/>
              <p:cNvSpPr/>
              <p:nvPr/>
            </p:nvSpPr>
            <p:spPr>
              <a:xfrm>
                <a:off x="4352910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30"/>
              <p:cNvSpPr/>
              <p:nvPr/>
            </p:nvSpPr>
            <p:spPr>
              <a:xfrm>
                <a:off x="4448518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3" y="12954"/>
                    </a:moveTo>
                    <a:lnTo>
                      <a:pt x="31553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3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30"/>
              <p:cNvSpPr/>
              <p:nvPr/>
            </p:nvSpPr>
            <p:spPr>
              <a:xfrm>
                <a:off x="4459162" y="548868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30"/>
              <p:cNvSpPr/>
              <p:nvPr/>
            </p:nvSpPr>
            <p:spPr>
              <a:xfrm>
                <a:off x="4384748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30"/>
              <p:cNvSpPr/>
              <p:nvPr/>
            </p:nvSpPr>
            <p:spPr>
              <a:xfrm>
                <a:off x="4312139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0" y="14135"/>
                      <a:pt x="32258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30"/>
              <p:cNvSpPr/>
              <p:nvPr/>
            </p:nvSpPr>
            <p:spPr>
              <a:xfrm>
                <a:off x="4352910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30"/>
              <p:cNvSpPr/>
              <p:nvPr/>
            </p:nvSpPr>
            <p:spPr>
              <a:xfrm>
                <a:off x="4261008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30"/>
              <p:cNvSpPr/>
              <p:nvPr/>
            </p:nvSpPr>
            <p:spPr>
              <a:xfrm>
                <a:off x="4261769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30"/>
              <p:cNvSpPr/>
              <p:nvPr/>
            </p:nvSpPr>
            <p:spPr>
              <a:xfrm>
                <a:off x="4261389" y="5412009"/>
                <a:ext cx="22119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97" h="139065" extrusionOk="0">
                    <a:moveTo>
                      <a:pt x="112050" y="22098"/>
                    </a:moveTo>
                    <a:cubicBezTo>
                      <a:pt x="109119" y="22098"/>
                      <a:pt x="106193" y="22355"/>
                      <a:pt x="103306" y="22860"/>
                    </a:cubicBezTo>
                    <a:cubicBezTo>
                      <a:pt x="99441" y="23431"/>
                      <a:pt x="95069" y="24194"/>
                      <a:pt x="90191" y="25146"/>
                    </a:cubicBezTo>
                    <a:cubicBezTo>
                      <a:pt x="85344" y="26194"/>
                      <a:pt x="80687" y="27527"/>
                      <a:pt x="75080" y="29051"/>
                    </a:cubicBezTo>
                    <a:cubicBezTo>
                      <a:pt x="69981" y="30613"/>
                      <a:pt x="64995" y="32518"/>
                      <a:pt x="60159" y="34766"/>
                    </a:cubicBezTo>
                    <a:lnTo>
                      <a:pt x="98174" y="56864"/>
                    </a:lnTo>
                    <a:lnTo>
                      <a:pt x="105017" y="54483"/>
                    </a:lnTo>
                    <a:cubicBezTo>
                      <a:pt x="114521" y="51245"/>
                      <a:pt x="124024" y="48482"/>
                      <a:pt x="132483" y="46196"/>
                    </a:cubicBezTo>
                    <a:cubicBezTo>
                      <a:pt x="140606" y="44063"/>
                      <a:pt x="148910" y="42691"/>
                      <a:pt x="157288" y="42100"/>
                    </a:cubicBezTo>
                    <a:cubicBezTo>
                      <a:pt x="164893" y="41643"/>
                      <a:pt x="172525" y="42158"/>
                      <a:pt x="180002" y="43624"/>
                    </a:cubicBezTo>
                    <a:cubicBezTo>
                      <a:pt x="187668" y="45291"/>
                      <a:pt x="195018" y="48187"/>
                      <a:pt x="201765" y="52197"/>
                    </a:cubicBezTo>
                    <a:cubicBezTo>
                      <a:pt x="208387" y="55540"/>
                      <a:pt x="214046" y="60522"/>
                      <a:pt x="218207" y="66675"/>
                    </a:cubicBezTo>
                    <a:cubicBezTo>
                      <a:pt x="220986" y="71133"/>
                      <a:pt x="221875" y="76514"/>
                      <a:pt x="220678" y="81629"/>
                    </a:cubicBezTo>
                    <a:cubicBezTo>
                      <a:pt x="218855" y="87297"/>
                      <a:pt x="215578" y="92393"/>
                      <a:pt x="211174" y="96393"/>
                    </a:cubicBezTo>
                    <a:cubicBezTo>
                      <a:pt x="205956" y="101689"/>
                      <a:pt x="200116" y="106318"/>
                      <a:pt x="193782" y="110204"/>
                    </a:cubicBezTo>
                    <a:lnTo>
                      <a:pt x="218017" y="124206"/>
                    </a:lnTo>
                    <a:lnTo>
                      <a:pt x="204807" y="131921"/>
                    </a:lnTo>
                    <a:lnTo>
                      <a:pt x="180287" y="117729"/>
                    </a:lnTo>
                    <a:cubicBezTo>
                      <a:pt x="168831" y="123434"/>
                      <a:pt x="156868" y="128064"/>
                      <a:pt x="144553" y="131540"/>
                    </a:cubicBezTo>
                    <a:cubicBezTo>
                      <a:pt x="131385" y="135169"/>
                      <a:pt x="117937" y="137684"/>
                      <a:pt x="104352" y="139065"/>
                    </a:cubicBezTo>
                    <a:lnTo>
                      <a:pt x="91521" y="116014"/>
                    </a:lnTo>
                    <a:cubicBezTo>
                      <a:pt x="95113" y="115967"/>
                      <a:pt x="98698" y="115710"/>
                      <a:pt x="102261" y="115253"/>
                    </a:cubicBezTo>
                    <a:cubicBezTo>
                      <a:pt x="107013" y="114681"/>
                      <a:pt x="112335" y="113729"/>
                      <a:pt x="118227" y="112490"/>
                    </a:cubicBezTo>
                    <a:cubicBezTo>
                      <a:pt x="124119" y="111252"/>
                      <a:pt x="130392" y="109633"/>
                      <a:pt x="137235" y="107728"/>
                    </a:cubicBezTo>
                    <a:cubicBezTo>
                      <a:pt x="143731" y="105842"/>
                      <a:pt x="150083" y="103479"/>
                      <a:pt x="156242" y="100679"/>
                    </a:cubicBezTo>
                    <a:lnTo>
                      <a:pt x="118227" y="78772"/>
                    </a:lnTo>
                    <a:lnTo>
                      <a:pt x="113285" y="80486"/>
                    </a:lnTo>
                    <a:lnTo>
                      <a:pt x="108058" y="82105"/>
                    </a:lnTo>
                    <a:cubicBezTo>
                      <a:pt x="99447" y="85001"/>
                      <a:pt x="90692" y="87449"/>
                      <a:pt x="81828" y="89440"/>
                    </a:cubicBezTo>
                    <a:cubicBezTo>
                      <a:pt x="74467" y="91183"/>
                      <a:pt x="66956" y="92202"/>
                      <a:pt x="59399" y="92488"/>
                    </a:cubicBezTo>
                    <a:cubicBezTo>
                      <a:pt x="52754" y="92745"/>
                      <a:pt x="46105" y="92107"/>
                      <a:pt x="39631" y="90583"/>
                    </a:cubicBezTo>
                    <a:cubicBezTo>
                      <a:pt x="33193" y="89049"/>
                      <a:pt x="27013" y="86573"/>
                      <a:pt x="21288" y="83248"/>
                    </a:cubicBezTo>
                    <a:cubicBezTo>
                      <a:pt x="14922" y="79981"/>
                      <a:pt x="9393" y="75286"/>
                      <a:pt x="5132" y="69532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51" y="49311"/>
                      <a:pt x="3533" y="44139"/>
                      <a:pt x="7033" y="39910"/>
                    </a:cubicBezTo>
                    <a:cubicBezTo>
                      <a:pt x="11467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45" y="3258"/>
                      <a:pt x="90131" y="1248"/>
                      <a:pt x="101215" y="0"/>
                    </a:cubicBezTo>
                    <a:close/>
                    <a:moveTo>
                      <a:pt x="47139" y="62294"/>
                    </a:moveTo>
                    <a:cubicBezTo>
                      <a:pt x="52142" y="65189"/>
                      <a:pt x="57930" y="66418"/>
                      <a:pt x="63675" y="65818"/>
                    </a:cubicBezTo>
                    <a:cubicBezTo>
                      <a:pt x="71416" y="64970"/>
                      <a:pt x="79036" y="63246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6007"/>
                      <a:pt x="47139" y="62294"/>
                    </a:cubicBezTo>
                    <a:close/>
                    <a:moveTo>
                      <a:pt x="172589" y="72771"/>
                    </a:moveTo>
                    <a:cubicBezTo>
                      <a:pt x="167144" y="69771"/>
                      <a:pt x="160871" y="68628"/>
                      <a:pt x="154722" y="69532"/>
                    </a:cubicBezTo>
                    <a:cubicBezTo>
                      <a:pt x="146240" y="70609"/>
                      <a:pt x="137873" y="72457"/>
                      <a:pt x="129727" y="75057"/>
                    </a:cubicBezTo>
                    <a:lnTo>
                      <a:pt x="165271" y="95631"/>
                    </a:lnTo>
                    <a:cubicBezTo>
                      <a:pt x="180477" y="86296"/>
                      <a:pt x="182853" y="78677"/>
                      <a:pt x="17258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1" name="Google Shape;1891;p30"/>
            <p:cNvGrpSpPr/>
            <p:nvPr/>
          </p:nvGrpSpPr>
          <p:grpSpPr>
            <a:xfrm>
              <a:off x="2290688" y="4374965"/>
              <a:ext cx="664599" cy="467010"/>
              <a:chOff x="4071788" y="5191315"/>
              <a:chExt cx="664599" cy="467010"/>
            </a:xfrm>
          </p:grpSpPr>
          <p:sp>
            <p:nvSpPr>
              <p:cNvPr id="1892" name="Google Shape;1892;p30"/>
              <p:cNvSpPr/>
              <p:nvPr/>
            </p:nvSpPr>
            <p:spPr>
              <a:xfrm>
                <a:off x="4071788" y="527370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30"/>
              <p:cNvSpPr/>
              <p:nvPr/>
            </p:nvSpPr>
            <p:spPr>
              <a:xfrm>
                <a:off x="4071883" y="538133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30"/>
              <p:cNvSpPr/>
              <p:nvPr/>
            </p:nvSpPr>
            <p:spPr>
              <a:xfrm>
                <a:off x="4686303" y="538362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30"/>
              <p:cNvSpPr/>
              <p:nvPr/>
            </p:nvSpPr>
            <p:spPr>
              <a:xfrm>
                <a:off x="4071788" y="519131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30"/>
              <p:cNvSpPr/>
              <p:nvPr/>
            </p:nvSpPr>
            <p:spPr>
              <a:xfrm>
                <a:off x="4166288" y="5243631"/>
                <a:ext cx="475673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3" extrusionOk="0">
                    <a:moveTo>
                      <a:pt x="475252" y="145899"/>
                    </a:moveTo>
                    <a:cubicBezTo>
                      <a:pt x="471830" y="178284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30"/>
              <p:cNvSpPr/>
              <p:nvPr/>
            </p:nvSpPr>
            <p:spPr>
              <a:xfrm>
                <a:off x="4166731" y="5260109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575"/>
                    </a:cubicBezTo>
                    <a:cubicBezTo>
                      <a:pt x="312675" y="272296"/>
                      <a:pt x="162040" y="272296"/>
                      <a:pt x="69093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2"/>
                      <a:pt x="69093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222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30"/>
              <p:cNvSpPr/>
              <p:nvPr/>
            </p:nvSpPr>
            <p:spPr>
              <a:xfrm>
                <a:off x="4287999" y="5322379"/>
                <a:ext cx="221706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706" h="139065" extrusionOk="0">
                    <a:moveTo>
                      <a:pt x="112620" y="22098"/>
                    </a:moveTo>
                    <a:cubicBezTo>
                      <a:pt x="109691" y="22146"/>
                      <a:pt x="106769" y="22403"/>
                      <a:pt x="103876" y="22860"/>
                    </a:cubicBezTo>
                    <a:cubicBezTo>
                      <a:pt x="99980" y="23431"/>
                      <a:pt x="95608" y="24194"/>
                      <a:pt x="90761" y="25241"/>
                    </a:cubicBezTo>
                    <a:cubicBezTo>
                      <a:pt x="85627" y="26280"/>
                      <a:pt x="80552" y="27575"/>
                      <a:pt x="75555" y="29146"/>
                    </a:cubicBezTo>
                    <a:cubicBezTo>
                      <a:pt x="70475" y="30632"/>
                      <a:pt x="65518" y="32509"/>
                      <a:pt x="60729" y="34766"/>
                    </a:cubicBezTo>
                    <a:lnTo>
                      <a:pt x="98744" y="56864"/>
                    </a:lnTo>
                    <a:lnTo>
                      <a:pt x="105587" y="54483"/>
                    </a:lnTo>
                    <a:cubicBezTo>
                      <a:pt x="115091" y="51245"/>
                      <a:pt x="124595" y="48482"/>
                      <a:pt x="133053" y="46196"/>
                    </a:cubicBezTo>
                    <a:cubicBezTo>
                      <a:pt x="141144" y="44063"/>
                      <a:pt x="149417" y="42691"/>
                      <a:pt x="157763" y="42101"/>
                    </a:cubicBezTo>
                    <a:cubicBezTo>
                      <a:pt x="165404" y="41624"/>
                      <a:pt x="173074" y="42167"/>
                      <a:pt x="180572" y="43720"/>
                    </a:cubicBezTo>
                    <a:cubicBezTo>
                      <a:pt x="188218" y="45310"/>
                      <a:pt x="195542" y="48178"/>
                      <a:pt x="202241" y="52197"/>
                    </a:cubicBezTo>
                    <a:cubicBezTo>
                      <a:pt x="208885" y="55550"/>
                      <a:pt x="214575" y="60522"/>
                      <a:pt x="218777" y="66675"/>
                    </a:cubicBezTo>
                    <a:cubicBezTo>
                      <a:pt x="221533" y="71142"/>
                      <a:pt x="222390" y="76524"/>
                      <a:pt x="221153" y="81629"/>
                    </a:cubicBezTo>
                    <a:cubicBezTo>
                      <a:pt x="219541" y="87259"/>
                      <a:pt x="216457" y="92355"/>
                      <a:pt x="212220" y="96393"/>
                    </a:cubicBezTo>
                    <a:cubicBezTo>
                      <a:pt x="206946" y="101660"/>
                      <a:pt x="201077" y="106299"/>
                      <a:pt x="194733" y="110204"/>
                    </a:cubicBezTo>
                    <a:lnTo>
                      <a:pt x="219062" y="124206"/>
                    </a:lnTo>
                    <a:lnTo>
                      <a:pt x="205852" y="131921"/>
                    </a:lnTo>
                    <a:lnTo>
                      <a:pt x="181332" y="117729"/>
                    </a:lnTo>
                    <a:cubicBezTo>
                      <a:pt x="169629" y="123473"/>
                      <a:pt x="157410" y="128102"/>
                      <a:pt x="144838" y="131540"/>
                    </a:cubicBezTo>
                    <a:cubicBezTo>
                      <a:pt x="131674" y="135179"/>
                      <a:pt x="118225" y="137703"/>
                      <a:pt x="104637" y="139065"/>
                    </a:cubicBezTo>
                    <a:lnTo>
                      <a:pt x="92567" y="116396"/>
                    </a:lnTo>
                    <a:cubicBezTo>
                      <a:pt x="96128" y="116300"/>
                      <a:pt x="99680" y="116014"/>
                      <a:pt x="103211" y="115538"/>
                    </a:cubicBezTo>
                    <a:cubicBezTo>
                      <a:pt x="108058" y="114967"/>
                      <a:pt x="113380" y="114014"/>
                      <a:pt x="119273" y="112776"/>
                    </a:cubicBezTo>
                    <a:cubicBezTo>
                      <a:pt x="125165" y="111538"/>
                      <a:pt x="131342" y="109919"/>
                      <a:pt x="138280" y="108013"/>
                    </a:cubicBezTo>
                    <a:cubicBezTo>
                      <a:pt x="144781" y="106175"/>
                      <a:pt x="151135" y="103851"/>
                      <a:pt x="157288" y="101060"/>
                    </a:cubicBezTo>
                    <a:lnTo>
                      <a:pt x="119273" y="79057"/>
                    </a:lnTo>
                    <a:lnTo>
                      <a:pt x="114236" y="80772"/>
                    </a:lnTo>
                    <a:lnTo>
                      <a:pt x="109104" y="82391"/>
                    </a:lnTo>
                    <a:cubicBezTo>
                      <a:pt x="99600" y="85535"/>
                      <a:pt x="90761" y="88011"/>
                      <a:pt x="82778" y="89821"/>
                    </a:cubicBezTo>
                    <a:cubicBezTo>
                      <a:pt x="75409" y="91497"/>
                      <a:pt x="67901" y="92488"/>
                      <a:pt x="60349" y="92773"/>
                    </a:cubicBezTo>
                    <a:cubicBezTo>
                      <a:pt x="53710" y="93002"/>
                      <a:pt x="47068" y="92402"/>
                      <a:pt x="40581" y="90964"/>
                    </a:cubicBezTo>
                    <a:cubicBezTo>
                      <a:pt x="34183" y="89354"/>
                      <a:pt x="28042" y="86849"/>
                      <a:pt x="22334" y="83534"/>
                    </a:cubicBezTo>
                    <a:cubicBezTo>
                      <a:pt x="16043" y="80229"/>
                      <a:pt x="10584" y="75543"/>
                      <a:pt x="6368" y="69818"/>
                    </a:cubicBezTo>
                    <a:cubicBezTo>
                      <a:pt x="3291" y="65532"/>
                      <a:pt x="1781" y="60322"/>
                      <a:pt x="2091" y="55054"/>
                    </a:cubicBezTo>
                    <a:cubicBezTo>
                      <a:pt x="2294" y="49730"/>
                      <a:pt x="4009" y="44577"/>
                      <a:pt x="7033" y="40196"/>
                    </a:cubicBezTo>
                    <a:cubicBezTo>
                      <a:pt x="11467" y="34747"/>
                      <a:pt x="16689" y="29994"/>
                      <a:pt x="22524" y="26098"/>
                    </a:cubicBezTo>
                    <a:lnTo>
                      <a:pt x="0" y="13049"/>
                    </a:lnTo>
                    <a:lnTo>
                      <a:pt x="13210" y="5429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13" y="3258"/>
                      <a:pt x="90067" y="1248"/>
                      <a:pt x="101120" y="0"/>
                    </a:cubicBezTo>
                    <a:close/>
                    <a:moveTo>
                      <a:pt x="47614" y="62294"/>
                    </a:moveTo>
                    <a:cubicBezTo>
                      <a:pt x="52651" y="65189"/>
                      <a:pt x="58470" y="66418"/>
                      <a:pt x="64246" y="65818"/>
                    </a:cubicBezTo>
                    <a:cubicBezTo>
                      <a:pt x="71975" y="64951"/>
                      <a:pt x="79590" y="63265"/>
                      <a:pt x="86960" y="60770"/>
                    </a:cubicBezTo>
                    <a:lnTo>
                      <a:pt x="51225" y="40196"/>
                    </a:lnTo>
                    <a:cubicBezTo>
                      <a:pt x="38110" y="48673"/>
                      <a:pt x="36875" y="56007"/>
                      <a:pt x="47614" y="62294"/>
                    </a:cubicBezTo>
                    <a:close/>
                    <a:moveTo>
                      <a:pt x="173064" y="72771"/>
                    </a:moveTo>
                    <a:cubicBezTo>
                      <a:pt x="167619" y="69771"/>
                      <a:pt x="161346" y="68628"/>
                      <a:pt x="155197" y="69532"/>
                    </a:cubicBezTo>
                    <a:cubicBezTo>
                      <a:pt x="146746" y="70609"/>
                      <a:pt x="138412" y="72457"/>
                      <a:pt x="130297" y="75057"/>
                    </a:cubicBezTo>
                    <a:lnTo>
                      <a:pt x="165841" y="95631"/>
                    </a:lnTo>
                    <a:cubicBezTo>
                      <a:pt x="180952" y="86296"/>
                      <a:pt x="183423" y="78296"/>
                      <a:pt x="17306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30"/>
              <p:cNvSpPr/>
              <p:nvPr/>
            </p:nvSpPr>
            <p:spPr>
              <a:xfrm>
                <a:off x="4380566" y="5425821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30"/>
              <p:cNvSpPr/>
              <p:nvPr/>
            </p:nvSpPr>
            <p:spPr>
              <a:xfrm>
                <a:off x="4475699" y="5433726"/>
                <a:ext cx="31552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763" extrusionOk="0">
                    <a:moveTo>
                      <a:pt x="31553" y="12859"/>
                    </a:moveTo>
                    <a:lnTo>
                      <a:pt x="31553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553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30"/>
              <p:cNvSpPr/>
              <p:nvPr/>
            </p:nvSpPr>
            <p:spPr>
              <a:xfrm>
                <a:off x="4486248" y="538619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30"/>
              <p:cNvSpPr/>
              <p:nvPr/>
            </p:nvSpPr>
            <p:spPr>
              <a:xfrm>
                <a:off x="4411929" y="5390959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30"/>
              <p:cNvSpPr/>
              <p:nvPr/>
            </p:nvSpPr>
            <p:spPr>
              <a:xfrm>
                <a:off x="4339320" y="534962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191"/>
                    </a:moveTo>
                    <a:lnTo>
                      <a:pt x="36780" y="29146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346" y="17812"/>
                    </a:cubicBezTo>
                    <a:cubicBezTo>
                      <a:pt x="36032" y="14097"/>
                      <a:pt x="32188" y="10887"/>
                      <a:pt x="27941" y="8287"/>
                    </a:cubicBezTo>
                    <a:cubicBezTo>
                      <a:pt x="25185" y="7810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30"/>
              <p:cNvSpPr/>
              <p:nvPr/>
            </p:nvSpPr>
            <p:spPr>
              <a:xfrm>
                <a:off x="4380091" y="5326094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30"/>
              <p:cNvSpPr/>
              <p:nvPr/>
            </p:nvSpPr>
            <p:spPr>
              <a:xfrm>
                <a:off x="4288189" y="532228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30"/>
              <p:cNvSpPr/>
              <p:nvPr/>
            </p:nvSpPr>
            <p:spPr>
              <a:xfrm>
                <a:off x="4288855" y="536562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1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30"/>
              <p:cNvSpPr/>
              <p:nvPr/>
            </p:nvSpPr>
            <p:spPr>
              <a:xfrm>
                <a:off x="4289330" y="5309520"/>
                <a:ext cx="220369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0369" h="139160" extrusionOk="0">
                    <a:moveTo>
                      <a:pt x="111289" y="22098"/>
                    </a:moveTo>
                    <a:cubicBezTo>
                      <a:pt x="108361" y="22060"/>
                      <a:pt x="105434" y="22279"/>
                      <a:pt x="102546" y="22765"/>
                    </a:cubicBezTo>
                    <a:cubicBezTo>
                      <a:pt x="98649" y="23336"/>
                      <a:pt x="94278" y="24098"/>
                      <a:pt x="89431" y="25146"/>
                    </a:cubicBezTo>
                    <a:cubicBezTo>
                      <a:pt x="84584" y="26194"/>
                      <a:pt x="79452" y="27432"/>
                      <a:pt x="74225" y="29051"/>
                    </a:cubicBezTo>
                    <a:cubicBezTo>
                      <a:pt x="69142" y="30566"/>
                      <a:pt x="64185" y="32480"/>
                      <a:pt x="59399" y="34766"/>
                    </a:cubicBezTo>
                    <a:lnTo>
                      <a:pt x="97414" y="56864"/>
                    </a:lnTo>
                    <a:lnTo>
                      <a:pt x="104257" y="54388"/>
                    </a:lnTo>
                    <a:cubicBezTo>
                      <a:pt x="113760" y="51149"/>
                      <a:pt x="123264" y="48482"/>
                      <a:pt x="131722" y="46196"/>
                    </a:cubicBezTo>
                    <a:cubicBezTo>
                      <a:pt x="139804" y="44015"/>
                      <a:pt x="148080" y="42644"/>
                      <a:pt x="156432" y="42101"/>
                    </a:cubicBezTo>
                    <a:cubicBezTo>
                      <a:pt x="164070" y="41596"/>
                      <a:pt x="171739" y="42101"/>
                      <a:pt x="179241" y="43625"/>
                    </a:cubicBezTo>
                    <a:cubicBezTo>
                      <a:pt x="186874" y="45253"/>
                      <a:pt x="194193" y="48120"/>
                      <a:pt x="200910" y="52102"/>
                    </a:cubicBezTo>
                    <a:cubicBezTo>
                      <a:pt x="207554" y="55455"/>
                      <a:pt x="213244" y="60427"/>
                      <a:pt x="217447" y="66580"/>
                    </a:cubicBezTo>
                    <a:cubicBezTo>
                      <a:pt x="220193" y="71047"/>
                      <a:pt x="221049" y="76429"/>
                      <a:pt x="219823" y="81534"/>
                    </a:cubicBezTo>
                    <a:cubicBezTo>
                      <a:pt x="218233" y="87173"/>
                      <a:pt x="215145" y="92278"/>
                      <a:pt x="210889" y="96298"/>
                    </a:cubicBezTo>
                    <a:cubicBezTo>
                      <a:pt x="205705" y="101613"/>
                      <a:pt x="199897" y="106289"/>
                      <a:pt x="193592" y="110204"/>
                    </a:cubicBezTo>
                    <a:lnTo>
                      <a:pt x="217922" y="124301"/>
                    </a:lnTo>
                    <a:lnTo>
                      <a:pt x="204712" y="131921"/>
                    </a:lnTo>
                    <a:lnTo>
                      <a:pt x="180192" y="117729"/>
                    </a:lnTo>
                    <a:cubicBezTo>
                      <a:pt x="168525" y="123558"/>
                      <a:pt x="156297" y="128188"/>
                      <a:pt x="143697" y="131540"/>
                    </a:cubicBezTo>
                    <a:cubicBezTo>
                      <a:pt x="130535" y="135217"/>
                      <a:pt x="117088" y="137760"/>
                      <a:pt x="103496" y="139160"/>
                    </a:cubicBezTo>
                    <a:lnTo>
                      <a:pt x="91236" y="116014"/>
                    </a:lnTo>
                    <a:cubicBezTo>
                      <a:pt x="94797" y="115919"/>
                      <a:pt x="98350" y="115634"/>
                      <a:pt x="101881" y="115157"/>
                    </a:cubicBezTo>
                    <a:cubicBezTo>
                      <a:pt x="107279" y="114519"/>
                      <a:pt x="112641" y="113595"/>
                      <a:pt x="117942" y="112395"/>
                    </a:cubicBezTo>
                    <a:cubicBezTo>
                      <a:pt x="123834" y="111157"/>
                      <a:pt x="130012" y="109538"/>
                      <a:pt x="136950" y="107633"/>
                    </a:cubicBezTo>
                    <a:cubicBezTo>
                      <a:pt x="143464" y="105842"/>
                      <a:pt x="149821" y="103518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616" y="79915"/>
                      <a:pt x="112905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1" y="91145"/>
                      <a:pt x="66572" y="92164"/>
                      <a:pt x="59019" y="92488"/>
                    </a:cubicBezTo>
                    <a:cubicBezTo>
                      <a:pt x="52375" y="92688"/>
                      <a:pt x="45733" y="92050"/>
                      <a:pt x="39251" y="90583"/>
                    </a:cubicBezTo>
                    <a:cubicBezTo>
                      <a:pt x="32826" y="89049"/>
                      <a:pt x="26672" y="86544"/>
                      <a:pt x="21003" y="83153"/>
                    </a:cubicBezTo>
                    <a:cubicBezTo>
                      <a:pt x="14721" y="79886"/>
                      <a:pt x="9261" y="75229"/>
                      <a:pt x="5037" y="69533"/>
                    </a:cubicBezTo>
                    <a:cubicBezTo>
                      <a:pt x="1975" y="65246"/>
                      <a:pt x="466" y="60036"/>
                      <a:pt x="760" y="54769"/>
                    </a:cubicBezTo>
                    <a:cubicBezTo>
                      <a:pt x="1328" y="49273"/>
                      <a:pt x="3511" y="44063"/>
                      <a:pt x="7033" y="39814"/>
                    </a:cubicBezTo>
                    <a:cubicBezTo>
                      <a:pt x="11472" y="34404"/>
                      <a:pt x="16693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4214" y="18002"/>
                    </a:lnTo>
                    <a:cubicBezTo>
                      <a:pt x="44668" y="12783"/>
                      <a:pt x="55664" y="8725"/>
                      <a:pt x="67002" y="5905"/>
                    </a:cubicBezTo>
                    <a:cubicBezTo>
                      <a:pt x="77774" y="3143"/>
                      <a:pt x="88732" y="1172"/>
                      <a:pt x="99790" y="0"/>
                    </a:cubicBezTo>
                    <a:close/>
                    <a:moveTo>
                      <a:pt x="46283" y="62579"/>
                    </a:moveTo>
                    <a:cubicBezTo>
                      <a:pt x="51312" y="65504"/>
                      <a:pt x="57130" y="66770"/>
                      <a:pt x="62915" y="66199"/>
                    </a:cubicBezTo>
                    <a:cubicBezTo>
                      <a:pt x="70639" y="65246"/>
                      <a:pt x="78248" y="63522"/>
                      <a:pt x="85629" y="61055"/>
                    </a:cubicBezTo>
                    <a:lnTo>
                      <a:pt x="49895" y="40386"/>
                    </a:lnTo>
                    <a:cubicBezTo>
                      <a:pt x="36780" y="48835"/>
                      <a:pt x="35576" y="56226"/>
                      <a:pt x="46283" y="62579"/>
                    </a:cubicBezTo>
                    <a:close/>
                    <a:moveTo>
                      <a:pt x="171733" y="73057"/>
                    </a:moveTo>
                    <a:cubicBezTo>
                      <a:pt x="166278" y="70085"/>
                      <a:pt x="160005" y="68980"/>
                      <a:pt x="153866" y="69913"/>
                    </a:cubicBezTo>
                    <a:cubicBezTo>
                      <a:pt x="145426" y="70999"/>
                      <a:pt x="137095" y="72819"/>
                      <a:pt x="128966" y="75343"/>
                    </a:cubicBezTo>
                    <a:lnTo>
                      <a:pt x="164511" y="95917"/>
                    </a:lnTo>
                    <a:cubicBezTo>
                      <a:pt x="179622" y="86296"/>
                      <a:pt x="182093" y="78677"/>
                      <a:pt x="171733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8" name="Google Shape;1908;p30"/>
            <p:cNvGrpSpPr/>
            <p:nvPr/>
          </p:nvGrpSpPr>
          <p:grpSpPr>
            <a:xfrm>
              <a:off x="3915836" y="4477454"/>
              <a:ext cx="746806" cy="516445"/>
              <a:chOff x="5696936" y="5293804"/>
              <a:chExt cx="746806" cy="516445"/>
            </a:xfrm>
          </p:grpSpPr>
          <p:sp>
            <p:nvSpPr>
              <p:cNvPr id="1909" name="Google Shape;1909;p30"/>
              <p:cNvSpPr/>
              <p:nvPr/>
            </p:nvSpPr>
            <p:spPr>
              <a:xfrm>
                <a:off x="5696936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30"/>
              <p:cNvSpPr/>
              <p:nvPr/>
            </p:nvSpPr>
            <p:spPr>
              <a:xfrm>
                <a:off x="5779143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30"/>
              <p:cNvSpPr/>
              <p:nvPr/>
            </p:nvSpPr>
            <p:spPr>
              <a:xfrm>
                <a:off x="5779238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30"/>
              <p:cNvSpPr/>
              <p:nvPr/>
            </p:nvSpPr>
            <p:spPr>
              <a:xfrm>
                <a:off x="6393753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30"/>
              <p:cNvSpPr/>
              <p:nvPr/>
            </p:nvSpPr>
            <p:spPr>
              <a:xfrm>
                <a:off x="5779143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30"/>
              <p:cNvSpPr/>
              <p:nvPr/>
            </p:nvSpPr>
            <p:spPr>
              <a:xfrm>
                <a:off x="5873643" y="534621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30"/>
              <p:cNvSpPr/>
              <p:nvPr/>
            </p:nvSpPr>
            <p:spPr>
              <a:xfrm>
                <a:off x="5874086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6" y="193715"/>
                      <a:pt x="3326" y="161806"/>
                      <a:pt x="0" y="129421"/>
                    </a:cubicBezTo>
                    <a:cubicBezTo>
                      <a:pt x="3326" y="97036"/>
                      <a:pt x="26326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30"/>
              <p:cNvSpPr/>
              <p:nvPr/>
            </p:nvSpPr>
            <p:spPr>
              <a:xfrm>
                <a:off x="5996115" y="5424963"/>
                <a:ext cx="220987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8970" extrusionOk="0">
                    <a:moveTo>
                      <a:pt x="111859" y="22098"/>
                    </a:moveTo>
                    <a:cubicBezTo>
                      <a:pt x="108932" y="22060"/>
                      <a:pt x="106005" y="22279"/>
                      <a:pt x="103116" y="22765"/>
                    </a:cubicBezTo>
                    <a:cubicBezTo>
                      <a:pt x="99219" y="23336"/>
                      <a:pt x="94848" y="24098"/>
                      <a:pt x="90001" y="25146"/>
                    </a:cubicBezTo>
                    <a:cubicBezTo>
                      <a:pt x="85154" y="26194"/>
                      <a:pt x="80497" y="27432"/>
                      <a:pt x="74890" y="29051"/>
                    </a:cubicBezTo>
                    <a:cubicBezTo>
                      <a:pt x="69777" y="30566"/>
                      <a:pt x="64787" y="32480"/>
                      <a:pt x="59969" y="34766"/>
                    </a:cubicBezTo>
                    <a:lnTo>
                      <a:pt x="97984" y="56864"/>
                    </a:lnTo>
                    <a:lnTo>
                      <a:pt x="104827" y="54388"/>
                    </a:lnTo>
                    <a:cubicBezTo>
                      <a:pt x="114331" y="51149"/>
                      <a:pt x="123834" y="48387"/>
                      <a:pt x="132293" y="46196"/>
                    </a:cubicBezTo>
                    <a:cubicBezTo>
                      <a:pt x="140409" y="44015"/>
                      <a:pt x="148715" y="42644"/>
                      <a:pt x="157098" y="42101"/>
                    </a:cubicBezTo>
                    <a:cubicBezTo>
                      <a:pt x="164701" y="41596"/>
                      <a:pt x="172342" y="42101"/>
                      <a:pt x="179812" y="43625"/>
                    </a:cubicBezTo>
                    <a:cubicBezTo>
                      <a:pt x="187472" y="45253"/>
                      <a:pt x="194828" y="48120"/>
                      <a:pt x="201575" y="52102"/>
                    </a:cubicBezTo>
                    <a:cubicBezTo>
                      <a:pt x="208199" y="55445"/>
                      <a:pt x="213854" y="60427"/>
                      <a:pt x="218017" y="66580"/>
                    </a:cubicBezTo>
                    <a:cubicBezTo>
                      <a:pt x="220839" y="71019"/>
                      <a:pt x="221695" y="76438"/>
                      <a:pt x="220393" y="81534"/>
                    </a:cubicBezTo>
                    <a:cubicBezTo>
                      <a:pt x="218806" y="87173"/>
                      <a:pt x="215717" y="92278"/>
                      <a:pt x="211459" y="96298"/>
                    </a:cubicBezTo>
                    <a:cubicBezTo>
                      <a:pt x="206261" y="101613"/>
                      <a:pt x="200425" y="106261"/>
                      <a:pt x="194067" y="110109"/>
                    </a:cubicBezTo>
                    <a:lnTo>
                      <a:pt x="218302" y="124206"/>
                    </a:lnTo>
                    <a:lnTo>
                      <a:pt x="205092" y="131826"/>
                    </a:lnTo>
                    <a:lnTo>
                      <a:pt x="180667" y="117634"/>
                    </a:lnTo>
                    <a:cubicBezTo>
                      <a:pt x="169034" y="123463"/>
                      <a:pt x="156841" y="128092"/>
                      <a:pt x="144267" y="131445"/>
                    </a:cubicBezTo>
                    <a:cubicBezTo>
                      <a:pt x="131114" y="135112"/>
                      <a:pt x="117657" y="137636"/>
                      <a:pt x="104066" y="138970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012" y="109538"/>
                      <a:pt x="136949" y="107633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711" y="7991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0" y="92678"/>
                      <a:pt x="45827" y="92069"/>
                      <a:pt x="39346" y="90583"/>
                    </a:cubicBezTo>
                    <a:cubicBezTo>
                      <a:pt x="32893" y="89059"/>
                      <a:pt x="26706" y="86554"/>
                      <a:pt x="21003" y="83153"/>
                    </a:cubicBezTo>
                    <a:cubicBezTo>
                      <a:pt x="14750" y="79886"/>
                      <a:pt x="9314" y="75229"/>
                      <a:pt x="5132" y="69533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31" y="49273"/>
                      <a:pt x="3507" y="44063"/>
                      <a:pt x="7033" y="39815"/>
                    </a:cubicBezTo>
                    <a:cubicBezTo>
                      <a:pt x="11443" y="34376"/>
                      <a:pt x="16670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09" y="3153"/>
                      <a:pt x="90067" y="118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48" y="65122"/>
                      <a:pt x="57726" y="66389"/>
                      <a:pt x="63485" y="65818"/>
                    </a:cubicBezTo>
                    <a:cubicBezTo>
                      <a:pt x="71212" y="64875"/>
                      <a:pt x="78824" y="63151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5979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896" y="69733"/>
                      <a:pt x="160605" y="68628"/>
                      <a:pt x="154437" y="69533"/>
                    </a:cubicBezTo>
                    <a:cubicBezTo>
                      <a:pt x="145997" y="70628"/>
                      <a:pt x="137672" y="72447"/>
                      <a:pt x="129537" y="74962"/>
                    </a:cubicBezTo>
                    <a:lnTo>
                      <a:pt x="165081" y="95536"/>
                    </a:lnTo>
                    <a:cubicBezTo>
                      <a:pt x="180667" y="86296"/>
                      <a:pt x="182663" y="78677"/>
                      <a:pt x="17239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30"/>
              <p:cNvSpPr/>
              <p:nvPr/>
            </p:nvSpPr>
            <p:spPr>
              <a:xfrm>
                <a:off x="6087446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30"/>
              <p:cNvSpPr/>
              <p:nvPr/>
            </p:nvSpPr>
            <p:spPr>
              <a:xfrm>
                <a:off x="6183054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30"/>
              <p:cNvSpPr/>
              <p:nvPr/>
            </p:nvSpPr>
            <p:spPr>
              <a:xfrm>
                <a:off x="6193698" y="5488685"/>
                <a:ext cx="23569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569" h="13049" extrusionOk="0">
                    <a:moveTo>
                      <a:pt x="23569" y="13049"/>
                    </a:moveTo>
                    <a:lnTo>
                      <a:pt x="23569" y="0"/>
                    </a:lnTo>
                    <a:lnTo>
                      <a:pt x="0" y="8573"/>
                    </a:lnTo>
                    <a:lnTo>
                      <a:pt x="23569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30"/>
              <p:cNvSpPr/>
              <p:nvPr/>
            </p:nvSpPr>
            <p:spPr>
              <a:xfrm>
                <a:off x="6119759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30"/>
              <p:cNvSpPr/>
              <p:nvPr/>
            </p:nvSpPr>
            <p:spPr>
              <a:xfrm>
                <a:off x="6046675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30"/>
              <p:cNvSpPr/>
              <p:nvPr/>
            </p:nvSpPr>
            <p:spPr>
              <a:xfrm>
                <a:off x="6087446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30"/>
              <p:cNvSpPr/>
              <p:nvPr/>
            </p:nvSpPr>
            <p:spPr>
              <a:xfrm>
                <a:off x="5995544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30"/>
              <p:cNvSpPr/>
              <p:nvPr/>
            </p:nvSpPr>
            <p:spPr>
              <a:xfrm>
                <a:off x="5996210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30"/>
              <p:cNvSpPr/>
              <p:nvPr/>
            </p:nvSpPr>
            <p:spPr>
              <a:xfrm>
                <a:off x="5996115" y="5412009"/>
                <a:ext cx="22098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9065" extrusionOk="0">
                    <a:moveTo>
                      <a:pt x="111859" y="22098"/>
                    </a:moveTo>
                    <a:cubicBezTo>
                      <a:pt x="108932" y="22098"/>
                      <a:pt x="106005" y="22355"/>
                      <a:pt x="103116" y="22860"/>
                    </a:cubicBezTo>
                    <a:cubicBezTo>
                      <a:pt x="99248" y="23431"/>
                      <a:pt x="94876" y="24194"/>
                      <a:pt x="90001" y="25146"/>
                    </a:cubicBezTo>
                    <a:cubicBezTo>
                      <a:pt x="85154" y="26194"/>
                      <a:pt x="80497" y="27527"/>
                      <a:pt x="74890" y="29051"/>
                    </a:cubicBezTo>
                    <a:cubicBezTo>
                      <a:pt x="69786" y="30613"/>
                      <a:pt x="64806" y="32518"/>
                      <a:pt x="59969" y="34766"/>
                    </a:cubicBezTo>
                    <a:lnTo>
                      <a:pt x="97984" y="56864"/>
                    </a:lnTo>
                    <a:lnTo>
                      <a:pt x="104827" y="54483"/>
                    </a:lnTo>
                    <a:cubicBezTo>
                      <a:pt x="114331" y="51245"/>
                      <a:pt x="123834" y="48482"/>
                      <a:pt x="132293" y="46196"/>
                    </a:cubicBezTo>
                    <a:cubicBezTo>
                      <a:pt x="140418" y="44063"/>
                      <a:pt x="148725" y="42691"/>
                      <a:pt x="157098" y="42100"/>
                    </a:cubicBezTo>
                    <a:cubicBezTo>
                      <a:pt x="164701" y="41643"/>
                      <a:pt x="172332" y="42158"/>
                      <a:pt x="179812" y="43624"/>
                    </a:cubicBezTo>
                    <a:cubicBezTo>
                      <a:pt x="187481" y="45291"/>
                      <a:pt x="194828" y="48187"/>
                      <a:pt x="201575" y="52197"/>
                    </a:cubicBezTo>
                    <a:cubicBezTo>
                      <a:pt x="208199" y="55540"/>
                      <a:pt x="213854" y="60522"/>
                      <a:pt x="218017" y="66675"/>
                    </a:cubicBezTo>
                    <a:cubicBezTo>
                      <a:pt x="220839" y="71114"/>
                      <a:pt x="221695" y="76533"/>
                      <a:pt x="220393" y="81629"/>
                    </a:cubicBezTo>
                    <a:cubicBezTo>
                      <a:pt x="218777" y="87259"/>
                      <a:pt x="215698" y="92354"/>
                      <a:pt x="211459" y="96393"/>
                    </a:cubicBezTo>
                    <a:cubicBezTo>
                      <a:pt x="206242" y="101689"/>
                      <a:pt x="200397" y="106318"/>
                      <a:pt x="194067" y="110204"/>
                    </a:cubicBezTo>
                    <a:lnTo>
                      <a:pt x="218302" y="124206"/>
                    </a:lnTo>
                    <a:lnTo>
                      <a:pt x="205092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5967"/>
                      <a:pt x="98412" y="115710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7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2" y="85001"/>
                      <a:pt x="90410" y="8744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45"/>
                      <a:pt x="45818" y="92107"/>
                      <a:pt x="39346" y="90583"/>
                    </a:cubicBezTo>
                    <a:cubicBezTo>
                      <a:pt x="32912" y="89049"/>
                      <a:pt x="26725" y="86573"/>
                      <a:pt x="21003" y="83248"/>
                    </a:cubicBezTo>
                    <a:cubicBezTo>
                      <a:pt x="14740" y="79943"/>
                      <a:pt x="9314" y="75257"/>
                      <a:pt x="5132" y="69532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7" y="12849"/>
                      <a:pt x="57013" y="8830"/>
                      <a:pt x="68332" y="6001"/>
                    </a:cubicBezTo>
                    <a:cubicBezTo>
                      <a:pt x="79119" y="3267"/>
                      <a:pt x="90067" y="1257"/>
                      <a:pt x="101120" y="0"/>
                    </a:cubicBezTo>
                    <a:close/>
                    <a:moveTo>
                      <a:pt x="46949" y="62294"/>
                    </a:moveTo>
                    <a:cubicBezTo>
                      <a:pt x="51948" y="65189"/>
                      <a:pt x="57735" y="66418"/>
                      <a:pt x="63485" y="65818"/>
                    </a:cubicBezTo>
                    <a:cubicBezTo>
                      <a:pt x="71231" y="64970"/>
                      <a:pt x="78843" y="63246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6007"/>
                      <a:pt x="46949" y="62294"/>
                    </a:cubicBezTo>
                    <a:close/>
                    <a:moveTo>
                      <a:pt x="172399" y="72771"/>
                    </a:moveTo>
                    <a:cubicBezTo>
                      <a:pt x="166924" y="69752"/>
                      <a:pt x="160614" y="68609"/>
                      <a:pt x="154437" y="69532"/>
                    </a:cubicBezTo>
                    <a:cubicBezTo>
                      <a:pt x="145988" y="70618"/>
                      <a:pt x="137653" y="72466"/>
                      <a:pt x="129537" y="75057"/>
                    </a:cubicBezTo>
                    <a:lnTo>
                      <a:pt x="165081" y="95631"/>
                    </a:lnTo>
                    <a:cubicBezTo>
                      <a:pt x="180667" y="86296"/>
                      <a:pt x="182663" y="78677"/>
                      <a:pt x="17239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26" name="Google Shape;1926;p30"/>
            <p:cNvSpPr/>
            <p:nvPr/>
          </p:nvSpPr>
          <p:spPr>
            <a:xfrm>
              <a:off x="5615017" y="4460119"/>
              <a:ext cx="828920" cy="479679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5846435" y="2182763"/>
              <a:ext cx="465451" cy="682637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0"/>
            <p:cNvSpPr/>
            <p:nvPr/>
          </p:nvSpPr>
          <p:spPr>
            <a:xfrm>
              <a:off x="5832052" y="2673876"/>
              <a:ext cx="86758" cy="504907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5882176" y="2176405"/>
              <a:ext cx="221715" cy="275766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5925036" y="2475870"/>
              <a:ext cx="274953" cy="308347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0"/>
            <p:cNvSpPr/>
            <p:nvPr/>
          </p:nvSpPr>
          <p:spPr>
            <a:xfrm>
              <a:off x="5845497" y="2576533"/>
              <a:ext cx="400459" cy="461811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0"/>
            <p:cNvSpPr/>
            <p:nvPr/>
          </p:nvSpPr>
          <p:spPr>
            <a:xfrm>
              <a:off x="5916607" y="2198526"/>
              <a:ext cx="294816" cy="364308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0"/>
            <p:cNvSpPr/>
            <p:nvPr/>
          </p:nvSpPr>
          <p:spPr>
            <a:xfrm>
              <a:off x="5928072" y="2197020"/>
              <a:ext cx="296585" cy="278850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0"/>
            <p:cNvSpPr/>
            <p:nvPr/>
          </p:nvSpPr>
          <p:spPr>
            <a:xfrm>
              <a:off x="5977205" y="4610895"/>
              <a:ext cx="232912" cy="178155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0"/>
            <p:cNvSpPr/>
            <p:nvPr/>
          </p:nvSpPr>
          <p:spPr>
            <a:xfrm>
              <a:off x="5978157" y="4667764"/>
              <a:ext cx="231905" cy="121227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5800764" y="4571652"/>
              <a:ext cx="213680" cy="165568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5801482" y="4626139"/>
              <a:ext cx="212755" cy="111143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5835285" y="3032607"/>
              <a:ext cx="455829" cy="159522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30"/>
            <p:cNvSpPr/>
            <p:nvPr/>
          </p:nvSpPr>
          <p:spPr>
            <a:xfrm>
              <a:off x="5815995" y="3000698"/>
              <a:ext cx="485198" cy="1060979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30"/>
            <p:cNvSpPr/>
            <p:nvPr/>
          </p:nvSpPr>
          <p:spPr>
            <a:xfrm>
              <a:off x="5561118" y="2683306"/>
              <a:ext cx="698939" cy="60971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6103702" y="2644294"/>
              <a:ext cx="168312" cy="197615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5833319" y="2576558"/>
              <a:ext cx="135999" cy="14296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2925535" y="2722330"/>
              <a:ext cx="1200895" cy="746478"/>
            </a:xfrm>
            <a:custGeom>
              <a:avLst/>
              <a:gdLst/>
              <a:ahLst/>
              <a:cxnLst/>
              <a:rect l="l" t="t" r="r" b="b"/>
              <a:pathLst>
                <a:path w="1200895" h="746478" extrusionOk="0">
                  <a:moveTo>
                    <a:pt x="1109954" y="738045"/>
                  </a:moveTo>
                  <a:lnTo>
                    <a:pt x="30323" y="113395"/>
                  </a:lnTo>
                  <a:cubicBezTo>
                    <a:pt x="1323" y="96612"/>
                    <a:pt x="-8610" y="59446"/>
                    <a:pt x="8136" y="30385"/>
                  </a:cubicBezTo>
                  <a:cubicBezTo>
                    <a:pt x="13457" y="21145"/>
                    <a:pt x="21109" y="13478"/>
                    <a:pt x="30323" y="8144"/>
                  </a:cubicBezTo>
                  <a:lnTo>
                    <a:pt x="30323" y="8144"/>
                  </a:lnTo>
                  <a:cubicBezTo>
                    <a:pt x="49084" y="-2715"/>
                    <a:pt x="72197" y="-2715"/>
                    <a:pt x="90957" y="8144"/>
                  </a:cubicBezTo>
                  <a:lnTo>
                    <a:pt x="1170588" y="633270"/>
                  </a:lnTo>
                  <a:cubicBezTo>
                    <a:pt x="1199584" y="650062"/>
                    <a:pt x="1209506" y="687229"/>
                    <a:pt x="1192750" y="716290"/>
                  </a:cubicBezTo>
                  <a:cubicBezTo>
                    <a:pt x="1186117" y="727805"/>
                    <a:pt x="1175891" y="736816"/>
                    <a:pt x="1163650" y="741950"/>
                  </a:cubicBezTo>
                  <a:lnTo>
                    <a:pt x="1163650" y="741950"/>
                  </a:lnTo>
                  <a:cubicBezTo>
                    <a:pt x="1146125" y="749151"/>
                    <a:pt x="1126253" y="747703"/>
                    <a:pt x="1109954" y="7380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2868613" y="1365288"/>
              <a:ext cx="1401428" cy="1812876"/>
            </a:xfrm>
            <a:custGeom>
              <a:avLst/>
              <a:gdLst/>
              <a:ahLst/>
              <a:cxnLst/>
              <a:rect l="l" t="t" r="r" b="b"/>
              <a:pathLst>
                <a:path w="1401428" h="1812876" extrusionOk="0">
                  <a:moveTo>
                    <a:pt x="700714" y="1717230"/>
                  </a:moveTo>
                  <a:cubicBezTo>
                    <a:pt x="314290" y="1493678"/>
                    <a:pt x="0" y="947991"/>
                    <a:pt x="0" y="500888"/>
                  </a:cubicBezTo>
                  <a:cubicBezTo>
                    <a:pt x="0" y="53784"/>
                    <a:pt x="314290" y="-127762"/>
                    <a:pt x="700714" y="95504"/>
                  </a:cubicBezTo>
                  <a:cubicBezTo>
                    <a:pt x="1087138" y="318770"/>
                    <a:pt x="1401428" y="864647"/>
                    <a:pt x="1401428" y="1311846"/>
                  </a:cubicBezTo>
                  <a:cubicBezTo>
                    <a:pt x="1401428" y="1759045"/>
                    <a:pt x="1087043" y="1940782"/>
                    <a:pt x="700714" y="1717230"/>
                  </a:cubicBezTo>
                  <a:close/>
                  <a:moveTo>
                    <a:pt x="700714" y="240855"/>
                  </a:moveTo>
                  <a:cubicBezTo>
                    <a:pt x="383478" y="57308"/>
                    <a:pt x="125355" y="206660"/>
                    <a:pt x="125355" y="573754"/>
                  </a:cubicBezTo>
                  <a:cubicBezTo>
                    <a:pt x="125355" y="940847"/>
                    <a:pt x="383478" y="1388808"/>
                    <a:pt x="700714" y="1572355"/>
                  </a:cubicBezTo>
                  <a:cubicBezTo>
                    <a:pt x="1017951" y="1755902"/>
                    <a:pt x="1275978" y="1606645"/>
                    <a:pt x="1275978" y="1239551"/>
                  </a:cubicBezTo>
                  <a:cubicBezTo>
                    <a:pt x="1275978" y="872458"/>
                    <a:pt x="1017951" y="424116"/>
                    <a:pt x="700714" y="240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2977907" y="1395545"/>
              <a:ext cx="128396" cy="88201"/>
            </a:xfrm>
            <a:custGeom>
              <a:avLst/>
              <a:gdLst/>
              <a:ahLst/>
              <a:cxnLst/>
              <a:rect l="l" t="t" r="r" b="b"/>
              <a:pathLst>
                <a:path w="128396" h="88201" extrusionOk="0">
                  <a:moveTo>
                    <a:pt x="0" y="70295"/>
                  </a:moveTo>
                  <a:lnTo>
                    <a:pt x="128396" y="0"/>
                  </a:lnTo>
                  <a:lnTo>
                    <a:pt x="109198" y="88201"/>
                  </a:lnTo>
                  <a:lnTo>
                    <a:pt x="0" y="70295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3945392" y="3100901"/>
              <a:ext cx="140370" cy="95440"/>
            </a:xfrm>
            <a:custGeom>
              <a:avLst/>
              <a:gdLst/>
              <a:ahLst/>
              <a:cxnLst/>
              <a:rect l="l" t="t" r="r" b="b"/>
              <a:pathLst>
                <a:path w="140370" h="95440" extrusionOk="0">
                  <a:moveTo>
                    <a:pt x="0" y="95440"/>
                  </a:moveTo>
                  <a:cubicBezTo>
                    <a:pt x="3136" y="94012"/>
                    <a:pt x="140371" y="17050"/>
                    <a:pt x="140371" y="17050"/>
                  </a:cubicBezTo>
                  <a:lnTo>
                    <a:pt x="34309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30"/>
            <p:cNvSpPr/>
            <p:nvPr/>
          </p:nvSpPr>
          <p:spPr>
            <a:xfrm rot="-1801764">
              <a:off x="2958862" y="1416978"/>
              <a:ext cx="1040879" cy="1807000"/>
            </a:xfrm>
            <a:custGeom>
              <a:avLst/>
              <a:gdLst/>
              <a:ahLst/>
              <a:cxnLst/>
              <a:rect l="l" t="t" r="r" b="b"/>
              <a:pathLst>
                <a:path w="1041804" h="1808606" extrusionOk="0">
                  <a:moveTo>
                    <a:pt x="1041805" y="904303"/>
                  </a:moveTo>
                  <a:cubicBezTo>
                    <a:pt x="1041805" y="1403736"/>
                    <a:pt x="808589" y="1808606"/>
                    <a:pt x="520902" y="1808606"/>
                  </a:cubicBezTo>
                  <a:cubicBezTo>
                    <a:pt x="233216" y="1808606"/>
                    <a:pt x="0" y="1403736"/>
                    <a:pt x="0" y="904303"/>
                  </a:cubicBezTo>
                  <a:cubicBezTo>
                    <a:pt x="0" y="404870"/>
                    <a:pt x="233216" y="0"/>
                    <a:pt x="520902" y="0"/>
                  </a:cubicBezTo>
                  <a:cubicBezTo>
                    <a:pt x="808589" y="0"/>
                    <a:pt x="1041805" y="404870"/>
                    <a:pt x="1041805" y="90430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30"/>
            <p:cNvSpPr/>
            <p:nvPr/>
          </p:nvSpPr>
          <p:spPr>
            <a:xfrm>
              <a:off x="2779183" y="1414991"/>
              <a:ext cx="1401428" cy="1812826"/>
            </a:xfrm>
            <a:custGeom>
              <a:avLst/>
              <a:gdLst/>
              <a:ahLst/>
              <a:cxnLst/>
              <a:rect l="l" t="t" r="r" b="b"/>
              <a:pathLst>
                <a:path w="1401428" h="1812826" extrusionOk="0">
                  <a:moveTo>
                    <a:pt x="700714" y="1717343"/>
                  </a:moveTo>
                  <a:cubicBezTo>
                    <a:pt x="314480" y="1493695"/>
                    <a:pt x="0" y="948104"/>
                    <a:pt x="0" y="500905"/>
                  </a:cubicBezTo>
                  <a:cubicBezTo>
                    <a:pt x="0" y="53706"/>
                    <a:pt x="314385" y="-127745"/>
                    <a:pt x="700714" y="95521"/>
                  </a:cubicBezTo>
                  <a:cubicBezTo>
                    <a:pt x="1087043" y="318787"/>
                    <a:pt x="1401428" y="864760"/>
                    <a:pt x="1401428" y="1311863"/>
                  </a:cubicBezTo>
                  <a:cubicBezTo>
                    <a:pt x="1401428" y="1758967"/>
                    <a:pt x="1087138" y="1940609"/>
                    <a:pt x="700714" y="1717343"/>
                  </a:cubicBezTo>
                  <a:close/>
                  <a:moveTo>
                    <a:pt x="700714" y="240967"/>
                  </a:moveTo>
                  <a:cubicBezTo>
                    <a:pt x="383573" y="57421"/>
                    <a:pt x="125450" y="206678"/>
                    <a:pt x="125450" y="573771"/>
                  </a:cubicBezTo>
                  <a:cubicBezTo>
                    <a:pt x="125450" y="940864"/>
                    <a:pt x="383573" y="1388920"/>
                    <a:pt x="700714" y="1572467"/>
                  </a:cubicBezTo>
                  <a:cubicBezTo>
                    <a:pt x="1017855" y="1756014"/>
                    <a:pt x="1276073" y="1606662"/>
                    <a:pt x="1276073" y="1239568"/>
                  </a:cubicBezTo>
                  <a:cubicBezTo>
                    <a:pt x="1276073" y="872475"/>
                    <a:pt x="1017760" y="424229"/>
                    <a:pt x="700714" y="240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30"/>
            <p:cNvSpPr/>
            <p:nvPr/>
          </p:nvSpPr>
          <p:spPr>
            <a:xfrm>
              <a:off x="3046144" y="1759790"/>
              <a:ext cx="868170" cy="1123263"/>
            </a:xfrm>
            <a:custGeom>
              <a:avLst/>
              <a:gdLst/>
              <a:ahLst/>
              <a:cxnLst/>
              <a:rect l="l" t="t" r="r" b="b"/>
              <a:pathLst>
                <a:path w="868170" h="1123263" extrusionOk="0">
                  <a:moveTo>
                    <a:pt x="433753" y="1063934"/>
                  </a:moveTo>
                  <a:cubicBezTo>
                    <a:pt x="194447" y="925440"/>
                    <a:pt x="0" y="587398"/>
                    <a:pt x="0" y="310411"/>
                  </a:cubicBezTo>
                  <a:cubicBezTo>
                    <a:pt x="0" y="33424"/>
                    <a:pt x="194733" y="-79257"/>
                    <a:pt x="434038" y="59237"/>
                  </a:cubicBezTo>
                  <a:cubicBezTo>
                    <a:pt x="673343" y="197730"/>
                    <a:pt x="868171" y="535487"/>
                    <a:pt x="868171" y="812759"/>
                  </a:cubicBezTo>
                  <a:cubicBezTo>
                    <a:pt x="868171" y="1090032"/>
                    <a:pt x="673153" y="1202523"/>
                    <a:pt x="433753" y="1063934"/>
                  </a:cubicBezTo>
                  <a:close/>
                  <a:moveTo>
                    <a:pt x="433753" y="204398"/>
                  </a:moveTo>
                  <a:cubicBezTo>
                    <a:pt x="263540" y="105909"/>
                    <a:pt x="125070" y="186015"/>
                    <a:pt x="125070" y="382992"/>
                  </a:cubicBezTo>
                  <a:cubicBezTo>
                    <a:pt x="125070" y="579969"/>
                    <a:pt x="263540" y="820380"/>
                    <a:pt x="433753" y="918868"/>
                  </a:cubicBezTo>
                  <a:cubicBezTo>
                    <a:pt x="603966" y="1017356"/>
                    <a:pt x="742436" y="937156"/>
                    <a:pt x="742436" y="740179"/>
                  </a:cubicBezTo>
                  <a:cubicBezTo>
                    <a:pt x="742436" y="543202"/>
                    <a:pt x="603966" y="302886"/>
                    <a:pt x="433753" y="2043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3308258" y="2099261"/>
              <a:ext cx="343371" cy="444102"/>
            </a:xfrm>
            <a:custGeom>
              <a:avLst/>
              <a:gdLst/>
              <a:ahLst/>
              <a:cxnLst/>
              <a:rect l="l" t="t" r="r" b="b"/>
              <a:pathLst>
                <a:path w="343371" h="444102" extrusionOk="0">
                  <a:moveTo>
                    <a:pt x="171638" y="420806"/>
                  </a:moveTo>
                  <a:cubicBezTo>
                    <a:pt x="76600" y="366037"/>
                    <a:pt x="0" y="232306"/>
                    <a:pt x="0" y="122768"/>
                  </a:cubicBezTo>
                  <a:cubicBezTo>
                    <a:pt x="0" y="13231"/>
                    <a:pt x="76981" y="-31346"/>
                    <a:pt x="171638" y="23423"/>
                  </a:cubicBezTo>
                  <a:cubicBezTo>
                    <a:pt x="266296" y="78191"/>
                    <a:pt x="343372" y="211922"/>
                    <a:pt x="343372" y="321460"/>
                  </a:cubicBezTo>
                  <a:cubicBezTo>
                    <a:pt x="343372" y="430997"/>
                    <a:pt x="266391" y="475289"/>
                    <a:pt x="171638" y="420806"/>
                  </a:cubicBezTo>
                  <a:close/>
                  <a:moveTo>
                    <a:pt x="171638" y="168584"/>
                  </a:moveTo>
                  <a:cubicBezTo>
                    <a:pt x="146168" y="153820"/>
                    <a:pt x="125355" y="165821"/>
                    <a:pt x="125355" y="195349"/>
                  </a:cubicBezTo>
                  <a:cubicBezTo>
                    <a:pt x="127170" y="227962"/>
                    <a:pt x="144353" y="257776"/>
                    <a:pt x="171638" y="275644"/>
                  </a:cubicBezTo>
                  <a:cubicBezTo>
                    <a:pt x="197204" y="290408"/>
                    <a:pt x="217922" y="278407"/>
                    <a:pt x="217922" y="248879"/>
                  </a:cubicBezTo>
                  <a:cubicBezTo>
                    <a:pt x="216145" y="216247"/>
                    <a:pt x="198952" y="186424"/>
                    <a:pt x="171638" y="168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30"/>
            <p:cNvSpPr/>
            <p:nvPr/>
          </p:nvSpPr>
          <p:spPr>
            <a:xfrm>
              <a:off x="2221786" y="2914306"/>
              <a:ext cx="208703" cy="88772"/>
            </a:xfrm>
            <a:custGeom>
              <a:avLst/>
              <a:gdLst/>
              <a:ahLst/>
              <a:cxnLst/>
              <a:rect l="l" t="t" r="r" b="b"/>
              <a:pathLst>
                <a:path w="208703" h="88772" extrusionOk="0">
                  <a:moveTo>
                    <a:pt x="64246" y="87916"/>
                  </a:moveTo>
                  <a:lnTo>
                    <a:pt x="0" y="88773"/>
                  </a:lnTo>
                  <a:lnTo>
                    <a:pt x="208703" y="0"/>
                  </a:lnTo>
                  <a:lnTo>
                    <a:pt x="87720" y="75342"/>
                  </a:lnTo>
                  <a:lnTo>
                    <a:pt x="6424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30"/>
            <p:cNvSpPr/>
            <p:nvPr/>
          </p:nvSpPr>
          <p:spPr>
            <a:xfrm rot="-1801764">
              <a:off x="2288993" y="2988576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6"/>
                    <a:pt x="20801" y="46482"/>
                    <a:pt x="13400" y="46482"/>
                  </a:cubicBezTo>
                  <a:cubicBezTo>
                    <a:pt x="6000" y="46482"/>
                    <a:pt x="0" y="36076"/>
                    <a:pt x="0" y="23241"/>
                  </a:cubicBezTo>
                  <a:cubicBezTo>
                    <a:pt x="0" y="10405"/>
                    <a:pt x="6000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30"/>
            <p:cNvSpPr/>
            <p:nvPr/>
          </p:nvSpPr>
          <p:spPr>
            <a:xfrm rot="-1801764">
              <a:off x="3469496" y="2304051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7"/>
                    <a:pt x="20801" y="46482"/>
                    <a:pt x="13400" y="46482"/>
                  </a:cubicBezTo>
                  <a:cubicBezTo>
                    <a:pt x="5999" y="46482"/>
                    <a:pt x="0" y="36077"/>
                    <a:pt x="0" y="23241"/>
                  </a:cubicBezTo>
                  <a:cubicBezTo>
                    <a:pt x="0" y="10405"/>
                    <a:pt x="5999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2314638" y="2924117"/>
              <a:ext cx="167836" cy="171354"/>
            </a:xfrm>
            <a:custGeom>
              <a:avLst/>
              <a:gdLst/>
              <a:ahLst/>
              <a:cxnLst/>
              <a:rect l="l" t="t" r="r" b="b"/>
              <a:pathLst>
                <a:path w="167836" h="171354" extrusionOk="0">
                  <a:moveTo>
                    <a:pt x="15301" y="171355"/>
                  </a:moveTo>
                  <a:lnTo>
                    <a:pt x="0" y="107251"/>
                  </a:lnTo>
                  <a:lnTo>
                    <a:pt x="167837" y="0"/>
                  </a:lnTo>
                  <a:lnTo>
                    <a:pt x="160519" y="15145"/>
                  </a:lnTo>
                  <a:lnTo>
                    <a:pt x="15301" y="171355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30"/>
            <p:cNvSpPr/>
            <p:nvPr/>
          </p:nvSpPr>
          <p:spPr>
            <a:xfrm>
              <a:off x="2290498" y="2306802"/>
              <a:ext cx="1203749" cy="724947"/>
            </a:xfrm>
            <a:custGeom>
              <a:avLst/>
              <a:gdLst/>
              <a:ahLst/>
              <a:cxnLst/>
              <a:rect l="l" t="t" r="r" b="b"/>
              <a:pathLst>
                <a:path w="1203749" h="724947" extrusionOk="0">
                  <a:moveTo>
                    <a:pt x="23855" y="724948"/>
                  </a:moveTo>
                  <a:cubicBezTo>
                    <a:pt x="25280" y="723709"/>
                    <a:pt x="1203750" y="40958"/>
                    <a:pt x="1203750" y="40958"/>
                  </a:cubicBezTo>
                  <a:lnTo>
                    <a:pt x="1182081" y="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56" name="Google Shape;1956;p30"/>
          <p:cNvCxnSpPr/>
          <p:nvPr/>
        </p:nvCxnSpPr>
        <p:spPr>
          <a:xfrm>
            <a:off x="457200" y="1074699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7" name="Google Shape;1957;p30"/>
          <p:cNvCxnSpPr/>
          <p:nvPr/>
        </p:nvCxnSpPr>
        <p:spPr>
          <a:xfrm>
            <a:off x="457200" y="1784181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8" name="Google Shape;1958;p30"/>
          <p:cNvCxnSpPr/>
          <p:nvPr/>
        </p:nvCxnSpPr>
        <p:spPr>
          <a:xfrm>
            <a:off x="457200" y="2493663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9" name="Google Shape;1959;p30"/>
          <p:cNvCxnSpPr/>
          <p:nvPr/>
        </p:nvCxnSpPr>
        <p:spPr>
          <a:xfrm>
            <a:off x="457200" y="3203146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30"/>
          <p:cNvCxnSpPr/>
          <p:nvPr/>
        </p:nvCxnSpPr>
        <p:spPr>
          <a:xfrm>
            <a:off x="457200" y="3934526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1" name="Google Shape;1961;p30"/>
          <p:cNvSpPr txBox="1"/>
          <p:nvPr/>
        </p:nvSpPr>
        <p:spPr>
          <a:xfrm>
            <a:off x="457200" y="915950"/>
            <a:ext cx="3093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4000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3000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2000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1000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62" name="Google Shape;1962;p30"/>
          <p:cNvSpPr/>
          <p:nvPr/>
        </p:nvSpPr>
        <p:spPr>
          <a:xfrm>
            <a:off x="924020" y="2380936"/>
            <a:ext cx="1758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3" name="Google Shape;1963;p30"/>
          <p:cNvSpPr/>
          <p:nvPr/>
        </p:nvSpPr>
        <p:spPr>
          <a:xfrm>
            <a:off x="1160518" y="1986873"/>
            <a:ext cx="1758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30"/>
          <p:cNvSpPr/>
          <p:nvPr/>
        </p:nvSpPr>
        <p:spPr>
          <a:xfrm>
            <a:off x="1397017" y="2493663"/>
            <a:ext cx="1758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30"/>
          <p:cNvSpPr/>
          <p:nvPr/>
        </p:nvSpPr>
        <p:spPr>
          <a:xfrm>
            <a:off x="2243320" y="2694726"/>
            <a:ext cx="1758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30"/>
          <p:cNvSpPr/>
          <p:nvPr/>
        </p:nvSpPr>
        <p:spPr>
          <a:xfrm>
            <a:off x="2479818" y="2096343"/>
            <a:ext cx="1758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30"/>
          <p:cNvSpPr/>
          <p:nvPr/>
        </p:nvSpPr>
        <p:spPr>
          <a:xfrm>
            <a:off x="2716317" y="1229023"/>
            <a:ext cx="1758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30"/>
          <p:cNvSpPr/>
          <p:nvPr/>
        </p:nvSpPr>
        <p:spPr>
          <a:xfrm>
            <a:off x="3562620" y="2140118"/>
            <a:ext cx="1758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30"/>
          <p:cNvSpPr/>
          <p:nvPr/>
        </p:nvSpPr>
        <p:spPr>
          <a:xfrm>
            <a:off x="3799118" y="1074575"/>
            <a:ext cx="1758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30"/>
          <p:cNvSpPr/>
          <p:nvPr/>
        </p:nvSpPr>
        <p:spPr>
          <a:xfrm>
            <a:off x="4035617" y="2322561"/>
            <a:ext cx="1758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30"/>
          <p:cNvSpPr/>
          <p:nvPr/>
        </p:nvSpPr>
        <p:spPr>
          <a:xfrm>
            <a:off x="4881920" y="2753100"/>
            <a:ext cx="1758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30"/>
          <p:cNvSpPr/>
          <p:nvPr/>
        </p:nvSpPr>
        <p:spPr>
          <a:xfrm>
            <a:off x="5118418" y="1293618"/>
            <a:ext cx="1758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30"/>
          <p:cNvSpPr/>
          <p:nvPr/>
        </p:nvSpPr>
        <p:spPr>
          <a:xfrm>
            <a:off x="5354917" y="1607408"/>
            <a:ext cx="1758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31"/>
          <p:cNvPicPr preferRelativeResize="0"/>
          <p:nvPr/>
        </p:nvPicPr>
        <p:blipFill rotWithShape="1">
          <a:blip r:embed="rId3">
            <a:alphaModFix/>
          </a:blip>
          <a:srcRect b="23786"/>
          <a:stretch/>
        </p:blipFill>
        <p:spPr>
          <a:xfrm>
            <a:off x="5288950" y="756074"/>
            <a:ext cx="1760900" cy="315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31"/>
          <p:cNvSpPr txBox="1">
            <a:spLocks noGrp="1"/>
          </p:cNvSpPr>
          <p:nvPr>
            <p:ph type="body" idx="4294967295"/>
          </p:nvPr>
        </p:nvSpPr>
        <p:spPr>
          <a:xfrm>
            <a:off x="1238250" y="1528175"/>
            <a:ext cx="2997000" cy="208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Mobile project</a:t>
            </a:r>
            <a:endParaRPr sz="30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Show and explain your web, app or software projects using these gadget templates.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980" name="Google Shape;1980;p3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24</a:t>
            </a:fld>
            <a:endParaRPr>
              <a:solidFill>
                <a:schemeClr val="accent2"/>
              </a:solidFill>
            </a:endParaRPr>
          </a:p>
        </p:txBody>
      </p:sp>
      <p:grpSp>
        <p:nvGrpSpPr>
          <p:cNvPr id="1981" name="Google Shape;1981;p31"/>
          <p:cNvGrpSpPr/>
          <p:nvPr/>
        </p:nvGrpSpPr>
        <p:grpSpPr>
          <a:xfrm>
            <a:off x="5248684" y="413748"/>
            <a:ext cx="1842985" cy="3822716"/>
            <a:chOff x="2547150" y="238125"/>
            <a:chExt cx="2525675" cy="5238750"/>
          </a:xfrm>
        </p:grpSpPr>
        <p:sp>
          <p:nvSpPr>
            <p:cNvPr id="1982" name="Google Shape;1982;p31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1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1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1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6" name="Google Shape;1986;p31"/>
          <p:cNvGrpSpPr/>
          <p:nvPr/>
        </p:nvGrpSpPr>
        <p:grpSpPr>
          <a:xfrm>
            <a:off x="6637552" y="2080650"/>
            <a:ext cx="1041945" cy="2747812"/>
            <a:chOff x="2217389" y="2145281"/>
            <a:chExt cx="771754" cy="2035265"/>
          </a:xfrm>
        </p:grpSpPr>
        <p:sp>
          <p:nvSpPr>
            <p:cNvPr id="1987" name="Google Shape;1987;p31"/>
            <p:cNvSpPr/>
            <p:nvPr/>
          </p:nvSpPr>
          <p:spPr>
            <a:xfrm>
              <a:off x="2315715" y="3791112"/>
              <a:ext cx="673428" cy="389434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2657140" y="3935803"/>
              <a:ext cx="195329" cy="151148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31"/>
            <p:cNvSpPr/>
            <p:nvPr/>
          </p:nvSpPr>
          <p:spPr>
            <a:xfrm>
              <a:off x="2658204" y="3985466"/>
              <a:ext cx="194361" cy="101567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31"/>
            <p:cNvSpPr/>
            <p:nvPr/>
          </p:nvSpPr>
          <p:spPr>
            <a:xfrm>
              <a:off x="2457350" y="3860101"/>
              <a:ext cx="195204" cy="145599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31"/>
            <p:cNvSpPr/>
            <p:nvPr/>
          </p:nvSpPr>
          <p:spPr>
            <a:xfrm>
              <a:off x="2457756" y="3906656"/>
              <a:ext cx="194361" cy="101578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31"/>
            <p:cNvSpPr/>
            <p:nvPr/>
          </p:nvSpPr>
          <p:spPr>
            <a:xfrm>
              <a:off x="2506461" y="2987362"/>
              <a:ext cx="335774" cy="964424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31"/>
            <p:cNvSpPr/>
            <p:nvPr/>
          </p:nvSpPr>
          <p:spPr>
            <a:xfrm>
              <a:off x="2582229" y="2387101"/>
              <a:ext cx="214978" cy="209526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31"/>
            <p:cNvSpPr/>
            <p:nvPr/>
          </p:nvSpPr>
          <p:spPr>
            <a:xfrm>
              <a:off x="2243240" y="2453762"/>
              <a:ext cx="324369" cy="463332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31"/>
            <p:cNvSpPr/>
            <p:nvPr/>
          </p:nvSpPr>
          <p:spPr>
            <a:xfrm>
              <a:off x="2217389" y="2839467"/>
              <a:ext cx="154799" cy="101310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31"/>
            <p:cNvSpPr/>
            <p:nvPr/>
          </p:nvSpPr>
          <p:spPr>
            <a:xfrm>
              <a:off x="2221873" y="2861121"/>
              <a:ext cx="101078" cy="84251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31"/>
            <p:cNvSpPr/>
            <p:nvPr/>
          </p:nvSpPr>
          <p:spPr>
            <a:xfrm>
              <a:off x="2506235" y="2416390"/>
              <a:ext cx="349666" cy="703984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31"/>
            <p:cNvSpPr/>
            <p:nvPr/>
          </p:nvSpPr>
          <p:spPr>
            <a:xfrm>
              <a:off x="2790960" y="2560359"/>
              <a:ext cx="135498" cy="621896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31"/>
            <p:cNvSpPr/>
            <p:nvPr/>
          </p:nvSpPr>
          <p:spPr>
            <a:xfrm>
              <a:off x="2573358" y="2169926"/>
              <a:ext cx="231959" cy="282978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31"/>
            <p:cNvSpPr/>
            <p:nvPr/>
          </p:nvSpPr>
          <p:spPr>
            <a:xfrm>
              <a:off x="2582180" y="2145281"/>
              <a:ext cx="245225" cy="242272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31"/>
            <p:cNvSpPr/>
            <p:nvPr/>
          </p:nvSpPr>
          <p:spPr>
            <a:xfrm>
              <a:off x="2773661" y="2522433"/>
              <a:ext cx="151929" cy="206815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31"/>
            <p:cNvSpPr/>
            <p:nvPr/>
          </p:nvSpPr>
          <p:spPr>
            <a:xfrm>
              <a:off x="2459309" y="2417031"/>
              <a:ext cx="123448" cy="199057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806" y="904738"/>
            <a:ext cx="2287050" cy="304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8" name="Google Shape;2008;p3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25</a:t>
            </a:fld>
            <a:endParaRPr>
              <a:solidFill>
                <a:schemeClr val="accent2"/>
              </a:solidFill>
            </a:endParaRPr>
          </a:p>
        </p:txBody>
      </p:sp>
      <p:grpSp>
        <p:nvGrpSpPr>
          <p:cNvPr id="2009" name="Google Shape;2009;p32"/>
          <p:cNvGrpSpPr/>
          <p:nvPr/>
        </p:nvGrpSpPr>
        <p:grpSpPr>
          <a:xfrm>
            <a:off x="5035361" y="585201"/>
            <a:ext cx="2384344" cy="3679174"/>
            <a:chOff x="2112475" y="238125"/>
            <a:chExt cx="3395050" cy="5238750"/>
          </a:xfrm>
        </p:grpSpPr>
        <p:sp>
          <p:nvSpPr>
            <p:cNvPr id="2010" name="Google Shape;2010;p32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2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2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2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4" name="Google Shape;2014;p32"/>
          <p:cNvSpPr txBox="1">
            <a:spLocks noGrp="1"/>
          </p:cNvSpPr>
          <p:nvPr>
            <p:ph type="body" idx="4294967295"/>
          </p:nvPr>
        </p:nvSpPr>
        <p:spPr>
          <a:xfrm>
            <a:off x="1238250" y="1528175"/>
            <a:ext cx="2997000" cy="208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Tablet project</a:t>
            </a:r>
            <a:endParaRPr sz="30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Show and explain your web, app or software projects using these gadget templates.</a:t>
            </a:r>
            <a:endParaRPr sz="2400">
              <a:solidFill>
                <a:schemeClr val="lt1"/>
              </a:solidFill>
            </a:endParaRPr>
          </a:p>
        </p:txBody>
      </p:sp>
      <p:grpSp>
        <p:nvGrpSpPr>
          <p:cNvPr id="2015" name="Google Shape;2015;p32"/>
          <p:cNvGrpSpPr/>
          <p:nvPr/>
        </p:nvGrpSpPr>
        <p:grpSpPr>
          <a:xfrm>
            <a:off x="6866152" y="2080650"/>
            <a:ext cx="1042234" cy="2747998"/>
            <a:chOff x="2217389" y="2145281"/>
            <a:chExt cx="771968" cy="2035404"/>
          </a:xfrm>
        </p:grpSpPr>
        <p:sp>
          <p:nvSpPr>
            <p:cNvPr id="2016" name="Google Shape;2016;p32"/>
            <p:cNvSpPr/>
            <p:nvPr/>
          </p:nvSpPr>
          <p:spPr>
            <a:xfrm>
              <a:off x="2315715" y="3791112"/>
              <a:ext cx="673642" cy="389572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32"/>
            <p:cNvSpPr/>
            <p:nvPr/>
          </p:nvSpPr>
          <p:spPr>
            <a:xfrm>
              <a:off x="2657140" y="3935803"/>
              <a:ext cx="195392" cy="151201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32"/>
            <p:cNvSpPr/>
            <p:nvPr/>
          </p:nvSpPr>
          <p:spPr>
            <a:xfrm>
              <a:off x="2658204" y="3985466"/>
              <a:ext cx="194423" cy="101603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32"/>
            <p:cNvSpPr/>
            <p:nvPr/>
          </p:nvSpPr>
          <p:spPr>
            <a:xfrm>
              <a:off x="2457350" y="3860101"/>
              <a:ext cx="195266" cy="145651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32"/>
            <p:cNvSpPr/>
            <p:nvPr/>
          </p:nvSpPr>
          <p:spPr>
            <a:xfrm>
              <a:off x="2457756" y="3906656"/>
              <a:ext cx="194423" cy="101614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32"/>
            <p:cNvSpPr/>
            <p:nvPr/>
          </p:nvSpPr>
          <p:spPr>
            <a:xfrm>
              <a:off x="2506461" y="2987362"/>
              <a:ext cx="335881" cy="964766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32"/>
            <p:cNvSpPr/>
            <p:nvPr/>
          </p:nvSpPr>
          <p:spPr>
            <a:xfrm>
              <a:off x="2582229" y="2387101"/>
              <a:ext cx="215046" cy="209600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32"/>
            <p:cNvSpPr/>
            <p:nvPr/>
          </p:nvSpPr>
          <p:spPr>
            <a:xfrm>
              <a:off x="2243240" y="2453762"/>
              <a:ext cx="324472" cy="463496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32"/>
            <p:cNvSpPr/>
            <p:nvPr/>
          </p:nvSpPr>
          <p:spPr>
            <a:xfrm>
              <a:off x="2217389" y="2839467"/>
              <a:ext cx="154848" cy="101346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32"/>
            <p:cNvSpPr/>
            <p:nvPr/>
          </p:nvSpPr>
          <p:spPr>
            <a:xfrm>
              <a:off x="2221873" y="2861121"/>
              <a:ext cx="101110" cy="84281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32"/>
            <p:cNvSpPr/>
            <p:nvPr/>
          </p:nvSpPr>
          <p:spPr>
            <a:xfrm>
              <a:off x="2506235" y="2416390"/>
              <a:ext cx="349777" cy="704234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32"/>
            <p:cNvSpPr/>
            <p:nvPr/>
          </p:nvSpPr>
          <p:spPr>
            <a:xfrm>
              <a:off x="2790960" y="2560359"/>
              <a:ext cx="135542" cy="622117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32"/>
            <p:cNvSpPr/>
            <p:nvPr/>
          </p:nvSpPr>
          <p:spPr>
            <a:xfrm>
              <a:off x="2573358" y="2169926"/>
              <a:ext cx="232033" cy="283078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32"/>
            <p:cNvSpPr/>
            <p:nvPr/>
          </p:nvSpPr>
          <p:spPr>
            <a:xfrm>
              <a:off x="2582180" y="2145281"/>
              <a:ext cx="245303" cy="242358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32"/>
            <p:cNvSpPr/>
            <p:nvPr/>
          </p:nvSpPr>
          <p:spPr>
            <a:xfrm>
              <a:off x="2773661" y="2522433"/>
              <a:ext cx="151977" cy="206889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32"/>
            <p:cNvSpPr/>
            <p:nvPr/>
          </p:nvSpPr>
          <p:spPr>
            <a:xfrm>
              <a:off x="2459309" y="2417031"/>
              <a:ext cx="123487" cy="199128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3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2230" name="Google Shape;2230;p35"/>
          <p:cNvSpPr txBox="1">
            <a:spLocks noGrp="1"/>
          </p:cNvSpPr>
          <p:nvPr>
            <p:ph type="body" idx="1"/>
          </p:nvPr>
        </p:nvSpPr>
        <p:spPr>
          <a:xfrm>
            <a:off x="457200" y="1462350"/>
            <a:ext cx="81918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Presentation template by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SlidesCarnival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Illustrations by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Sergei Tikhonov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Photographs by </a:t>
            </a:r>
            <a:r>
              <a:rPr lang="en" sz="2400" u="sng">
                <a:solidFill>
                  <a:schemeClr val="hlink"/>
                </a:solidFill>
                <a:hlinkClick r:id="rId5"/>
              </a:rPr>
              <a:t>Unsplash</a:t>
            </a:r>
            <a:endParaRPr sz="2400"/>
          </a:p>
        </p:txBody>
      </p:sp>
      <p:sp>
        <p:nvSpPr>
          <p:cNvPr id="2231" name="Google Shape;2231;p3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3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2237" name="Google Shape;2237;p3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typographies: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 sz="1800"/>
              <a:t>Titles: Raleway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 sz="1800"/>
              <a:t>Body copy: Barlow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Download for free at: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https://www.fontsquirrel.com/fonts/raleway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https://www.fontsquirrel.com/fonts/barlow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38" name="Google Shape;2238;p36"/>
          <p:cNvSpPr txBox="1"/>
          <p:nvPr/>
        </p:nvSpPr>
        <p:spPr>
          <a:xfrm>
            <a:off x="457200" y="4400250"/>
            <a:ext cx="8191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39" name="Google Shape;2239;p3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37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4748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Resources</a:t>
            </a:r>
            <a:endParaRPr/>
          </a:p>
        </p:txBody>
      </p:sp>
      <p:sp>
        <p:nvSpPr>
          <p:cNvPr id="2245" name="Google Shape;2245;p37"/>
          <p:cNvSpPr txBox="1">
            <a:spLocks noGrp="1"/>
          </p:cNvSpPr>
          <p:nvPr>
            <p:ph type="subTitle" idx="1"/>
          </p:nvPr>
        </p:nvSpPr>
        <p:spPr>
          <a:xfrm>
            <a:off x="1085850" y="3287725"/>
            <a:ext cx="44748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Business Plans, Marketing Plans, Project Proposals, Lessons, etc</a:t>
            </a:r>
            <a:endParaRPr/>
          </a:p>
        </p:txBody>
      </p:sp>
      <p:sp>
        <p:nvSpPr>
          <p:cNvPr id="2246" name="Google Shape;2246;p37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3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Bold"/>
                <a:ea typeface="Barlow SemiBold"/>
                <a:cs typeface="Barlow SemiBold"/>
                <a:sym typeface="Barlow SemiBold"/>
              </a:rPr>
              <a:t>Timeline</a:t>
            </a:r>
            <a:endParaRPr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2252" name="Google Shape;2252;p3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2253" name="Google Shape;2253;p38"/>
          <p:cNvSpPr/>
          <p:nvPr/>
        </p:nvSpPr>
        <p:spPr>
          <a:xfrm>
            <a:off x="773520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DEC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4" name="Google Shape;2254;p38"/>
          <p:cNvSpPr/>
          <p:nvPr/>
        </p:nvSpPr>
        <p:spPr>
          <a:xfrm>
            <a:off x="707512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NOV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5" name="Google Shape;2255;p38"/>
          <p:cNvSpPr/>
          <p:nvPr/>
        </p:nvSpPr>
        <p:spPr>
          <a:xfrm>
            <a:off x="6415040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OCT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6" name="Google Shape;2256;p38"/>
          <p:cNvSpPr/>
          <p:nvPr/>
        </p:nvSpPr>
        <p:spPr>
          <a:xfrm>
            <a:off x="5754956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SEP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7" name="Google Shape;2257;p38"/>
          <p:cNvSpPr/>
          <p:nvPr/>
        </p:nvSpPr>
        <p:spPr>
          <a:xfrm>
            <a:off x="5094872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AUG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8" name="Google Shape;2258;p38"/>
          <p:cNvSpPr/>
          <p:nvPr/>
        </p:nvSpPr>
        <p:spPr>
          <a:xfrm>
            <a:off x="443478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JUL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9" name="Google Shape;2259;p38"/>
          <p:cNvSpPr/>
          <p:nvPr/>
        </p:nvSpPr>
        <p:spPr>
          <a:xfrm>
            <a:off x="377470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JUN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0" name="Google Shape;2260;p38"/>
          <p:cNvSpPr/>
          <p:nvPr/>
        </p:nvSpPr>
        <p:spPr>
          <a:xfrm>
            <a:off x="3114619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MAY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1" name="Google Shape;2261;p38"/>
          <p:cNvSpPr/>
          <p:nvPr/>
        </p:nvSpPr>
        <p:spPr>
          <a:xfrm>
            <a:off x="2454535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APR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2" name="Google Shape;2262;p38"/>
          <p:cNvSpPr/>
          <p:nvPr/>
        </p:nvSpPr>
        <p:spPr>
          <a:xfrm>
            <a:off x="1794451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MAR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3" name="Google Shape;2263;p38"/>
          <p:cNvSpPr/>
          <p:nvPr/>
        </p:nvSpPr>
        <p:spPr>
          <a:xfrm>
            <a:off x="1134367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FEB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4" name="Google Shape;2264;p38"/>
          <p:cNvSpPr/>
          <p:nvPr/>
        </p:nvSpPr>
        <p:spPr>
          <a:xfrm>
            <a:off x="474283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JAN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5" name="Google Shape;2265;p38"/>
          <p:cNvSpPr/>
          <p:nvPr/>
        </p:nvSpPr>
        <p:spPr>
          <a:xfrm>
            <a:off x="0" y="275595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cxnSp>
        <p:nvCxnSpPr>
          <p:cNvPr id="2266" name="Google Shape;2266;p38"/>
          <p:cNvCxnSpPr/>
          <p:nvPr/>
        </p:nvCxnSpPr>
        <p:spPr>
          <a:xfrm rot="10800000">
            <a:off x="76892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7" name="Google Shape;2267;p38"/>
          <p:cNvSpPr txBox="1"/>
          <p:nvPr/>
        </p:nvSpPr>
        <p:spPr>
          <a:xfrm>
            <a:off x="72790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68" name="Google Shape;2268;p38"/>
          <p:cNvCxnSpPr/>
          <p:nvPr/>
        </p:nvCxnSpPr>
        <p:spPr>
          <a:xfrm rot="10800000">
            <a:off x="209015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38"/>
          <p:cNvSpPr txBox="1"/>
          <p:nvPr/>
        </p:nvSpPr>
        <p:spPr>
          <a:xfrm>
            <a:off x="2050642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Red is the colour of danger and courage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0" name="Google Shape;2270;p38"/>
          <p:cNvCxnSpPr/>
          <p:nvPr/>
        </p:nvCxnSpPr>
        <p:spPr>
          <a:xfrm rot="10800000">
            <a:off x="341139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38"/>
          <p:cNvSpPr txBox="1"/>
          <p:nvPr/>
        </p:nvSpPr>
        <p:spPr>
          <a:xfrm>
            <a:off x="3373384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2" name="Google Shape;2272;p38"/>
          <p:cNvCxnSpPr/>
          <p:nvPr/>
        </p:nvCxnSpPr>
        <p:spPr>
          <a:xfrm rot="10800000">
            <a:off x="473262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38"/>
          <p:cNvSpPr txBox="1"/>
          <p:nvPr/>
        </p:nvSpPr>
        <p:spPr>
          <a:xfrm>
            <a:off x="4696126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4" name="Google Shape;2274;p38"/>
          <p:cNvCxnSpPr/>
          <p:nvPr/>
        </p:nvCxnSpPr>
        <p:spPr>
          <a:xfrm rot="10800000">
            <a:off x="605386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38"/>
          <p:cNvSpPr txBox="1"/>
          <p:nvPr/>
        </p:nvSpPr>
        <p:spPr>
          <a:xfrm>
            <a:off x="6018868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6" name="Google Shape;2276;p38"/>
          <p:cNvCxnSpPr/>
          <p:nvPr/>
        </p:nvCxnSpPr>
        <p:spPr>
          <a:xfrm rot="10800000">
            <a:off x="737509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7" name="Google Shape;2277;p38"/>
          <p:cNvSpPr txBox="1"/>
          <p:nvPr/>
        </p:nvSpPr>
        <p:spPr>
          <a:xfrm>
            <a:off x="734161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8" name="Google Shape;2278;p38"/>
          <p:cNvCxnSpPr/>
          <p:nvPr/>
        </p:nvCxnSpPr>
        <p:spPr>
          <a:xfrm rot="10800000">
            <a:off x="143968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9" name="Google Shape;2279;p38"/>
          <p:cNvSpPr txBox="1"/>
          <p:nvPr/>
        </p:nvSpPr>
        <p:spPr>
          <a:xfrm>
            <a:off x="1369548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0" name="Google Shape;2280;p38"/>
          <p:cNvCxnSpPr/>
          <p:nvPr/>
        </p:nvCxnSpPr>
        <p:spPr>
          <a:xfrm rot="10800000">
            <a:off x="276092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1" name="Google Shape;2281;p38"/>
          <p:cNvSpPr txBox="1"/>
          <p:nvPr/>
        </p:nvSpPr>
        <p:spPr>
          <a:xfrm>
            <a:off x="2699944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2" name="Google Shape;2282;p38"/>
          <p:cNvCxnSpPr/>
          <p:nvPr/>
        </p:nvCxnSpPr>
        <p:spPr>
          <a:xfrm rot="10800000">
            <a:off x="408215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3" name="Google Shape;2283;p38"/>
          <p:cNvSpPr txBox="1"/>
          <p:nvPr/>
        </p:nvSpPr>
        <p:spPr>
          <a:xfrm>
            <a:off x="4030339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4" name="Google Shape;2284;p38"/>
          <p:cNvCxnSpPr/>
          <p:nvPr/>
        </p:nvCxnSpPr>
        <p:spPr>
          <a:xfrm rot="10800000">
            <a:off x="540339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5" name="Google Shape;2285;p38"/>
          <p:cNvSpPr txBox="1"/>
          <p:nvPr/>
        </p:nvSpPr>
        <p:spPr>
          <a:xfrm>
            <a:off x="5360735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Red is the colour of danger and courage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6" name="Google Shape;2286;p38"/>
          <p:cNvCxnSpPr/>
          <p:nvPr/>
        </p:nvCxnSpPr>
        <p:spPr>
          <a:xfrm rot="10800000">
            <a:off x="672462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7" name="Google Shape;2287;p38"/>
          <p:cNvSpPr txBox="1"/>
          <p:nvPr/>
        </p:nvSpPr>
        <p:spPr>
          <a:xfrm>
            <a:off x="6691131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8" name="Google Shape;2288;p38"/>
          <p:cNvCxnSpPr/>
          <p:nvPr/>
        </p:nvCxnSpPr>
        <p:spPr>
          <a:xfrm rot="10800000">
            <a:off x="804586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9" name="Google Shape;2289;p38"/>
          <p:cNvSpPr txBox="1"/>
          <p:nvPr/>
        </p:nvSpPr>
        <p:spPr>
          <a:xfrm>
            <a:off x="8008073" y="3648150"/>
            <a:ext cx="1034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Waterfall Analysis</a:t>
            </a:r>
            <a:endParaRPr dirty="0"/>
          </a:p>
        </p:txBody>
      </p:sp>
      <p:sp>
        <p:nvSpPr>
          <p:cNvPr id="2334" name="Google Shape;2334;p4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335" name="Google Shape;2335;p41"/>
          <p:cNvSpPr/>
          <p:nvPr/>
        </p:nvSpPr>
        <p:spPr>
          <a:xfrm>
            <a:off x="48440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STRENGTHS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Research is done in detail before the project starts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Timelines and cost estimates are predicted beforehand</a:t>
            </a:r>
          </a:p>
        </p:txBody>
      </p:sp>
      <p:sp>
        <p:nvSpPr>
          <p:cNvPr id="2336" name="Google Shape;2336;p41"/>
          <p:cNvSpPr/>
          <p:nvPr/>
        </p:nvSpPr>
        <p:spPr>
          <a:xfrm>
            <a:off x="466307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WEAKNESSES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Might not be able to plan for every contingency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7" name="Google Shape;2337;p41"/>
          <p:cNvSpPr/>
          <p:nvPr/>
        </p:nvSpPr>
        <p:spPr>
          <a:xfrm>
            <a:off x="48440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Project resources know their exact role during the execution phase</a:t>
            </a:r>
            <a:endParaRPr lang="en-US"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OPPORTUNITIES</a:t>
            </a:r>
            <a:endParaRPr lang="en-US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8" name="Google Shape;2338;p41"/>
          <p:cNvSpPr/>
          <p:nvPr/>
        </p:nvSpPr>
        <p:spPr>
          <a:xfrm>
            <a:off x="466307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 lead to cost overrun and unbudgeted costs for unforeseen circumstances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THREATS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9" name="Google Shape;2339;p41"/>
          <p:cNvSpPr/>
          <p:nvPr/>
        </p:nvSpPr>
        <p:spPr>
          <a:xfrm>
            <a:off x="3285625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41"/>
          <p:cNvSpPr/>
          <p:nvPr/>
        </p:nvSpPr>
        <p:spPr>
          <a:xfrm rot="5400000">
            <a:off x="3459879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1" name="Google Shape;2341;p41"/>
          <p:cNvSpPr/>
          <p:nvPr/>
        </p:nvSpPr>
        <p:spPr>
          <a:xfrm rot="10800000">
            <a:off x="3459879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41"/>
          <p:cNvSpPr/>
          <p:nvPr/>
        </p:nvSpPr>
        <p:spPr>
          <a:xfrm rot="-5400000">
            <a:off x="3285625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41"/>
          <p:cNvSpPr/>
          <p:nvPr/>
        </p:nvSpPr>
        <p:spPr>
          <a:xfrm>
            <a:off x="3842100" y="2242577"/>
            <a:ext cx="346481" cy="4465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S</a:t>
            </a:r>
          </a:p>
        </p:txBody>
      </p:sp>
      <p:sp>
        <p:nvSpPr>
          <p:cNvPr id="2344" name="Google Shape;2344;p41"/>
          <p:cNvSpPr/>
          <p:nvPr/>
        </p:nvSpPr>
        <p:spPr>
          <a:xfrm>
            <a:off x="4857720" y="2250297"/>
            <a:ext cx="650964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W</a:t>
            </a:r>
          </a:p>
        </p:txBody>
      </p:sp>
      <p:sp>
        <p:nvSpPr>
          <p:cNvPr id="2345" name="Google Shape;2345;p41"/>
          <p:cNvSpPr/>
          <p:nvPr/>
        </p:nvSpPr>
        <p:spPr>
          <a:xfrm>
            <a:off x="3807513" y="3348952"/>
            <a:ext cx="428005" cy="4446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O</a:t>
            </a:r>
          </a:p>
        </p:txBody>
      </p:sp>
      <p:sp>
        <p:nvSpPr>
          <p:cNvPr id="2346" name="Google Shape;2346;p41"/>
          <p:cNvSpPr/>
          <p:nvPr/>
        </p:nvSpPr>
        <p:spPr>
          <a:xfrm>
            <a:off x="4971979" y="3356672"/>
            <a:ext cx="365009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813896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40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 chart</a:t>
            </a:r>
            <a:endParaRPr/>
          </a:p>
        </p:txBody>
      </p:sp>
      <p:sp>
        <p:nvSpPr>
          <p:cNvPr id="2327" name="Google Shape;2327;p4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aphicFrame>
        <p:nvGraphicFramePr>
          <p:cNvPr id="2328" name="Google Shape;2328;p40"/>
          <p:cNvGraphicFramePr/>
          <p:nvPr/>
        </p:nvGraphicFramePr>
        <p:xfrm>
          <a:off x="392525" y="1564481"/>
          <a:ext cx="8382600" cy="3197750"/>
        </p:xfrm>
        <a:graphic>
          <a:graphicData uri="http://schemas.openxmlformats.org/drawingml/2006/table">
            <a:tbl>
              <a:tblPr>
                <a:noFill/>
                <a:tableStyleId>{11E2214B-EEA6-4F0E-851E-DA328E0D34B4}</a:tableStyleId>
              </a:tblPr>
              <a:tblGrid>
                <a:gridCol w="14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Week 1</a:t>
                      </a:r>
                      <a:endParaRPr sz="800" b="1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Week 2</a:t>
                      </a:r>
                      <a:endParaRPr sz="800" b="1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8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11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12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13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14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1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2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3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4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6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7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8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Agile Analysis</a:t>
            </a:r>
            <a:endParaRPr dirty="0"/>
          </a:p>
        </p:txBody>
      </p:sp>
      <p:sp>
        <p:nvSpPr>
          <p:cNvPr id="2334" name="Google Shape;2334;p4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2335" name="Google Shape;2335;p41"/>
          <p:cNvSpPr/>
          <p:nvPr/>
        </p:nvSpPr>
        <p:spPr>
          <a:xfrm>
            <a:off x="48440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STRENGTHS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Multiple teams working on smaller pieces.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Quicker release times.</a:t>
            </a:r>
          </a:p>
        </p:txBody>
      </p:sp>
      <p:sp>
        <p:nvSpPr>
          <p:cNvPr id="2336" name="Google Shape;2336;p41"/>
          <p:cNvSpPr/>
          <p:nvPr/>
        </p:nvSpPr>
        <p:spPr>
          <a:xfrm>
            <a:off x="466307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WEAKNESSES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Research and requirements gathering might not be enough to deliver fully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7" name="Google Shape;2337;p41"/>
          <p:cNvSpPr/>
          <p:nvPr/>
        </p:nvSpPr>
        <p:spPr>
          <a:xfrm>
            <a:off x="48440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Business and development teams side by side.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Organization can deliver Value more quickly.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OPPORTUNITIES</a:t>
            </a:r>
            <a:endParaRPr lang="en-US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8" name="Google Shape;2338;p41"/>
          <p:cNvSpPr/>
          <p:nvPr/>
        </p:nvSpPr>
        <p:spPr>
          <a:xfrm>
            <a:off x="466307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 lead to cost overrun through repeated iterations to get bugs fixed. 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THREATS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9" name="Google Shape;2339;p41"/>
          <p:cNvSpPr/>
          <p:nvPr/>
        </p:nvSpPr>
        <p:spPr>
          <a:xfrm>
            <a:off x="3285625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41"/>
          <p:cNvSpPr/>
          <p:nvPr/>
        </p:nvSpPr>
        <p:spPr>
          <a:xfrm rot="5400000">
            <a:off x="3459879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1" name="Google Shape;2341;p41"/>
          <p:cNvSpPr/>
          <p:nvPr/>
        </p:nvSpPr>
        <p:spPr>
          <a:xfrm rot="10800000">
            <a:off x="3459879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41"/>
          <p:cNvSpPr/>
          <p:nvPr/>
        </p:nvSpPr>
        <p:spPr>
          <a:xfrm rot="-5400000">
            <a:off x="3285625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41"/>
          <p:cNvSpPr/>
          <p:nvPr/>
        </p:nvSpPr>
        <p:spPr>
          <a:xfrm>
            <a:off x="3842100" y="2242577"/>
            <a:ext cx="346481" cy="4465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S</a:t>
            </a:r>
          </a:p>
        </p:txBody>
      </p:sp>
      <p:sp>
        <p:nvSpPr>
          <p:cNvPr id="2344" name="Google Shape;2344;p41"/>
          <p:cNvSpPr/>
          <p:nvPr/>
        </p:nvSpPr>
        <p:spPr>
          <a:xfrm>
            <a:off x="4857720" y="2250297"/>
            <a:ext cx="650964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W</a:t>
            </a:r>
          </a:p>
        </p:txBody>
      </p:sp>
      <p:sp>
        <p:nvSpPr>
          <p:cNvPr id="2345" name="Google Shape;2345;p41"/>
          <p:cNvSpPr/>
          <p:nvPr/>
        </p:nvSpPr>
        <p:spPr>
          <a:xfrm>
            <a:off x="3807513" y="3348952"/>
            <a:ext cx="428005" cy="4446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O</a:t>
            </a:r>
          </a:p>
        </p:txBody>
      </p:sp>
      <p:sp>
        <p:nvSpPr>
          <p:cNvPr id="2346" name="Google Shape;2346;p41"/>
          <p:cNvSpPr/>
          <p:nvPr/>
        </p:nvSpPr>
        <p:spPr>
          <a:xfrm>
            <a:off x="4971979" y="3356672"/>
            <a:ext cx="365009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2296" name="Google Shape;2296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8" name="Google Shape;2298;p39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2299" name="Google Shape;2299;p39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0" name="Google Shape;2300;p39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1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01" name="Google Shape;2301;p39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2302" name="Google Shape;2302;p39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3" name="Google Shape;2303;p39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3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04" name="Google Shape;2304;p39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2305" name="Google Shape;2305;p39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6" name="Google Shape;2306;p39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5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07" name="Google Shape;2307;p39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2308" name="Google Shape;2308;p39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9" name="Google Shape;2309;p39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6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10" name="Google Shape;2310;p39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2311" name="Google Shape;2311;p39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12" name="Google Shape;2312;p39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4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13" name="Google Shape;2313;p39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2314" name="Google Shape;2314;p39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15" name="Google Shape;2315;p39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2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316" name="Google Shape;2316;p39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7" name="Google Shape;2317;p39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Red is the colour of danger and courage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8" name="Google Shape;2318;p39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9" name="Google Shape;2319;p39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0" name="Google Shape;2320;p39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1" name="Google Shape;2321;p39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42"/>
          <p:cNvSpPr txBox="1">
            <a:spLocks noGrp="1"/>
          </p:cNvSpPr>
          <p:nvPr>
            <p:ph type="title" idx="4294967295"/>
          </p:nvPr>
        </p:nvSpPr>
        <p:spPr>
          <a:xfrm>
            <a:off x="262200" y="0"/>
            <a:ext cx="8619600" cy="46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Business Model Canvas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52" name="Google Shape;2352;p4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34</a:t>
            </a:fld>
            <a:endParaRPr>
              <a:solidFill>
                <a:schemeClr val="accent2"/>
              </a:solidFill>
            </a:endParaRPr>
          </a:p>
        </p:txBody>
      </p:sp>
      <p:sp>
        <p:nvSpPr>
          <p:cNvPr id="2353" name="Google Shape;2353;p42"/>
          <p:cNvSpPr txBox="1"/>
          <p:nvPr/>
        </p:nvSpPr>
        <p:spPr>
          <a:xfrm>
            <a:off x="1986120" y="467025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Key Activities</a:t>
            </a:r>
            <a:endParaRPr sz="900" b="1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800" b="1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4" name="Google Shape;2354;p42"/>
          <p:cNvSpPr txBox="1"/>
          <p:nvPr/>
        </p:nvSpPr>
        <p:spPr>
          <a:xfrm>
            <a:off x="1986120" y="2061694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Key Resources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5" name="Google Shape;2355;p42"/>
          <p:cNvSpPr txBox="1"/>
          <p:nvPr/>
        </p:nvSpPr>
        <p:spPr>
          <a:xfrm>
            <a:off x="3710040" y="467025"/>
            <a:ext cx="1723800" cy="3189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Value Propositions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6" name="Google Shape;2356;p42"/>
          <p:cNvSpPr txBox="1"/>
          <p:nvPr/>
        </p:nvSpPr>
        <p:spPr>
          <a:xfrm>
            <a:off x="5433959" y="467025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Customer Relationships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7" name="Google Shape;2357;p42"/>
          <p:cNvSpPr txBox="1"/>
          <p:nvPr/>
        </p:nvSpPr>
        <p:spPr>
          <a:xfrm>
            <a:off x="5433959" y="2061694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Channels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8" name="Google Shape;2358;p42"/>
          <p:cNvSpPr txBox="1"/>
          <p:nvPr/>
        </p:nvSpPr>
        <p:spPr>
          <a:xfrm>
            <a:off x="7157879" y="467025"/>
            <a:ext cx="1723800" cy="3189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Customer Segments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9" name="Google Shape;2359;p42"/>
          <p:cNvSpPr txBox="1"/>
          <p:nvPr/>
        </p:nvSpPr>
        <p:spPr>
          <a:xfrm>
            <a:off x="262200" y="467025"/>
            <a:ext cx="1723800" cy="3189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Key Partners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8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60" name="Google Shape;2360;p42"/>
          <p:cNvSpPr txBox="1"/>
          <p:nvPr/>
        </p:nvSpPr>
        <p:spPr>
          <a:xfrm>
            <a:off x="262200" y="3656363"/>
            <a:ext cx="4309800" cy="1235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Cost Structure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61" name="Google Shape;2361;p42"/>
          <p:cNvSpPr txBox="1"/>
          <p:nvPr/>
        </p:nvSpPr>
        <p:spPr>
          <a:xfrm>
            <a:off x="4571999" y="3656363"/>
            <a:ext cx="4309800" cy="1235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Revenue Streams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62" name="Google Shape;2362;p42"/>
          <p:cNvSpPr/>
          <p:nvPr/>
        </p:nvSpPr>
        <p:spPr>
          <a:xfrm>
            <a:off x="4279907" y="3732570"/>
            <a:ext cx="215901" cy="214638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63" name="Google Shape;2363;p42"/>
          <p:cNvSpPr/>
          <p:nvPr/>
        </p:nvSpPr>
        <p:spPr>
          <a:xfrm>
            <a:off x="6866281" y="543303"/>
            <a:ext cx="215257" cy="19323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64" name="Google Shape;2364;p42"/>
          <p:cNvSpPr/>
          <p:nvPr/>
        </p:nvSpPr>
        <p:spPr>
          <a:xfrm>
            <a:off x="1702716" y="543215"/>
            <a:ext cx="207088" cy="207075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65" name="Google Shape;2365;p42"/>
          <p:cNvSpPr/>
          <p:nvPr/>
        </p:nvSpPr>
        <p:spPr>
          <a:xfrm>
            <a:off x="8608585" y="543301"/>
            <a:ext cx="197012" cy="207706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366" name="Google Shape;2366;p42"/>
          <p:cNvGrpSpPr/>
          <p:nvPr/>
        </p:nvGrpSpPr>
        <p:grpSpPr>
          <a:xfrm>
            <a:off x="8561977" y="3732397"/>
            <a:ext cx="233502" cy="171203"/>
            <a:chOff x="4610450" y="3703750"/>
            <a:chExt cx="453050" cy="332175"/>
          </a:xfrm>
        </p:grpSpPr>
        <p:sp>
          <p:nvSpPr>
            <p:cNvPr id="2367" name="Google Shape;2367;p42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68" name="Google Shape;2368;p42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9" name="Google Shape;2369;p42"/>
          <p:cNvSpPr/>
          <p:nvPr/>
        </p:nvSpPr>
        <p:spPr>
          <a:xfrm>
            <a:off x="3424268" y="543232"/>
            <a:ext cx="209587" cy="20960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370" name="Google Shape;2370;p42"/>
          <p:cNvGrpSpPr/>
          <p:nvPr/>
        </p:nvGrpSpPr>
        <p:grpSpPr>
          <a:xfrm>
            <a:off x="5169556" y="543233"/>
            <a:ext cx="188198" cy="239803"/>
            <a:chOff x="1958100" y="4985350"/>
            <a:chExt cx="365150" cy="465275"/>
          </a:xfrm>
        </p:grpSpPr>
        <p:sp>
          <p:nvSpPr>
            <p:cNvPr id="2371" name="Google Shape;2371;p42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374" name="Google Shape;2374;p42"/>
          <p:cNvGrpSpPr/>
          <p:nvPr/>
        </p:nvGrpSpPr>
        <p:grpSpPr>
          <a:xfrm>
            <a:off x="3342459" y="2137720"/>
            <a:ext cx="283238" cy="257429"/>
            <a:chOff x="4562200" y="4968250"/>
            <a:chExt cx="549550" cy="499475"/>
          </a:xfrm>
        </p:grpSpPr>
        <p:sp>
          <p:nvSpPr>
            <p:cNvPr id="2375" name="Google Shape;2375;p42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6" name="Google Shape;2376;p42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7" name="Google Shape;2377;p42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9" name="Google Shape;2379;p42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380" name="Google Shape;2380;p42"/>
          <p:cNvGrpSpPr/>
          <p:nvPr/>
        </p:nvGrpSpPr>
        <p:grpSpPr>
          <a:xfrm>
            <a:off x="6790078" y="2139229"/>
            <a:ext cx="278200" cy="266861"/>
            <a:chOff x="5241175" y="4959100"/>
            <a:chExt cx="539775" cy="517775"/>
          </a:xfrm>
        </p:grpSpPr>
        <p:sp>
          <p:nvSpPr>
            <p:cNvPr id="2381" name="Google Shape;2381;p4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2" name="Google Shape;2382;p4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3" name="Google Shape;2383;p4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4" name="Google Shape;2384;p4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5" name="Google Shape;2385;p4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6" name="Google Shape;2386;p4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4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</a:t>
            </a:r>
            <a:endParaRPr/>
          </a:p>
        </p:txBody>
      </p:sp>
      <p:sp>
        <p:nvSpPr>
          <p:cNvPr id="2392" name="Google Shape;2392;p4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grpSp>
        <p:nvGrpSpPr>
          <p:cNvPr id="2393" name="Google Shape;2393;p43"/>
          <p:cNvGrpSpPr/>
          <p:nvPr/>
        </p:nvGrpSpPr>
        <p:grpSpPr>
          <a:xfrm>
            <a:off x="855292" y="1413043"/>
            <a:ext cx="3608219" cy="3243858"/>
            <a:chOff x="3778727" y="4460423"/>
            <a:chExt cx="720160" cy="647438"/>
          </a:xfrm>
        </p:grpSpPr>
        <p:sp>
          <p:nvSpPr>
            <p:cNvPr id="2394" name="Google Shape;2394;p43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PURCHASE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5" name="Google Shape;2395;p43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LOYALTY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6" name="Google Shape;2396;p43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AWARENESS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7" name="Google Shape;2397;p43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EVALUATION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8" name="Google Shape;2398;p43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DISCOVERY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9" name="Google Shape;2399;p43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INTENT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00" name="Google Shape;2400;p43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2401" name="Google Shape;2401;p43"/>
          <p:cNvCxnSpPr/>
          <p:nvPr/>
        </p:nvCxnSpPr>
        <p:spPr>
          <a:xfrm>
            <a:off x="4383550" y="1950075"/>
            <a:ext cx="105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2" name="Google Shape;2402;p43"/>
          <p:cNvSpPr txBox="1"/>
          <p:nvPr/>
        </p:nvSpPr>
        <p:spPr>
          <a:xfrm>
            <a:off x="5502050" y="177802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3" name="Google Shape;2403;p43"/>
          <p:cNvCxnSpPr/>
          <p:nvPr/>
        </p:nvCxnSpPr>
        <p:spPr>
          <a:xfrm>
            <a:off x="4227875" y="2431700"/>
            <a:ext cx="1212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4" name="Google Shape;2404;p43"/>
          <p:cNvSpPr txBox="1"/>
          <p:nvPr/>
        </p:nvSpPr>
        <p:spPr>
          <a:xfrm>
            <a:off x="5502050" y="225964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5" name="Google Shape;2405;p43"/>
          <p:cNvCxnSpPr/>
          <p:nvPr/>
        </p:nvCxnSpPr>
        <p:spPr>
          <a:xfrm>
            <a:off x="4006650" y="2913325"/>
            <a:ext cx="1433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6" name="Google Shape;2406;p43"/>
          <p:cNvSpPr txBox="1"/>
          <p:nvPr/>
        </p:nvSpPr>
        <p:spPr>
          <a:xfrm>
            <a:off x="5502050" y="274125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7" name="Google Shape;2407;p43"/>
          <p:cNvCxnSpPr/>
          <p:nvPr/>
        </p:nvCxnSpPr>
        <p:spPr>
          <a:xfrm>
            <a:off x="3818200" y="3394925"/>
            <a:ext cx="1622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8" name="Google Shape;2408;p43"/>
          <p:cNvSpPr txBox="1"/>
          <p:nvPr/>
        </p:nvSpPr>
        <p:spPr>
          <a:xfrm>
            <a:off x="5502050" y="322287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9" name="Google Shape;2409;p43"/>
          <p:cNvCxnSpPr/>
          <p:nvPr/>
        </p:nvCxnSpPr>
        <p:spPr>
          <a:xfrm>
            <a:off x="3613350" y="3876550"/>
            <a:ext cx="1827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10" name="Google Shape;2410;p43"/>
          <p:cNvSpPr txBox="1"/>
          <p:nvPr/>
        </p:nvSpPr>
        <p:spPr>
          <a:xfrm>
            <a:off x="5502050" y="370448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11" name="Google Shape;2411;p43"/>
          <p:cNvCxnSpPr/>
          <p:nvPr/>
        </p:nvCxnSpPr>
        <p:spPr>
          <a:xfrm>
            <a:off x="3400325" y="4358150"/>
            <a:ext cx="2031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12" name="Google Shape;2412;p43"/>
          <p:cNvSpPr txBox="1"/>
          <p:nvPr/>
        </p:nvSpPr>
        <p:spPr>
          <a:xfrm>
            <a:off x="5502050" y="418610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45"/>
          <p:cNvSpPr txBox="1">
            <a:spLocks noGrp="1"/>
          </p:cNvSpPr>
          <p:nvPr>
            <p:ph type="title" idx="4294967295"/>
          </p:nvPr>
        </p:nvSpPr>
        <p:spPr>
          <a:xfrm>
            <a:off x="467100" y="0"/>
            <a:ext cx="8209800" cy="46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Competitor Matrix</a:t>
            </a:r>
            <a:endParaRPr sz="1200"/>
          </a:p>
        </p:txBody>
      </p:sp>
      <p:sp>
        <p:nvSpPr>
          <p:cNvPr id="2432" name="Google Shape;2432;p45"/>
          <p:cNvSpPr/>
          <p:nvPr/>
        </p:nvSpPr>
        <p:spPr>
          <a:xfrm>
            <a:off x="467100" y="467100"/>
            <a:ext cx="8209800" cy="420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3" name="Google Shape;2433;p45"/>
          <p:cNvGrpSpPr/>
          <p:nvPr/>
        </p:nvGrpSpPr>
        <p:grpSpPr>
          <a:xfrm>
            <a:off x="638150" y="467111"/>
            <a:ext cx="7867750" cy="4209098"/>
            <a:chOff x="638138" y="467100"/>
            <a:chExt cx="7867750" cy="4194000"/>
          </a:xfrm>
        </p:grpSpPr>
        <p:cxnSp>
          <p:nvCxnSpPr>
            <p:cNvPr id="2434" name="Google Shape;2434;p45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5" name="Google Shape;2435;p45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6" name="Google Shape;2436;p45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7" name="Google Shape;2437;p45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8" name="Google Shape;2438;p45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9" name="Google Shape;2439;p45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0" name="Google Shape;2440;p45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1" name="Google Shape;2441;p45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2" name="Google Shape;2442;p45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3" name="Google Shape;2443;p45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4" name="Google Shape;2444;p45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5" name="Google Shape;2445;p45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6" name="Google Shape;2446;p45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7" name="Google Shape;2447;p45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8" name="Google Shape;2448;p45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9" name="Google Shape;2449;p45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0" name="Google Shape;2450;p45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1" name="Google Shape;2451;p45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2" name="Google Shape;2452;p45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3" name="Google Shape;2453;p45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4" name="Google Shape;2454;p45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5" name="Google Shape;2455;p45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6" name="Google Shape;2456;p45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7" name="Google Shape;2457;p45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8" name="Google Shape;2458;p45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9" name="Google Shape;2459;p45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0" name="Google Shape;2460;p45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1" name="Google Shape;2461;p45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2" name="Google Shape;2462;p45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3" name="Google Shape;2463;p45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4" name="Google Shape;2464;p45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5" name="Google Shape;2465;p45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6" name="Google Shape;2466;p45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7" name="Google Shape;2467;p45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8" name="Google Shape;2468;p45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9" name="Google Shape;2469;p45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0" name="Google Shape;2470;p45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1" name="Google Shape;2471;p45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2" name="Google Shape;2472;p45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3" name="Google Shape;2473;p45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4" name="Google Shape;2474;p45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5" name="Google Shape;2475;p45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6" name="Google Shape;2476;p45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7" name="Google Shape;2477;p45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8" name="Google Shape;2478;p45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9" name="Google Shape;2479;p45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80" name="Google Shape;2480;p4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grpSp>
        <p:nvGrpSpPr>
          <p:cNvPr id="2481" name="Google Shape;2481;p45"/>
          <p:cNvGrpSpPr/>
          <p:nvPr/>
        </p:nvGrpSpPr>
        <p:grpSpPr>
          <a:xfrm>
            <a:off x="467107" y="642473"/>
            <a:ext cx="8209755" cy="3858239"/>
            <a:chOff x="467088" y="642474"/>
            <a:chExt cx="4194000" cy="3858239"/>
          </a:xfrm>
        </p:grpSpPr>
        <p:cxnSp>
          <p:nvCxnSpPr>
            <p:cNvPr id="2482" name="Google Shape;2482;p45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3" name="Google Shape;2483;p45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4" name="Google Shape;2484;p45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5" name="Google Shape;2485;p45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6" name="Google Shape;2486;p45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7" name="Google Shape;2487;p45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8" name="Google Shape;2488;p45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9" name="Google Shape;2489;p45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0" name="Google Shape;2490;p45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1" name="Google Shape;2491;p45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2" name="Google Shape;2492;p45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3" name="Google Shape;2493;p45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4" name="Google Shape;2494;p45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5" name="Google Shape;2495;p45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" name="Google Shape;2496;p45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" name="Google Shape;2497;p45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" name="Google Shape;2498;p45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" name="Google Shape;2499;p45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" name="Google Shape;2500;p45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" name="Google Shape;2501;p45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2" name="Google Shape;2502;p45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3" name="Google Shape;2503;p45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504" name="Google Shape;2504;p45"/>
          <p:cNvCxnSpPr/>
          <p:nvPr/>
        </p:nvCxnSpPr>
        <p:spPr>
          <a:xfrm>
            <a:off x="4572000" y="467100"/>
            <a:ext cx="0" cy="420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2505" name="Google Shape;2505;p45"/>
          <p:cNvCxnSpPr/>
          <p:nvPr/>
        </p:nvCxnSpPr>
        <p:spPr>
          <a:xfrm>
            <a:off x="467100" y="2571600"/>
            <a:ext cx="8209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2506" name="Google Shape;2506;p45"/>
          <p:cNvSpPr txBox="1"/>
          <p:nvPr/>
        </p:nvSpPr>
        <p:spPr>
          <a:xfrm rot="-5400000">
            <a:off x="-258750" y="248893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LOW VALUE 1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07" name="Google Shape;2507;p45"/>
          <p:cNvSpPr txBox="1"/>
          <p:nvPr/>
        </p:nvSpPr>
        <p:spPr>
          <a:xfrm rot="5400000">
            <a:off x="8116400" y="2488925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HIGH VALUE 1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08" name="Google Shape;2508;p45"/>
          <p:cNvSpPr txBox="1"/>
          <p:nvPr/>
        </p:nvSpPr>
        <p:spPr>
          <a:xfrm>
            <a:off x="3928825" y="4676063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LOW VALUE 2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09" name="Google Shape;2509;p45"/>
          <p:cNvSpPr txBox="1"/>
          <p:nvPr/>
        </p:nvSpPr>
        <p:spPr>
          <a:xfrm>
            <a:off x="3928775" y="30178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HIGH VALUE 2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0" name="Google Shape;2510;p45"/>
          <p:cNvSpPr/>
          <p:nvPr/>
        </p:nvSpPr>
        <p:spPr>
          <a:xfrm>
            <a:off x="7012800" y="826250"/>
            <a:ext cx="1000200" cy="100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Our company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1" name="Google Shape;2511;p45"/>
          <p:cNvSpPr/>
          <p:nvPr/>
        </p:nvSpPr>
        <p:spPr>
          <a:xfrm>
            <a:off x="3130425" y="1295125"/>
            <a:ext cx="876000" cy="87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2" name="Google Shape;2512;p45"/>
          <p:cNvSpPr/>
          <p:nvPr/>
        </p:nvSpPr>
        <p:spPr>
          <a:xfrm>
            <a:off x="1382875" y="3471600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3" name="Google Shape;2513;p45"/>
          <p:cNvSpPr/>
          <p:nvPr/>
        </p:nvSpPr>
        <p:spPr>
          <a:xfrm>
            <a:off x="5626925" y="2948000"/>
            <a:ext cx="730500" cy="730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4" name="Google Shape;2514;p45"/>
          <p:cNvSpPr/>
          <p:nvPr/>
        </p:nvSpPr>
        <p:spPr>
          <a:xfrm>
            <a:off x="6527700" y="3398850"/>
            <a:ext cx="876000" cy="87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5" name="Google Shape;2515;p45"/>
          <p:cNvSpPr/>
          <p:nvPr/>
        </p:nvSpPr>
        <p:spPr>
          <a:xfrm>
            <a:off x="4768850" y="564625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6" name="Google Shape;2516;p45"/>
          <p:cNvSpPr/>
          <p:nvPr/>
        </p:nvSpPr>
        <p:spPr>
          <a:xfrm>
            <a:off x="1114225" y="947475"/>
            <a:ext cx="467100" cy="46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p4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Planner</a:t>
            </a:r>
            <a:endParaRPr/>
          </a:p>
        </p:txBody>
      </p:sp>
      <p:sp>
        <p:nvSpPr>
          <p:cNvPr id="2522" name="Google Shape;2522;p4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graphicFrame>
        <p:nvGraphicFramePr>
          <p:cNvPr id="2523" name="Google Shape;2523;p46"/>
          <p:cNvGraphicFramePr/>
          <p:nvPr/>
        </p:nvGraphicFramePr>
        <p:xfrm>
          <a:off x="457150" y="1474725"/>
          <a:ext cx="7928750" cy="2986825"/>
        </p:xfrm>
        <a:graphic>
          <a:graphicData uri="http://schemas.openxmlformats.org/drawingml/2006/table">
            <a:tbl>
              <a:tblPr>
                <a:noFill/>
                <a:tableStyleId>{9E44D3EF-30E0-43DB-A017-93B0B98886E5}</a:tableStyleId>
              </a:tblPr>
              <a:tblGrid>
                <a:gridCol w="8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SUNDAY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MONDAY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TUESDAY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WEDNESDAY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THURSDAY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FRIDAY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SATURDAY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09:00 - 09:45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10:00 - 10:45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11:00 - 11:45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12:00 - 13:15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13:30 - 14:15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14:30 - 15:15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15:30 - 16:15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4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grpSp>
        <p:nvGrpSpPr>
          <p:cNvPr id="3819" name="Google Shape;3819;p48"/>
          <p:cNvGrpSpPr/>
          <p:nvPr/>
        </p:nvGrpSpPr>
        <p:grpSpPr>
          <a:xfrm>
            <a:off x="2824328" y="371579"/>
            <a:ext cx="1459675" cy="1782539"/>
            <a:chOff x="2473900" y="225896"/>
            <a:chExt cx="3899746" cy="4762328"/>
          </a:xfrm>
        </p:grpSpPr>
        <p:sp>
          <p:nvSpPr>
            <p:cNvPr id="3820" name="Google Shape;3820;p48"/>
            <p:cNvSpPr/>
            <p:nvPr/>
          </p:nvSpPr>
          <p:spPr>
            <a:xfrm>
              <a:off x="3961606" y="3558431"/>
              <a:ext cx="1029717" cy="605511"/>
            </a:xfrm>
            <a:custGeom>
              <a:avLst/>
              <a:gdLst/>
              <a:ahLst/>
              <a:cxnLst/>
              <a:rect l="l" t="t" r="r" b="b"/>
              <a:pathLst>
                <a:path w="1029717" h="605511" extrusionOk="0">
                  <a:moveTo>
                    <a:pt x="850397" y="593403"/>
                  </a:moveTo>
                  <a:lnTo>
                    <a:pt x="15367" y="111819"/>
                  </a:lnTo>
                  <a:cubicBezTo>
                    <a:pt x="618" y="103218"/>
                    <a:pt x="-4384" y="84273"/>
                    <a:pt x="4193" y="69490"/>
                  </a:cubicBezTo>
                  <a:cubicBezTo>
                    <a:pt x="7132" y="64442"/>
                    <a:pt x="11430" y="60327"/>
                    <a:pt x="16603" y="57622"/>
                  </a:cubicBezTo>
                  <a:lnTo>
                    <a:pt x="121683" y="3425"/>
                  </a:lnTo>
                  <a:cubicBezTo>
                    <a:pt x="130993" y="-1366"/>
                    <a:pt x="142081" y="-1118"/>
                    <a:pt x="151163" y="4092"/>
                  </a:cubicBezTo>
                  <a:lnTo>
                    <a:pt x="1014246" y="501868"/>
                  </a:lnTo>
                  <a:cubicBezTo>
                    <a:pt x="1029005" y="510355"/>
                    <a:pt x="1034092" y="529214"/>
                    <a:pt x="1025619" y="543997"/>
                  </a:cubicBezTo>
                  <a:cubicBezTo>
                    <a:pt x="1022662" y="549150"/>
                    <a:pt x="1018287" y="553341"/>
                    <a:pt x="1013010" y="556065"/>
                  </a:cubicBezTo>
                  <a:lnTo>
                    <a:pt x="936934" y="595404"/>
                  </a:lnTo>
                  <a:cubicBezTo>
                    <a:pt x="909632" y="609558"/>
                    <a:pt x="877014" y="608805"/>
                    <a:pt x="850397" y="593403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48"/>
            <p:cNvSpPr/>
            <p:nvPr/>
          </p:nvSpPr>
          <p:spPr>
            <a:xfrm>
              <a:off x="4042969" y="1357120"/>
              <a:ext cx="929840" cy="2717164"/>
            </a:xfrm>
            <a:custGeom>
              <a:avLst/>
              <a:gdLst/>
              <a:ahLst/>
              <a:cxnLst/>
              <a:rect l="l" t="t" r="r" b="b"/>
              <a:pathLst>
                <a:path w="929840" h="2717164" extrusionOk="0">
                  <a:moveTo>
                    <a:pt x="820195" y="2704036"/>
                  </a:moveTo>
                  <a:lnTo>
                    <a:pt x="108694" y="2292556"/>
                  </a:lnTo>
                  <a:cubicBezTo>
                    <a:pt x="48403" y="2257695"/>
                    <a:pt x="0" y="2164254"/>
                    <a:pt x="0" y="2083768"/>
                  </a:cubicBezTo>
                  <a:lnTo>
                    <a:pt x="0" y="95710"/>
                  </a:lnTo>
                  <a:cubicBezTo>
                    <a:pt x="0" y="15224"/>
                    <a:pt x="48879" y="-21733"/>
                    <a:pt x="109169" y="13128"/>
                  </a:cubicBezTo>
                  <a:lnTo>
                    <a:pt x="820671" y="424608"/>
                  </a:lnTo>
                  <a:cubicBezTo>
                    <a:pt x="880961" y="459470"/>
                    <a:pt x="929840" y="552910"/>
                    <a:pt x="929840" y="633396"/>
                  </a:cubicBezTo>
                  <a:lnTo>
                    <a:pt x="929840" y="2621454"/>
                  </a:lnTo>
                  <a:cubicBezTo>
                    <a:pt x="929365" y="2701941"/>
                    <a:pt x="880486" y="2738897"/>
                    <a:pt x="820195" y="270403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48"/>
            <p:cNvSpPr/>
            <p:nvPr/>
          </p:nvSpPr>
          <p:spPr>
            <a:xfrm>
              <a:off x="4875432" y="3975622"/>
              <a:ext cx="56391" cy="121443"/>
            </a:xfrm>
            <a:custGeom>
              <a:avLst/>
              <a:gdLst/>
              <a:ahLst/>
              <a:cxnLst/>
              <a:rect l="l" t="t" r="r" b="b"/>
              <a:pathLst>
                <a:path w="56391" h="121443" extrusionOk="0">
                  <a:moveTo>
                    <a:pt x="0" y="121444"/>
                  </a:moveTo>
                  <a:lnTo>
                    <a:pt x="56391" y="92869"/>
                  </a:lnTo>
                  <a:lnTo>
                    <a:pt x="2282" y="0"/>
                  </a:lnTo>
                  <a:lnTo>
                    <a:pt x="0" y="12144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48"/>
            <p:cNvSpPr/>
            <p:nvPr/>
          </p:nvSpPr>
          <p:spPr>
            <a:xfrm>
              <a:off x="4031462" y="1362819"/>
              <a:ext cx="51922" cy="76581"/>
            </a:xfrm>
            <a:custGeom>
              <a:avLst/>
              <a:gdLst/>
              <a:ahLst/>
              <a:cxnLst/>
              <a:rect l="l" t="t" r="r" b="b"/>
              <a:pathLst>
                <a:path w="51922" h="76581" extrusionOk="0">
                  <a:moveTo>
                    <a:pt x="0" y="27242"/>
                  </a:moveTo>
                  <a:lnTo>
                    <a:pt x="51922" y="0"/>
                  </a:lnTo>
                  <a:lnTo>
                    <a:pt x="41461" y="76581"/>
                  </a:lnTo>
                  <a:lnTo>
                    <a:pt x="0" y="2724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48"/>
            <p:cNvSpPr/>
            <p:nvPr/>
          </p:nvSpPr>
          <p:spPr>
            <a:xfrm>
              <a:off x="3997133" y="1379805"/>
              <a:ext cx="929842" cy="2717228"/>
            </a:xfrm>
            <a:custGeom>
              <a:avLst/>
              <a:gdLst/>
              <a:ahLst/>
              <a:cxnLst/>
              <a:rect l="l" t="t" r="r" b="b"/>
              <a:pathLst>
                <a:path w="929842" h="2717228" extrusionOk="0">
                  <a:moveTo>
                    <a:pt x="820671" y="2704116"/>
                  </a:moveTo>
                  <a:lnTo>
                    <a:pt x="109169" y="2292636"/>
                  </a:lnTo>
                  <a:cubicBezTo>
                    <a:pt x="48879" y="2257774"/>
                    <a:pt x="0" y="2164239"/>
                    <a:pt x="0" y="2083752"/>
                  </a:cubicBezTo>
                  <a:lnTo>
                    <a:pt x="0" y="95790"/>
                  </a:lnTo>
                  <a:cubicBezTo>
                    <a:pt x="0" y="15303"/>
                    <a:pt x="48879" y="-21749"/>
                    <a:pt x="109169" y="13113"/>
                  </a:cubicBezTo>
                  <a:lnTo>
                    <a:pt x="820671" y="424593"/>
                  </a:lnTo>
                  <a:cubicBezTo>
                    <a:pt x="880961" y="459454"/>
                    <a:pt x="929840" y="552990"/>
                    <a:pt x="929840" y="633476"/>
                  </a:cubicBezTo>
                  <a:lnTo>
                    <a:pt x="929840" y="2621439"/>
                  </a:lnTo>
                  <a:cubicBezTo>
                    <a:pt x="930221" y="2701925"/>
                    <a:pt x="880961" y="2738977"/>
                    <a:pt x="820671" y="270411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48"/>
            <p:cNvSpPr/>
            <p:nvPr/>
          </p:nvSpPr>
          <p:spPr>
            <a:xfrm>
              <a:off x="3989621" y="1384880"/>
              <a:ext cx="929745" cy="2717215"/>
            </a:xfrm>
            <a:custGeom>
              <a:avLst/>
              <a:gdLst/>
              <a:ahLst/>
              <a:cxnLst/>
              <a:rect l="l" t="t" r="r" b="b"/>
              <a:pathLst>
                <a:path w="929745" h="2717215" extrusionOk="0">
                  <a:moveTo>
                    <a:pt x="929745" y="633449"/>
                  </a:moveTo>
                  <a:lnTo>
                    <a:pt x="929745" y="2621412"/>
                  </a:lnTo>
                  <a:cubicBezTo>
                    <a:pt x="929745" y="2701994"/>
                    <a:pt x="880961" y="2738951"/>
                    <a:pt x="820671" y="2704089"/>
                  </a:cubicBezTo>
                  <a:lnTo>
                    <a:pt x="541567" y="2542736"/>
                  </a:lnTo>
                  <a:lnTo>
                    <a:pt x="454840" y="2492539"/>
                  </a:lnTo>
                  <a:lnTo>
                    <a:pt x="109074" y="2292514"/>
                  </a:lnTo>
                  <a:cubicBezTo>
                    <a:pt x="48784" y="2257653"/>
                    <a:pt x="0" y="2164212"/>
                    <a:pt x="0" y="2083631"/>
                  </a:cubicBezTo>
                  <a:lnTo>
                    <a:pt x="0" y="95763"/>
                  </a:lnTo>
                  <a:cubicBezTo>
                    <a:pt x="0" y="15182"/>
                    <a:pt x="48784" y="-21680"/>
                    <a:pt x="109074" y="13086"/>
                  </a:cubicBezTo>
                  <a:lnTo>
                    <a:pt x="820671" y="424566"/>
                  </a:lnTo>
                  <a:cubicBezTo>
                    <a:pt x="880676" y="459428"/>
                    <a:pt x="929745" y="552868"/>
                    <a:pt x="929745" y="6334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48"/>
            <p:cNvSpPr/>
            <p:nvPr/>
          </p:nvSpPr>
          <p:spPr>
            <a:xfrm>
              <a:off x="4041162" y="1465160"/>
              <a:ext cx="826947" cy="2523815"/>
            </a:xfrm>
            <a:custGeom>
              <a:avLst/>
              <a:gdLst/>
              <a:ahLst/>
              <a:cxnLst/>
              <a:rect l="l" t="t" r="r" b="b"/>
              <a:pathLst>
                <a:path w="826947" h="2523815" extrusionOk="0">
                  <a:moveTo>
                    <a:pt x="826947" y="532977"/>
                  </a:moveTo>
                  <a:lnTo>
                    <a:pt x="826947" y="2469219"/>
                  </a:lnTo>
                  <a:cubicBezTo>
                    <a:pt x="826947" y="2517987"/>
                    <a:pt x="792808" y="2537799"/>
                    <a:pt x="750871" y="2513319"/>
                  </a:cubicBezTo>
                  <a:lnTo>
                    <a:pt x="528444" y="2384732"/>
                  </a:lnTo>
                  <a:lnTo>
                    <a:pt x="508759" y="2373397"/>
                  </a:lnTo>
                  <a:lnTo>
                    <a:pt x="502197" y="2369492"/>
                  </a:lnTo>
                  <a:lnTo>
                    <a:pt x="453889" y="2341965"/>
                  </a:lnTo>
                  <a:lnTo>
                    <a:pt x="314670" y="2261669"/>
                  </a:lnTo>
                  <a:lnTo>
                    <a:pt x="314670" y="2261669"/>
                  </a:lnTo>
                  <a:lnTo>
                    <a:pt x="256947" y="2228332"/>
                  </a:lnTo>
                  <a:lnTo>
                    <a:pt x="233744" y="2214901"/>
                  </a:lnTo>
                  <a:lnTo>
                    <a:pt x="76076" y="2123747"/>
                  </a:lnTo>
                  <a:cubicBezTo>
                    <a:pt x="33949" y="2099363"/>
                    <a:pt x="0" y="2040022"/>
                    <a:pt x="0" y="1991159"/>
                  </a:cubicBezTo>
                  <a:lnTo>
                    <a:pt x="0" y="54631"/>
                  </a:lnTo>
                  <a:cubicBezTo>
                    <a:pt x="0" y="5863"/>
                    <a:pt x="34139" y="-13949"/>
                    <a:pt x="76076" y="10435"/>
                  </a:cubicBezTo>
                  <a:lnTo>
                    <a:pt x="353659" y="171122"/>
                  </a:lnTo>
                  <a:lnTo>
                    <a:pt x="353659" y="171884"/>
                  </a:lnTo>
                  <a:cubicBezTo>
                    <a:pt x="355979" y="213822"/>
                    <a:pt x="378127" y="252141"/>
                    <a:pt x="413283" y="275040"/>
                  </a:cubicBezTo>
                  <a:cubicBezTo>
                    <a:pt x="446186" y="294090"/>
                    <a:pt x="472813" y="278564"/>
                    <a:pt x="472813" y="240654"/>
                  </a:cubicBezTo>
                  <a:cubicBezTo>
                    <a:pt x="472813" y="240654"/>
                    <a:pt x="472813" y="240083"/>
                    <a:pt x="472813" y="239797"/>
                  </a:cubicBezTo>
                  <a:lnTo>
                    <a:pt x="750681" y="400484"/>
                  </a:lnTo>
                  <a:cubicBezTo>
                    <a:pt x="792808" y="424868"/>
                    <a:pt x="826947" y="484590"/>
                    <a:pt x="826947" y="5329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48"/>
            <p:cNvSpPr/>
            <p:nvPr/>
          </p:nvSpPr>
          <p:spPr>
            <a:xfrm rot="-1790023">
              <a:off x="4443891" y="1666407"/>
              <a:ext cx="37024" cy="64039"/>
            </a:xfrm>
            <a:custGeom>
              <a:avLst/>
              <a:gdLst/>
              <a:ahLst/>
              <a:cxnLst/>
              <a:rect l="l" t="t" r="r" b="b"/>
              <a:pathLst>
                <a:path w="37023" h="64037" extrusionOk="0">
                  <a:moveTo>
                    <a:pt x="37025" y="32019"/>
                  </a:moveTo>
                  <a:cubicBezTo>
                    <a:pt x="37025" y="49703"/>
                    <a:pt x="28737" y="64038"/>
                    <a:pt x="18513" y="64038"/>
                  </a:cubicBezTo>
                  <a:cubicBezTo>
                    <a:pt x="8289" y="64038"/>
                    <a:pt x="1" y="49703"/>
                    <a:pt x="1" y="32019"/>
                  </a:cubicBezTo>
                  <a:cubicBezTo>
                    <a:pt x="1" y="14336"/>
                    <a:pt x="8289" y="1"/>
                    <a:pt x="18513" y="1"/>
                  </a:cubicBezTo>
                  <a:cubicBezTo>
                    <a:pt x="28737" y="1"/>
                    <a:pt x="37025" y="14336"/>
                    <a:pt x="37025" y="3201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48"/>
            <p:cNvSpPr/>
            <p:nvPr/>
          </p:nvSpPr>
          <p:spPr>
            <a:xfrm>
              <a:off x="4445031" y="1680263"/>
              <a:ext cx="19019" cy="24476"/>
            </a:xfrm>
            <a:custGeom>
              <a:avLst/>
              <a:gdLst/>
              <a:ahLst/>
              <a:cxnLst/>
              <a:rect l="l" t="t" r="r" b="b"/>
              <a:pathLst>
                <a:path w="19019" h="24476" extrusionOk="0">
                  <a:moveTo>
                    <a:pt x="9510" y="23170"/>
                  </a:moveTo>
                  <a:cubicBezTo>
                    <a:pt x="3927" y="19532"/>
                    <a:pt x="399" y="13445"/>
                    <a:pt x="0" y="6787"/>
                  </a:cubicBezTo>
                  <a:cubicBezTo>
                    <a:pt x="0" y="691"/>
                    <a:pt x="4279" y="-1690"/>
                    <a:pt x="9510" y="1263"/>
                  </a:cubicBezTo>
                  <a:cubicBezTo>
                    <a:pt x="15130" y="4911"/>
                    <a:pt x="18667" y="11035"/>
                    <a:pt x="19019" y="17741"/>
                  </a:cubicBezTo>
                  <a:cubicBezTo>
                    <a:pt x="18924" y="23742"/>
                    <a:pt x="14740" y="26218"/>
                    <a:pt x="9510" y="23170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48"/>
            <p:cNvSpPr/>
            <p:nvPr/>
          </p:nvSpPr>
          <p:spPr>
            <a:xfrm>
              <a:off x="4937719" y="2165784"/>
              <a:ext cx="21015" cy="115427"/>
            </a:xfrm>
            <a:custGeom>
              <a:avLst/>
              <a:gdLst/>
              <a:ahLst/>
              <a:cxnLst/>
              <a:rect l="l" t="t" r="r" b="b"/>
              <a:pathLst>
                <a:path w="21015" h="115427" extrusionOk="0">
                  <a:moveTo>
                    <a:pt x="10556" y="114102"/>
                  </a:moveTo>
                  <a:lnTo>
                    <a:pt x="10556" y="114102"/>
                  </a:lnTo>
                  <a:cubicBezTo>
                    <a:pt x="4755" y="117531"/>
                    <a:pt x="0" y="114102"/>
                    <a:pt x="0" y="106196"/>
                  </a:cubicBezTo>
                  <a:lnTo>
                    <a:pt x="0" y="21423"/>
                  </a:lnTo>
                  <a:cubicBezTo>
                    <a:pt x="124" y="13422"/>
                    <a:pt x="4042" y="5964"/>
                    <a:pt x="10556" y="1326"/>
                  </a:cubicBezTo>
                  <a:lnTo>
                    <a:pt x="10556" y="1326"/>
                  </a:lnTo>
                  <a:cubicBezTo>
                    <a:pt x="16356" y="-2103"/>
                    <a:pt x="21016" y="1326"/>
                    <a:pt x="21016" y="9231"/>
                  </a:cubicBezTo>
                  <a:lnTo>
                    <a:pt x="21016" y="94004"/>
                  </a:lnTo>
                  <a:cubicBezTo>
                    <a:pt x="20930" y="101986"/>
                    <a:pt x="17041" y="109453"/>
                    <a:pt x="10556" y="114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48"/>
            <p:cNvSpPr/>
            <p:nvPr/>
          </p:nvSpPr>
          <p:spPr>
            <a:xfrm>
              <a:off x="4937719" y="2304659"/>
              <a:ext cx="21015" cy="115427"/>
            </a:xfrm>
            <a:custGeom>
              <a:avLst/>
              <a:gdLst/>
              <a:ahLst/>
              <a:cxnLst/>
              <a:rect l="l" t="t" r="r" b="b"/>
              <a:pathLst>
                <a:path w="21015" h="115427" extrusionOk="0">
                  <a:moveTo>
                    <a:pt x="10556" y="114102"/>
                  </a:moveTo>
                  <a:lnTo>
                    <a:pt x="10556" y="114102"/>
                  </a:lnTo>
                  <a:cubicBezTo>
                    <a:pt x="4755" y="117531"/>
                    <a:pt x="0" y="114102"/>
                    <a:pt x="0" y="106196"/>
                  </a:cubicBezTo>
                  <a:lnTo>
                    <a:pt x="0" y="21423"/>
                  </a:lnTo>
                  <a:cubicBezTo>
                    <a:pt x="124" y="13423"/>
                    <a:pt x="4042" y="5964"/>
                    <a:pt x="10556" y="1326"/>
                  </a:cubicBezTo>
                  <a:lnTo>
                    <a:pt x="10556" y="1326"/>
                  </a:lnTo>
                  <a:cubicBezTo>
                    <a:pt x="16356" y="-2103"/>
                    <a:pt x="21016" y="1326"/>
                    <a:pt x="21016" y="9232"/>
                  </a:cubicBezTo>
                  <a:lnTo>
                    <a:pt x="21016" y="94004"/>
                  </a:lnTo>
                  <a:cubicBezTo>
                    <a:pt x="20930" y="101986"/>
                    <a:pt x="17041" y="109454"/>
                    <a:pt x="10556" y="114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48"/>
            <p:cNvSpPr/>
            <p:nvPr/>
          </p:nvSpPr>
          <p:spPr>
            <a:xfrm>
              <a:off x="4126748" y="1626823"/>
              <a:ext cx="636661" cy="579135"/>
            </a:xfrm>
            <a:custGeom>
              <a:avLst/>
              <a:gdLst/>
              <a:ahLst/>
              <a:cxnLst/>
              <a:rect l="l" t="t" r="r" b="b"/>
              <a:pathLst>
                <a:path w="636661" h="579135" extrusionOk="0">
                  <a:moveTo>
                    <a:pt x="607277" y="575624"/>
                  </a:moveTo>
                  <a:lnTo>
                    <a:pt x="29384" y="241392"/>
                  </a:lnTo>
                  <a:cubicBezTo>
                    <a:pt x="11231" y="228400"/>
                    <a:pt x="323" y="207540"/>
                    <a:pt x="0" y="185195"/>
                  </a:cubicBezTo>
                  <a:lnTo>
                    <a:pt x="0" y="25746"/>
                  </a:lnTo>
                  <a:cubicBezTo>
                    <a:pt x="0" y="4124"/>
                    <a:pt x="13123" y="-5877"/>
                    <a:pt x="29384" y="3553"/>
                  </a:cubicBezTo>
                  <a:lnTo>
                    <a:pt x="607277" y="337690"/>
                  </a:lnTo>
                  <a:cubicBezTo>
                    <a:pt x="625403" y="350749"/>
                    <a:pt x="636301" y="371618"/>
                    <a:pt x="636662" y="393983"/>
                  </a:cubicBezTo>
                  <a:lnTo>
                    <a:pt x="636662" y="553336"/>
                  </a:lnTo>
                  <a:cubicBezTo>
                    <a:pt x="636662" y="575053"/>
                    <a:pt x="623444" y="584959"/>
                    <a:pt x="607277" y="57562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48"/>
            <p:cNvSpPr/>
            <p:nvPr/>
          </p:nvSpPr>
          <p:spPr>
            <a:xfrm>
              <a:off x="4126748" y="1794587"/>
              <a:ext cx="81591" cy="147256"/>
            </a:xfrm>
            <a:custGeom>
              <a:avLst/>
              <a:gdLst/>
              <a:ahLst/>
              <a:cxnLst/>
              <a:rect l="l" t="t" r="r" b="b"/>
              <a:pathLst>
                <a:path w="81591" h="147256" extrusionOk="0">
                  <a:moveTo>
                    <a:pt x="0" y="0"/>
                  </a:moveTo>
                  <a:lnTo>
                    <a:pt x="0" y="147256"/>
                  </a:lnTo>
                  <a:lnTo>
                    <a:pt x="81592" y="103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48"/>
            <p:cNvSpPr/>
            <p:nvPr/>
          </p:nvSpPr>
          <p:spPr>
            <a:xfrm>
              <a:off x="4244285" y="1743629"/>
              <a:ext cx="435820" cy="297370"/>
            </a:xfrm>
            <a:custGeom>
              <a:avLst/>
              <a:gdLst/>
              <a:ahLst/>
              <a:cxnLst/>
              <a:rect l="l" t="t" r="r" b="b"/>
              <a:pathLst>
                <a:path w="435820" h="297370" extrusionOk="0">
                  <a:moveTo>
                    <a:pt x="435821" y="297371"/>
                  </a:moveTo>
                  <a:lnTo>
                    <a:pt x="0" y="45339"/>
                  </a:lnTo>
                  <a:lnTo>
                    <a:pt x="0" y="0"/>
                  </a:lnTo>
                  <a:lnTo>
                    <a:pt x="435821" y="252032"/>
                  </a:lnTo>
                  <a:lnTo>
                    <a:pt x="435821" y="297371"/>
                  </a:ln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48"/>
            <p:cNvSpPr/>
            <p:nvPr/>
          </p:nvSpPr>
          <p:spPr>
            <a:xfrm>
              <a:off x="4244285" y="1811637"/>
              <a:ext cx="215485" cy="169925"/>
            </a:xfrm>
            <a:custGeom>
              <a:avLst/>
              <a:gdLst/>
              <a:ahLst/>
              <a:cxnLst/>
              <a:rect l="l" t="t" r="r" b="b"/>
              <a:pathLst>
                <a:path w="215485" h="169925" extrusionOk="0">
                  <a:moveTo>
                    <a:pt x="215486" y="169926"/>
                  </a:moveTo>
                  <a:lnTo>
                    <a:pt x="0" y="45244"/>
                  </a:lnTo>
                  <a:lnTo>
                    <a:pt x="0" y="0"/>
                  </a:lnTo>
                  <a:lnTo>
                    <a:pt x="215486" y="124587"/>
                  </a:lnTo>
                  <a:lnTo>
                    <a:pt x="215486" y="169926"/>
                  </a:ln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5" name="Google Shape;3835;p48"/>
            <p:cNvSpPr/>
            <p:nvPr/>
          </p:nvSpPr>
          <p:spPr>
            <a:xfrm>
              <a:off x="4126748" y="2516077"/>
              <a:ext cx="479945" cy="412011"/>
            </a:xfrm>
            <a:custGeom>
              <a:avLst/>
              <a:gdLst/>
              <a:ahLst/>
              <a:cxnLst/>
              <a:rect l="l" t="t" r="r" b="b"/>
              <a:pathLst>
                <a:path w="479945" h="412011" extrusionOk="0">
                  <a:moveTo>
                    <a:pt x="450561" y="408461"/>
                  </a:moveTo>
                  <a:lnTo>
                    <a:pt x="29384" y="164906"/>
                  </a:lnTo>
                  <a:cubicBezTo>
                    <a:pt x="11231" y="151914"/>
                    <a:pt x="323" y="131054"/>
                    <a:pt x="0" y="108709"/>
                  </a:cubicBezTo>
                  <a:lnTo>
                    <a:pt x="0" y="25746"/>
                  </a:lnTo>
                  <a:cubicBezTo>
                    <a:pt x="0" y="4124"/>
                    <a:pt x="13123" y="-5877"/>
                    <a:pt x="29384" y="3553"/>
                  </a:cubicBezTo>
                  <a:lnTo>
                    <a:pt x="450561" y="247107"/>
                  </a:lnTo>
                  <a:cubicBezTo>
                    <a:pt x="468686" y="260128"/>
                    <a:pt x="479584" y="280968"/>
                    <a:pt x="479945" y="303304"/>
                  </a:cubicBezTo>
                  <a:lnTo>
                    <a:pt x="479945" y="386172"/>
                  </a:lnTo>
                  <a:cubicBezTo>
                    <a:pt x="479945" y="407889"/>
                    <a:pt x="466727" y="417890"/>
                    <a:pt x="450561" y="408461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6" name="Google Shape;3836;p48"/>
            <p:cNvSpPr/>
            <p:nvPr/>
          </p:nvSpPr>
          <p:spPr>
            <a:xfrm>
              <a:off x="4126748" y="2604593"/>
              <a:ext cx="81591" cy="147256"/>
            </a:xfrm>
            <a:custGeom>
              <a:avLst/>
              <a:gdLst/>
              <a:ahLst/>
              <a:cxnLst/>
              <a:rect l="l" t="t" r="r" b="b"/>
              <a:pathLst>
                <a:path w="81591" h="147256" extrusionOk="0">
                  <a:moveTo>
                    <a:pt x="0" y="0"/>
                  </a:moveTo>
                  <a:lnTo>
                    <a:pt x="0" y="147256"/>
                  </a:lnTo>
                  <a:lnTo>
                    <a:pt x="81592" y="103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7" name="Google Shape;3837;p48"/>
            <p:cNvSpPr/>
            <p:nvPr/>
          </p:nvSpPr>
          <p:spPr>
            <a:xfrm>
              <a:off x="4215377" y="2616119"/>
              <a:ext cx="328553" cy="235362"/>
            </a:xfrm>
            <a:custGeom>
              <a:avLst/>
              <a:gdLst/>
              <a:ahLst/>
              <a:cxnLst/>
              <a:rect l="l" t="t" r="r" b="b"/>
              <a:pathLst>
                <a:path w="328553" h="235362" extrusionOk="0">
                  <a:moveTo>
                    <a:pt x="328554" y="235363"/>
                  </a:moveTo>
                  <a:lnTo>
                    <a:pt x="0" y="45339"/>
                  </a:lnTo>
                  <a:lnTo>
                    <a:pt x="0" y="0"/>
                  </a:lnTo>
                  <a:lnTo>
                    <a:pt x="328554" y="190024"/>
                  </a:lnTo>
                  <a:lnTo>
                    <a:pt x="328554" y="235363"/>
                  </a:ln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8" name="Google Shape;3838;p48"/>
            <p:cNvSpPr/>
            <p:nvPr/>
          </p:nvSpPr>
          <p:spPr>
            <a:xfrm>
              <a:off x="4331202" y="2188583"/>
              <a:ext cx="432207" cy="461037"/>
            </a:xfrm>
            <a:custGeom>
              <a:avLst/>
              <a:gdLst/>
              <a:ahLst/>
              <a:cxnLst/>
              <a:rect l="l" t="t" r="r" b="b"/>
              <a:pathLst>
                <a:path w="432207" h="461037" extrusionOk="0">
                  <a:moveTo>
                    <a:pt x="29384" y="241512"/>
                  </a:moveTo>
                  <a:lnTo>
                    <a:pt x="402823" y="457444"/>
                  </a:lnTo>
                  <a:cubicBezTo>
                    <a:pt x="418989" y="466969"/>
                    <a:pt x="432207" y="456873"/>
                    <a:pt x="432207" y="435251"/>
                  </a:cubicBezTo>
                  <a:lnTo>
                    <a:pt x="432207" y="275517"/>
                  </a:lnTo>
                  <a:cubicBezTo>
                    <a:pt x="431856" y="253180"/>
                    <a:pt x="420958" y="232330"/>
                    <a:pt x="402823" y="219319"/>
                  </a:cubicBezTo>
                  <a:lnTo>
                    <a:pt x="29384" y="3578"/>
                  </a:lnTo>
                  <a:cubicBezTo>
                    <a:pt x="13123" y="-5947"/>
                    <a:pt x="0" y="4245"/>
                    <a:pt x="0" y="25866"/>
                  </a:cubicBezTo>
                  <a:lnTo>
                    <a:pt x="0" y="185315"/>
                  </a:lnTo>
                  <a:cubicBezTo>
                    <a:pt x="352" y="207651"/>
                    <a:pt x="11250" y="228501"/>
                    <a:pt x="29384" y="24151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9" name="Google Shape;3839;p48"/>
            <p:cNvSpPr/>
            <p:nvPr/>
          </p:nvSpPr>
          <p:spPr>
            <a:xfrm>
              <a:off x="4681723" y="2606403"/>
              <a:ext cx="81686" cy="147256"/>
            </a:xfrm>
            <a:custGeom>
              <a:avLst/>
              <a:gdLst/>
              <a:ahLst/>
              <a:cxnLst/>
              <a:rect l="l" t="t" r="r" b="b"/>
              <a:pathLst>
                <a:path w="81686" h="147256" extrusionOk="0">
                  <a:moveTo>
                    <a:pt x="81687" y="0"/>
                  </a:moveTo>
                  <a:lnTo>
                    <a:pt x="81687" y="147256"/>
                  </a:lnTo>
                  <a:lnTo>
                    <a:pt x="0" y="9430"/>
                  </a:lnTo>
                  <a:lnTo>
                    <a:pt x="81687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0" name="Google Shape;3840;p48"/>
            <p:cNvSpPr/>
            <p:nvPr/>
          </p:nvSpPr>
          <p:spPr>
            <a:xfrm>
              <a:off x="4408324" y="2282172"/>
              <a:ext cx="246676" cy="187928"/>
            </a:xfrm>
            <a:custGeom>
              <a:avLst/>
              <a:gdLst/>
              <a:ahLst/>
              <a:cxnLst/>
              <a:rect l="l" t="t" r="r" b="b"/>
              <a:pathLst>
                <a:path w="246676" h="187928" extrusionOk="0">
                  <a:moveTo>
                    <a:pt x="0" y="45244"/>
                  </a:moveTo>
                  <a:lnTo>
                    <a:pt x="246677" y="187928"/>
                  </a:lnTo>
                  <a:lnTo>
                    <a:pt x="246677" y="142589"/>
                  </a:lnTo>
                  <a:lnTo>
                    <a:pt x="0" y="0"/>
                  </a:lnTo>
                  <a:lnTo>
                    <a:pt x="0" y="452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1" name="Google Shape;3841;p48"/>
            <p:cNvSpPr/>
            <p:nvPr/>
          </p:nvSpPr>
          <p:spPr>
            <a:xfrm>
              <a:off x="4408324" y="2350085"/>
              <a:ext cx="132182" cy="121824"/>
            </a:xfrm>
            <a:custGeom>
              <a:avLst/>
              <a:gdLst/>
              <a:ahLst/>
              <a:cxnLst/>
              <a:rect l="l" t="t" r="r" b="b"/>
              <a:pathLst>
                <a:path w="132182" h="121824" extrusionOk="0">
                  <a:moveTo>
                    <a:pt x="0" y="45339"/>
                  </a:moveTo>
                  <a:lnTo>
                    <a:pt x="132182" y="121825"/>
                  </a:lnTo>
                  <a:lnTo>
                    <a:pt x="132182" y="76486"/>
                  </a:lnTo>
                  <a:lnTo>
                    <a:pt x="0" y="0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48"/>
            <p:cNvSpPr/>
            <p:nvPr/>
          </p:nvSpPr>
          <p:spPr>
            <a:xfrm>
              <a:off x="4126748" y="2914279"/>
              <a:ext cx="633238" cy="577349"/>
            </a:xfrm>
            <a:custGeom>
              <a:avLst/>
              <a:gdLst/>
              <a:ahLst/>
              <a:cxnLst/>
              <a:rect l="l" t="t" r="r" b="b"/>
              <a:pathLst>
                <a:path w="633238" h="577349" extrusionOk="0">
                  <a:moveTo>
                    <a:pt x="29384" y="241526"/>
                  </a:moveTo>
                  <a:lnTo>
                    <a:pt x="603854" y="573758"/>
                  </a:lnTo>
                  <a:cubicBezTo>
                    <a:pt x="620115" y="583283"/>
                    <a:pt x="633238" y="573187"/>
                    <a:pt x="633238" y="551470"/>
                  </a:cubicBezTo>
                  <a:lnTo>
                    <a:pt x="633238" y="392116"/>
                  </a:lnTo>
                  <a:cubicBezTo>
                    <a:pt x="632915" y="369742"/>
                    <a:pt x="622017" y="348854"/>
                    <a:pt x="603854" y="335823"/>
                  </a:cubicBezTo>
                  <a:lnTo>
                    <a:pt x="29384" y="3592"/>
                  </a:lnTo>
                  <a:cubicBezTo>
                    <a:pt x="13123" y="-5933"/>
                    <a:pt x="0" y="4163"/>
                    <a:pt x="0" y="25880"/>
                  </a:cubicBezTo>
                  <a:lnTo>
                    <a:pt x="0" y="185329"/>
                  </a:lnTo>
                  <a:cubicBezTo>
                    <a:pt x="352" y="207665"/>
                    <a:pt x="11250" y="228515"/>
                    <a:pt x="29384" y="24152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48"/>
            <p:cNvSpPr/>
            <p:nvPr/>
          </p:nvSpPr>
          <p:spPr>
            <a:xfrm>
              <a:off x="4678395" y="3448413"/>
              <a:ext cx="81591" cy="147256"/>
            </a:xfrm>
            <a:custGeom>
              <a:avLst/>
              <a:gdLst/>
              <a:ahLst/>
              <a:cxnLst/>
              <a:rect l="l" t="t" r="r" b="b"/>
              <a:pathLst>
                <a:path w="81591" h="147256" extrusionOk="0">
                  <a:moveTo>
                    <a:pt x="81591" y="0"/>
                  </a:moveTo>
                  <a:lnTo>
                    <a:pt x="81591" y="147256"/>
                  </a:lnTo>
                  <a:lnTo>
                    <a:pt x="0" y="9430"/>
                  </a:lnTo>
                  <a:lnTo>
                    <a:pt x="81591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4" name="Google Shape;3844;p48"/>
            <p:cNvSpPr/>
            <p:nvPr/>
          </p:nvSpPr>
          <p:spPr>
            <a:xfrm>
              <a:off x="4214901" y="3014168"/>
              <a:ext cx="406436" cy="280416"/>
            </a:xfrm>
            <a:custGeom>
              <a:avLst/>
              <a:gdLst/>
              <a:ahLst/>
              <a:cxnLst/>
              <a:rect l="l" t="t" r="r" b="b"/>
              <a:pathLst>
                <a:path w="406436" h="280416" extrusionOk="0">
                  <a:moveTo>
                    <a:pt x="0" y="45339"/>
                  </a:moveTo>
                  <a:lnTo>
                    <a:pt x="406437" y="280416"/>
                  </a:lnTo>
                  <a:lnTo>
                    <a:pt x="406437" y="235077"/>
                  </a:lnTo>
                  <a:lnTo>
                    <a:pt x="0" y="0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5" name="Google Shape;3845;p48"/>
            <p:cNvSpPr/>
            <p:nvPr/>
          </p:nvSpPr>
          <p:spPr>
            <a:xfrm>
              <a:off x="4214901" y="3082177"/>
              <a:ext cx="378668" cy="264318"/>
            </a:xfrm>
            <a:custGeom>
              <a:avLst/>
              <a:gdLst/>
              <a:ahLst/>
              <a:cxnLst/>
              <a:rect l="l" t="t" r="r" b="b"/>
              <a:pathLst>
                <a:path w="378668" h="264318" extrusionOk="0">
                  <a:moveTo>
                    <a:pt x="0" y="45339"/>
                  </a:moveTo>
                  <a:lnTo>
                    <a:pt x="378669" y="264319"/>
                  </a:lnTo>
                  <a:lnTo>
                    <a:pt x="378669" y="218980"/>
                  </a:lnTo>
                  <a:lnTo>
                    <a:pt x="0" y="0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6" name="Google Shape;3846;p48"/>
            <p:cNvSpPr/>
            <p:nvPr/>
          </p:nvSpPr>
          <p:spPr>
            <a:xfrm>
              <a:off x="4121803" y="3338085"/>
              <a:ext cx="646456" cy="502188"/>
            </a:xfrm>
            <a:custGeom>
              <a:avLst/>
              <a:gdLst/>
              <a:ahLst/>
              <a:cxnLst/>
              <a:rect l="l" t="t" r="r" b="b"/>
              <a:pathLst>
                <a:path w="646456" h="502188" extrusionOk="0">
                  <a:moveTo>
                    <a:pt x="612222" y="497615"/>
                  </a:moveTo>
                  <a:lnTo>
                    <a:pt x="34329" y="163287"/>
                  </a:lnTo>
                  <a:cubicBezTo>
                    <a:pt x="14093" y="150038"/>
                    <a:pt x="1350" y="127940"/>
                    <a:pt x="0" y="103756"/>
                  </a:cubicBezTo>
                  <a:lnTo>
                    <a:pt x="0" y="24508"/>
                  </a:lnTo>
                  <a:cubicBezTo>
                    <a:pt x="0" y="2601"/>
                    <a:pt x="15406" y="-6258"/>
                    <a:pt x="34329" y="4696"/>
                  </a:cubicBezTo>
                  <a:lnTo>
                    <a:pt x="612222" y="338833"/>
                  </a:lnTo>
                  <a:cubicBezTo>
                    <a:pt x="632421" y="352101"/>
                    <a:pt x="645135" y="374199"/>
                    <a:pt x="646457" y="398364"/>
                  </a:cubicBezTo>
                  <a:lnTo>
                    <a:pt x="646457" y="477612"/>
                  </a:lnTo>
                  <a:cubicBezTo>
                    <a:pt x="646457" y="499520"/>
                    <a:pt x="631051" y="508378"/>
                    <a:pt x="612222" y="497615"/>
                  </a:cubicBezTo>
                  <a:close/>
                  <a:moveTo>
                    <a:pt x="34329" y="16031"/>
                  </a:moveTo>
                  <a:cubicBezTo>
                    <a:pt x="20826" y="8220"/>
                    <a:pt x="9795" y="14507"/>
                    <a:pt x="9795" y="30128"/>
                  </a:cubicBezTo>
                  <a:lnTo>
                    <a:pt x="9795" y="109471"/>
                  </a:lnTo>
                  <a:cubicBezTo>
                    <a:pt x="10755" y="126740"/>
                    <a:pt x="19865" y="142513"/>
                    <a:pt x="34329" y="151953"/>
                  </a:cubicBezTo>
                  <a:lnTo>
                    <a:pt x="612222" y="486090"/>
                  </a:lnTo>
                  <a:cubicBezTo>
                    <a:pt x="625726" y="493900"/>
                    <a:pt x="636662" y="487614"/>
                    <a:pt x="636662" y="471993"/>
                  </a:cubicBezTo>
                  <a:lnTo>
                    <a:pt x="636662" y="392840"/>
                  </a:lnTo>
                  <a:cubicBezTo>
                    <a:pt x="635740" y="375590"/>
                    <a:pt x="626667" y="359807"/>
                    <a:pt x="612222" y="35035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7" name="Google Shape;3847;p48"/>
            <p:cNvSpPr/>
            <p:nvPr/>
          </p:nvSpPr>
          <p:spPr>
            <a:xfrm>
              <a:off x="4169160" y="3393740"/>
              <a:ext cx="9794" cy="81152"/>
            </a:xfrm>
            <a:custGeom>
              <a:avLst/>
              <a:gdLst/>
              <a:ahLst/>
              <a:cxnLst/>
              <a:rect l="l" t="t" r="r" b="b"/>
              <a:pathLst>
                <a:path w="9794" h="81152" extrusionOk="0">
                  <a:moveTo>
                    <a:pt x="9795" y="81153"/>
                  </a:moveTo>
                  <a:lnTo>
                    <a:pt x="0" y="75533"/>
                  </a:lnTo>
                  <a:lnTo>
                    <a:pt x="0" y="0"/>
                  </a:lnTo>
                  <a:lnTo>
                    <a:pt x="9795" y="5620"/>
                  </a:lnTo>
                  <a:lnTo>
                    <a:pt x="9795" y="811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8" name="Google Shape;3848;p48"/>
            <p:cNvSpPr/>
            <p:nvPr/>
          </p:nvSpPr>
          <p:spPr>
            <a:xfrm>
              <a:off x="5586458" y="2808047"/>
              <a:ext cx="658819" cy="381000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9" name="Google Shape;3849;p48"/>
            <p:cNvSpPr/>
            <p:nvPr/>
          </p:nvSpPr>
          <p:spPr>
            <a:xfrm>
              <a:off x="5921101" y="2949869"/>
              <a:ext cx="191092" cy="147874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0" name="Google Shape;3850;p48"/>
            <p:cNvSpPr/>
            <p:nvPr/>
          </p:nvSpPr>
          <p:spPr>
            <a:xfrm>
              <a:off x="5922144" y="2998547"/>
              <a:ext cx="190145" cy="99367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48"/>
            <p:cNvSpPr/>
            <p:nvPr/>
          </p:nvSpPr>
          <p:spPr>
            <a:xfrm>
              <a:off x="5725279" y="2875668"/>
              <a:ext cx="190969" cy="142446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2" name="Google Shape;3852;p48"/>
            <p:cNvSpPr/>
            <p:nvPr/>
          </p:nvSpPr>
          <p:spPr>
            <a:xfrm>
              <a:off x="5725677" y="2921300"/>
              <a:ext cx="190145" cy="99378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3" name="Google Shape;3853;p48"/>
            <p:cNvSpPr/>
            <p:nvPr/>
          </p:nvSpPr>
          <p:spPr>
            <a:xfrm>
              <a:off x="5773415" y="2020234"/>
              <a:ext cx="328490" cy="943536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48"/>
            <p:cNvSpPr/>
            <p:nvPr/>
          </p:nvSpPr>
          <p:spPr>
            <a:xfrm>
              <a:off x="5847677" y="1431875"/>
              <a:ext cx="210314" cy="204988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5" name="Google Shape;3855;p48"/>
            <p:cNvSpPr/>
            <p:nvPr/>
          </p:nvSpPr>
          <p:spPr>
            <a:xfrm>
              <a:off x="5515422" y="1497214"/>
              <a:ext cx="317332" cy="453297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6" name="Google Shape;3856;p48"/>
            <p:cNvSpPr/>
            <p:nvPr/>
          </p:nvSpPr>
          <p:spPr>
            <a:xfrm>
              <a:off x="5490085" y="1875271"/>
              <a:ext cx="151441" cy="99116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7" name="Google Shape;3857;p48"/>
            <p:cNvSpPr/>
            <p:nvPr/>
          </p:nvSpPr>
          <p:spPr>
            <a:xfrm>
              <a:off x="5494480" y="1896496"/>
              <a:ext cx="98885" cy="82426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8" name="Google Shape;3858;p48"/>
            <p:cNvSpPr/>
            <p:nvPr/>
          </p:nvSpPr>
          <p:spPr>
            <a:xfrm>
              <a:off x="5773193" y="1460583"/>
              <a:ext cx="342080" cy="688737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9" name="Google Shape;3859;p48"/>
            <p:cNvSpPr/>
            <p:nvPr/>
          </p:nvSpPr>
          <p:spPr>
            <a:xfrm>
              <a:off x="6052262" y="1601698"/>
              <a:ext cx="132559" cy="608427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48"/>
            <p:cNvSpPr/>
            <p:nvPr/>
          </p:nvSpPr>
          <p:spPr>
            <a:xfrm>
              <a:off x="5838983" y="1219006"/>
              <a:ext cx="226927" cy="276849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1" name="Google Shape;3861;p48"/>
            <p:cNvSpPr/>
            <p:nvPr/>
          </p:nvSpPr>
          <p:spPr>
            <a:xfrm>
              <a:off x="5847630" y="1194850"/>
              <a:ext cx="239905" cy="237025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2" name="Google Shape;3862;p48"/>
            <p:cNvSpPr/>
            <p:nvPr/>
          </p:nvSpPr>
          <p:spPr>
            <a:xfrm>
              <a:off x="6035307" y="1564524"/>
              <a:ext cx="148633" cy="202336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48"/>
            <p:cNvSpPr/>
            <p:nvPr/>
          </p:nvSpPr>
          <p:spPr>
            <a:xfrm>
              <a:off x="5727199" y="1461212"/>
              <a:ext cx="120770" cy="194746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4" name="Google Shape;3864;p48"/>
            <p:cNvSpPr/>
            <p:nvPr/>
          </p:nvSpPr>
          <p:spPr>
            <a:xfrm>
              <a:off x="2473900" y="4607987"/>
              <a:ext cx="657677" cy="380237"/>
            </a:xfrm>
            <a:custGeom>
              <a:avLst/>
              <a:gdLst/>
              <a:ahLst/>
              <a:cxnLst/>
              <a:rect l="l" t="t" r="r" b="b"/>
              <a:pathLst>
                <a:path w="657677" h="380237" extrusionOk="0">
                  <a:moveTo>
                    <a:pt x="657678" y="190119"/>
                  </a:moveTo>
                  <a:cubicBezTo>
                    <a:pt x="657678" y="295119"/>
                    <a:pt x="510452" y="380238"/>
                    <a:pt x="328839" y="380238"/>
                  </a:cubicBezTo>
                  <a:cubicBezTo>
                    <a:pt x="147226" y="380238"/>
                    <a:pt x="0" y="295119"/>
                    <a:pt x="0" y="190119"/>
                  </a:cubicBezTo>
                  <a:cubicBezTo>
                    <a:pt x="0" y="85119"/>
                    <a:pt x="147226" y="0"/>
                    <a:pt x="328839" y="0"/>
                  </a:cubicBezTo>
                  <a:cubicBezTo>
                    <a:pt x="510452" y="0"/>
                    <a:pt x="657678" y="85119"/>
                    <a:pt x="657678" y="190119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5" name="Google Shape;3865;p48"/>
            <p:cNvSpPr/>
            <p:nvPr/>
          </p:nvSpPr>
          <p:spPr>
            <a:xfrm>
              <a:off x="2526860" y="3374023"/>
              <a:ext cx="157580" cy="343757"/>
            </a:xfrm>
            <a:custGeom>
              <a:avLst/>
              <a:gdLst/>
              <a:ahLst/>
              <a:cxnLst/>
              <a:rect l="l" t="t" r="r" b="b"/>
              <a:pathLst>
                <a:path w="157580" h="343757" extrusionOk="0">
                  <a:moveTo>
                    <a:pt x="34717" y="0"/>
                  </a:moveTo>
                  <a:cubicBezTo>
                    <a:pt x="31009" y="32004"/>
                    <a:pt x="-7029" y="170021"/>
                    <a:pt x="1149" y="217361"/>
                  </a:cubicBezTo>
                  <a:cubicBezTo>
                    <a:pt x="9327" y="264700"/>
                    <a:pt x="139512" y="343757"/>
                    <a:pt x="139512" y="343757"/>
                  </a:cubicBezTo>
                  <a:lnTo>
                    <a:pt x="157580" y="262795"/>
                  </a:lnTo>
                  <a:lnTo>
                    <a:pt x="85403" y="192024"/>
                  </a:lnTo>
                  <a:lnTo>
                    <a:pt x="104898" y="57912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6" name="Google Shape;3866;p48"/>
            <p:cNvSpPr/>
            <p:nvPr/>
          </p:nvSpPr>
          <p:spPr>
            <a:xfrm>
              <a:off x="2548930" y="3232673"/>
              <a:ext cx="113353" cy="218341"/>
            </a:xfrm>
            <a:custGeom>
              <a:avLst/>
              <a:gdLst/>
              <a:ahLst/>
              <a:cxnLst/>
              <a:rect l="l" t="t" r="r" b="b"/>
              <a:pathLst>
                <a:path w="113353" h="218341" extrusionOk="0">
                  <a:moveTo>
                    <a:pt x="113353" y="5238"/>
                  </a:moveTo>
                  <a:cubicBezTo>
                    <a:pt x="87120" y="-6849"/>
                    <a:pt x="56006" y="2599"/>
                    <a:pt x="40891" y="27240"/>
                  </a:cubicBezTo>
                  <a:cubicBezTo>
                    <a:pt x="21872" y="59054"/>
                    <a:pt x="1807" y="168020"/>
                    <a:pt x="0" y="186689"/>
                  </a:cubicBezTo>
                  <a:cubicBezTo>
                    <a:pt x="0" y="186689"/>
                    <a:pt x="26912" y="223836"/>
                    <a:pt x="67232" y="21764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7" name="Google Shape;3867;p48"/>
            <p:cNvSpPr/>
            <p:nvPr/>
          </p:nvSpPr>
          <p:spPr>
            <a:xfrm>
              <a:off x="2798668" y="4744252"/>
              <a:ext cx="244333" cy="137739"/>
            </a:xfrm>
            <a:custGeom>
              <a:avLst/>
              <a:gdLst/>
              <a:ahLst/>
              <a:cxnLst/>
              <a:rect l="l" t="t" r="r" b="b"/>
              <a:pathLst>
                <a:path w="244333" h="137739" extrusionOk="0">
                  <a:moveTo>
                    <a:pt x="12344" y="32993"/>
                  </a:moveTo>
                  <a:cubicBezTo>
                    <a:pt x="40672" y="40842"/>
                    <a:pt x="70948" y="37175"/>
                    <a:pt x="96598" y="22802"/>
                  </a:cubicBezTo>
                  <a:cubicBezTo>
                    <a:pt x="116948" y="23468"/>
                    <a:pt x="227163" y="-23775"/>
                    <a:pt x="242093" y="15848"/>
                  </a:cubicBezTo>
                  <a:cubicBezTo>
                    <a:pt x="255216" y="50615"/>
                    <a:pt x="207479" y="82523"/>
                    <a:pt x="181993" y="89001"/>
                  </a:cubicBezTo>
                  <a:cubicBezTo>
                    <a:pt x="126363" y="102431"/>
                    <a:pt x="85186" y="130244"/>
                    <a:pt x="62839" y="135006"/>
                  </a:cubicBezTo>
                  <a:cubicBezTo>
                    <a:pt x="46197" y="138530"/>
                    <a:pt x="24801" y="140817"/>
                    <a:pt x="11297" y="127672"/>
                  </a:cubicBezTo>
                  <a:cubicBezTo>
                    <a:pt x="-4583" y="111956"/>
                    <a:pt x="-3252" y="53472"/>
                    <a:pt x="12344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8" name="Google Shape;3868;p48"/>
            <p:cNvSpPr/>
            <p:nvPr/>
          </p:nvSpPr>
          <p:spPr>
            <a:xfrm>
              <a:off x="2802738" y="4767054"/>
              <a:ext cx="240222" cy="115414"/>
            </a:xfrm>
            <a:custGeom>
              <a:avLst/>
              <a:gdLst/>
              <a:ahLst/>
              <a:cxnLst/>
              <a:rect l="l" t="t" r="r" b="b"/>
              <a:pathLst>
                <a:path w="240222" h="115414" extrusionOk="0">
                  <a:moveTo>
                    <a:pt x="58769" y="102584"/>
                  </a:moveTo>
                  <a:cubicBezTo>
                    <a:pt x="81116" y="97822"/>
                    <a:pt x="122292" y="70009"/>
                    <a:pt x="177923" y="56579"/>
                  </a:cubicBezTo>
                  <a:cubicBezTo>
                    <a:pt x="199319" y="51340"/>
                    <a:pt x="236121" y="28004"/>
                    <a:pt x="239830" y="0"/>
                  </a:cubicBezTo>
                  <a:cubicBezTo>
                    <a:pt x="244775" y="32004"/>
                    <a:pt x="201792" y="60388"/>
                    <a:pt x="177923" y="66675"/>
                  </a:cubicBezTo>
                  <a:cubicBezTo>
                    <a:pt x="122292" y="80105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227" y="105346"/>
                  </a:cubicBezTo>
                  <a:cubicBezTo>
                    <a:pt x="3793" y="101575"/>
                    <a:pt x="1314" y="97041"/>
                    <a:pt x="0" y="92107"/>
                  </a:cubicBezTo>
                  <a:cubicBezTo>
                    <a:pt x="16840" y="104699"/>
                    <a:pt x="38626" y="108575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9" name="Google Shape;3869;p48"/>
            <p:cNvSpPr/>
            <p:nvPr/>
          </p:nvSpPr>
          <p:spPr>
            <a:xfrm>
              <a:off x="2619879" y="4663861"/>
              <a:ext cx="244438" cy="137739"/>
            </a:xfrm>
            <a:custGeom>
              <a:avLst/>
              <a:gdLst/>
              <a:ahLst/>
              <a:cxnLst/>
              <a:rect l="l" t="t" r="r" b="b"/>
              <a:pathLst>
                <a:path w="244438" h="137739" extrusionOk="0">
                  <a:moveTo>
                    <a:pt x="12449" y="32993"/>
                  </a:moveTo>
                  <a:cubicBezTo>
                    <a:pt x="40778" y="40842"/>
                    <a:pt x="71053" y="37175"/>
                    <a:pt x="96703" y="22802"/>
                  </a:cubicBezTo>
                  <a:cubicBezTo>
                    <a:pt x="116959" y="23468"/>
                    <a:pt x="227174" y="-23775"/>
                    <a:pt x="242199" y="15848"/>
                  </a:cubicBezTo>
                  <a:cubicBezTo>
                    <a:pt x="255322" y="50615"/>
                    <a:pt x="207584" y="82523"/>
                    <a:pt x="182099" y="89001"/>
                  </a:cubicBezTo>
                  <a:cubicBezTo>
                    <a:pt x="126468" y="102526"/>
                    <a:pt x="85197" y="130244"/>
                    <a:pt x="62849" y="135006"/>
                  </a:cubicBezTo>
                  <a:cubicBezTo>
                    <a:pt x="46208" y="138530"/>
                    <a:pt x="24811" y="140817"/>
                    <a:pt x="11403" y="127672"/>
                  </a:cubicBezTo>
                  <a:cubicBezTo>
                    <a:pt x="-4573" y="111956"/>
                    <a:pt x="-3337" y="53758"/>
                    <a:pt x="12449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0" name="Google Shape;3870;p48"/>
            <p:cNvSpPr/>
            <p:nvPr/>
          </p:nvSpPr>
          <p:spPr>
            <a:xfrm>
              <a:off x="2624340" y="4686663"/>
              <a:ext cx="240317" cy="115414"/>
            </a:xfrm>
            <a:custGeom>
              <a:avLst/>
              <a:gdLst/>
              <a:ahLst/>
              <a:cxnLst/>
              <a:rect l="l" t="t" r="r" b="b"/>
              <a:pathLst>
                <a:path w="240317" h="115414" extrusionOk="0">
                  <a:moveTo>
                    <a:pt x="58769" y="102584"/>
                  </a:moveTo>
                  <a:cubicBezTo>
                    <a:pt x="81116" y="97822"/>
                    <a:pt x="122387" y="70009"/>
                    <a:pt x="178018" y="56579"/>
                  </a:cubicBezTo>
                  <a:cubicBezTo>
                    <a:pt x="199319" y="51340"/>
                    <a:pt x="236216" y="28004"/>
                    <a:pt x="239925" y="0"/>
                  </a:cubicBezTo>
                  <a:cubicBezTo>
                    <a:pt x="244870" y="32004"/>
                    <a:pt x="201887" y="60388"/>
                    <a:pt x="178018" y="66675"/>
                  </a:cubicBezTo>
                  <a:cubicBezTo>
                    <a:pt x="122387" y="80201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322" y="105346"/>
                  </a:cubicBezTo>
                  <a:cubicBezTo>
                    <a:pt x="3892" y="101556"/>
                    <a:pt x="1386" y="97031"/>
                    <a:pt x="0" y="92107"/>
                  </a:cubicBezTo>
                  <a:cubicBezTo>
                    <a:pt x="16840" y="104699"/>
                    <a:pt x="38626" y="108576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1" name="Google Shape;3871;p48"/>
            <p:cNvSpPr/>
            <p:nvPr/>
          </p:nvSpPr>
          <p:spPr>
            <a:xfrm>
              <a:off x="2619947" y="3772263"/>
              <a:ext cx="357956" cy="1010624"/>
            </a:xfrm>
            <a:custGeom>
              <a:avLst/>
              <a:gdLst/>
              <a:ahLst/>
              <a:cxnLst/>
              <a:rect l="l" t="t" r="r" b="b"/>
              <a:pathLst>
                <a:path w="357956" h="1010624" extrusionOk="0">
                  <a:moveTo>
                    <a:pt x="10194" y="624745"/>
                  </a:moveTo>
                  <a:cubicBezTo>
                    <a:pt x="14905" y="583749"/>
                    <a:pt x="23405" y="543287"/>
                    <a:pt x="35584" y="503872"/>
                  </a:cubicBezTo>
                  <a:cubicBezTo>
                    <a:pt x="35584" y="503872"/>
                    <a:pt x="28071" y="399574"/>
                    <a:pt x="24268" y="300609"/>
                  </a:cubicBezTo>
                  <a:cubicBezTo>
                    <a:pt x="19893" y="188404"/>
                    <a:pt x="-19001" y="89630"/>
                    <a:pt x="11715" y="0"/>
                  </a:cubicBezTo>
                  <a:lnTo>
                    <a:pt x="357956" y="77057"/>
                  </a:lnTo>
                  <a:cubicBezTo>
                    <a:pt x="357956" y="77057"/>
                    <a:pt x="337035" y="524732"/>
                    <a:pt x="332376" y="578739"/>
                  </a:cubicBezTo>
                  <a:cubicBezTo>
                    <a:pt x="329842" y="620897"/>
                    <a:pt x="324665" y="662864"/>
                    <a:pt x="316875" y="704374"/>
                  </a:cubicBezTo>
                  <a:cubicBezTo>
                    <a:pt x="301090" y="791242"/>
                    <a:pt x="275414" y="997839"/>
                    <a:pt x="275414" y="997839"/>
                  </a:cubicBezTo>
                  <a:cubicBezTo>
                    <a:pt x="238897" y="1019175"/>
                    <a:pt x="190874" y="1007364"/>
                    <a:pt x="190874" y="1007364"/>
                  </a:cubicBezTo>
                  <a:cubicBezTo>
                    <a:pt x="190874" y="1007364"/>
                    <a:pt x="193537" y="745998"/>
                    <a:pt x="195914" y="683514"/>
                  </a:cubicBezTo>
                  <a:cubicBezTo>
                    <a:pt x="198767" y="607314"/>
                    <a:pt x="201049" y="612934"/>
                    <a:pt x="201049" y="612934"/>
                  </a:cubicBezTo>
                  <a:lnTo>
                    <a:pt x="189638" y="422434"/>
                  </a:lnTo>
                  <a:lnTo>
                    <a:pt x="182221" y="327755"/>
                  </a:lnTo>
                  <a:cubicBezTo>
                    <a:pt x="182221" y="327755"/>
                    <a:pt x="172711" y="397288"/>
                    <a:pt x="166435" y="459391"/>
                  </a:cubicBezTo>
                  <a:cubicBezTo>
                    <a:pt x="160919" y="513493"/>
                    <a:pt x="147416" y="562451"/>
                    <a:pt x="133342" y="663226"/>
                  </a:cubicBezTo>
                  <a:cubicBezTo>
                    <a:pt x="120694" y="750665"/>
                    <a:pt x="100154" y="926306"/>
                    <a:pt x="100154" y="926306"/>
                  </a:cubicBezTo>
                  <a:cubicBezTo>
                    <a:pt x="63637" y="947547"/>
                    <a:pt x="13997" y="929926"/>
                    <a:pt x="13997" y="929926"/>
                  </a:cubicBezTo>
                  <a:cubicBezTo>
                    <a:pt x="13997" y="929926"/>
                    <a:pt x="304" y="700564"/>
                    <a:pt x="10194" y="62474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2" name="Google Shape;3872;p48"/>
            <p:cNvSpPr/>
            <p:nvPr/>
          </p:nvSpPr>
          <p:spPr>
            <a:xfrm>
              <a:off x="2665909" y="2943080"/>
              <a:ext cx="259735" cy="415919"/>
            </a:xfrm>
            <a:custGeom>
              <a:avLst/>
              <a:gdLst/>
              <a:ahLst/>
              <a:cxnLst/>
              <a:rect l="l" t="t" r="r" b="b"/>
              <a:pathLst>
                <a:path w="259735" h="415919" extrusionOk="0">
                  <a:moveTo>
                    <a:pt x="14728" y="296735"/>
                  </a:moveTo>
                  <a:cubicBezTo>
                    <a:pt x="41069" y="298068"/>
                    <a:pt x="60659" y="304831"/>
                    <a:pt x="63892" y="296735"/>
                  </a:cubicBezTo>
                  <a:cubicBezTo>
                    <a:pt x="66746" y="283124"/>
                    <a:pt x="68778" y="269351"/>
                    <a:pt x="69978" y="255492"/>
                  </a:cubicBezTo>
                  <a:cubicBezTo>
                    <a:pt x="66935" y="247776"/>
                    <a:pt x="64272" y="239585"/>
                    <a:pt x="64272" y="239585"/>
                  </a:cubicBezTo>
                  <a:cubicBezTo>
                    <a:pt x="31274" y="219201"/>
                    <a:pt x="20814" y="183388"/>
                    <a:pt x="16725" y="141763"/>
                  </a:cubicBezTo>
                  <a:cubicBezTo>
                    <a:pt x="9307" y="70516"/>
                    <a:pt x="47726" y="8413"/>
                    <a:pt x="118857" y="698"/>
                  </a:cubicBezTo>
                  <a:cubicBezTo>
                    <a:pt x="185424" y="-6350"/>
                    <a:pt x="234968" y="40798"/>
                    <a:pt x="248091" y="105473"/>
                  </a:cubicBezTo>
                  <a:cubicBezTo>
                    <a:pt x="255128" y="137382"/>
                    <a:pt x="269202" y="197675"/>
                    <a:pt x="250183" y="250158"/>
                  </a:cubicBezTo>
                  <a:cubicBezTo>
                    <a:pt x="239533" y="279495"/>
                    <a:pt x="225839" y="302831"/>
                    <a:pt x="212145" y="307308"/>
                  </a:cubicBezTo>
                  <a:cubicBezTo>
                    <a:pt x="198902" y="306889"/>
                    <a:pt x="185695" y="305708"/>
                    <a:pt x="172586" y="303784"/>
                  </a:cubicBezTo>
                  <a:lnTo>
                    <a:pt x="172586" y="303784"/>
                  </a:lnTo>
                  <a:cubicBezTo>
                    <a:pt x="172586" y="303784"/>
                    <a:pt x="169067" y="323500"/>
                    <a:pt x="166595" y="336264"/>
                  </a:cubicBezTo>
                  <a:cubicBezTo>
                    <a:pt x="164122" y="349027"/>
                    <a:pt x="165168" y="355314"/>
                    <a:pt x="190368" y="371221"/>
                  </a:cubicBezTo>
                  <a:cubicBezTo>
                    <a:pt x="215569" y="387127"/>
                    <a:pt x="152330" y="418846"/>
                    <a:pt x="110774" y="415702"/>
                  </a:cubicBezTo>
                  <a:cubicBezTo>
                    <a:pt x="69217" y="412559"/>
                    <a:pt x="22716" y="387127"/>
                    <a:pt x="9878" y="360648"/>
                  </a:cubicBezTo>
                  <a:cubicBezTo>
                    <a:pt x="-4577" y="331120"/>
                    <a:pt x="-3340" y="295878"/>
                    <a:pt x="14728" y="2967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3" name="Google Shape;3873;p48"/>
            <p:cNvSpPr/>
            <p:nvPr/>
          </p:nvSpPr>
          <p:spPr>
            <a:xfrm>
              <a:off x="2581088" y="3237593"/>
              <a:ext cx="399004" cy="661684"/>
            </a:xfrm>
            <a:custGeom>
              <a:avLst/>
              <a:gdLst/>
              <a:ahLst/>
              <a:cxnLst/>
              <a:rect l="l" t="t" r="r" b="b"/>
              <a:pathLst>
                <a:path w="399004" h="661684" extrusionOk="0">
                  <a:moveTo>
                    <a:pt x="137586" y="6128"/>
                  </a:moveTo>
                  <a:cubicBezTo>
                    <a:pt x="130359" y="24416"/>
                    <a:pt x="148903" y="46704"/>
                    <a:pt x="198352" y="62230"/>
                  </a:cubicBezTo>
                  <a:cubicBezTo>
                    <a:pt x="247801" y="77756"/>
                    <a:pt x="252271" y="57753"/>
                    <a:pt x="252271" y="57753"/>
                  </a:cubicBezTo>
                  <a:cubicBezTo>
                    <a:pt x="252271" y="57753"/>
                    <a:pt x="324733" y="90900"/>
                    <a:pt x="348317" y="107379"/>
                  </a:cubicBezTo>
                  <a:cubicBezTo>
                    <a:pt x="378082" y="128143"/>
                    <a:pt x="391205" y="188341"/>
                    <a:pt x="395199" y="289878"/>
                  </a:cubicBezTo>
                  <a:cubicBezTo>
                    <a:pt x="399859" y="407321"/>
                    <a:pt x="400239" y="581628"/>
                    <a:pt x="396340" y="611727"/>
                  </a:cubicBezTo>
                  <a:cubicBezTo>
                    <a:pt x="396340" y="611727"/>
                    <a:pt x="340900" y="667068"/>
                    <a:pt x="269864" y="661257"/>
                  </a:cubicBezTo>
                  <a:cubicBezTo>
                    <a:pt x="198827" y="655447"/>
                    <a:pt x="79673" y="592487"/>
                    <a:pt x="50479" y="543909"/>
                  </a:cubicBezTo>
                  <a:cubicBezTo>
                    <a:pt x="51240" y="440849"/>
                    <a:pt x="63317" y="424085"/>
                    <a:pt x="46675" y="364744"/>
                  </a:cubicBezTo>
                  <a:cubicBezTo>
                    <a:pt x="8637" y="228918"/>
                    <a:pt x="-11523" y="173292"/>
                    <a:pt x="6925" y="82995"/>
                  </a:cubicBezTo>
                  <a:cubicBezTo>
                    <a:pt x="22236" y="8604"/>
                    <a:pt x="43632" y="-635"/>
                    <a:pt x="73492" y="32"/>
                  </a:cubicBezTo>
                  <a:cubicBezTo>
                    <a:pt x="94947" y="956"/>
                    <a:pt x="116341" y="2985"/>
                    <a:pt x="137586" y="612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4" name="Google Shape;3874;p48"/>
            <p:cNvSpPr/>
            <p:nvPr/>
          </p:nvSpPr>
          <p:spPr>
            <a:xfrm>
              <a:off x="2863826" y="3320377"/>
              <a:ext cx="503069" cy="394810"/>
            </a:xfrm>
            <a:custGeom>
              <a:avLst/>
              <a:gdLst/>
              <a:ahLst/>
              <a:cxnLst/>
              <a:rect l="l" t="t" r="r" b="b"/>
              <a:pathLst>
                <a:path w="503069" h="394810" extrusionOk="0">
                  <a:moveTo>
                    <a:pt x="224008" y="304248"/>
                  </a:moveTo>
                  <a:cubicBezTo>
                    <a:pt x="165809" y="318917"/>
                    <a:pt x="152116" y="282150"/>
                    <a:pt x="144413" y="251670"/>
                  </a:cubicBezTo>
                  <a:cubicBezTo>
                    <a:pt x="125965" y="177852"/>
                    <a:pt x="115884" y="111272"/>
                    <a:pt x="102096" y="69362"/>
                  </a:cubicBezTo>
                  <a:cubicBezTo>
                    <a:pt x="85834" y="20022"/>
                    <a:pt x="68812" y="12212"/>
                    <a:pt x="45039" y="2687"/>
                  </a:cubicBezTo>
                  <a:cubicBezTo>
                    <a:pt x="16510" y="-8553"/>
                    <a:pt x="-7264" y="15260"/>
                    <a:pt x="2056" y="78125"/>
                  </a:cubicBezTo>
                  <a:cubicBezTo>
                    <a:pt x="13182" y="152420"/>
                    <a:pt x="27731" y="204617"/>
                    <a:pt x="55404" y="292628"/>
                  </a:cubicBezTo>
                  <a:cubicBezTo>
                    <a:pt x="62726" y="315583"/>
                    <a:pt x="78988" y="356350"/>
                    <a:pt x="102952" y="376067"/>
                  </a:cubicBezTo>
                  <a:cubicBezTo>
                    <a:pt x="133002" y="400451"/>
                    <a:pt x="178267" y="399403"/>
                    <a:pt x="246735" y="382353"/>
                  </a:cubicBezTo>
                  <a:cubicBezTo>
                    <a:pt x="275929" y="375019"/>
                    <a:pt x="307977" y="357588"/>
                    <a:pt x="363227" y="331776"/>
                  </a:cubicBezTo>
                  <a:cubicBezTo>
                    <a:pt x="378252" y="324822"/>
                    <a:pt x="389853" y="320060"/>
                    <a:pt x="418382" y="306725"/>
                  </a:cubicBezTo>
                  <a:cubicBezTo>
                    <a:pt x="446972" y="293856"/>
                    <a:pt x="472030" y="274245"/>
                    <a:pt x="491415" y="249575"/>
                  </a:cubicBezTo>
                  <a:cubicBezTo>
                    <a:pt x="506345" y="227953"/>
                    <a:pt x="503682" y="214142"/>
                    <a:pt x="500925" y="209284"/>
                  </a:cubicBezTo>
                  <a:cubicBezTo>
                    <a:pt x="498167" y="204426"/>
                    <a:pt x="494934" y="208046"/>
                    <a:pt x="486946" y="217095"/>
                  </a:cubicBezTo>
                  <a:cubicBezTo>
                    <a:pt x="475446" y="232497"/>
                    <a:pt x="461234" y="245670"/>
                    <a:pt x="445009" y="255956"/>
                  </a:cubicBezTo>
                  <a:cubicBezTo>
                    <a:pt x="445009" y="255956"/>
                    <a:pt x="463457" y="236906"/>
                    <a:pt x="473537" y="224524"/>
                  </a:cubicBezTo>
                  <a:cubicBezTo>
                    <a:pt x="482455" y="213561"/>
                    <a:pt x="489875" y="201445"/>
                    <a:pt x="495599" y="188520"/>
                  </a:cubicBezTo>
                  <a:cubicBezTo>
                    <a:pt x="500829" y="175851"/>
                    <a:pt x="489989" y="158706"/>
                    <a:pt x="481715" y="167755"/>
                  </a:cubicBezTo>
                  <a:cubicBezTo>
                    <a:pt x="473442" y="176804"/>
                    <a:pt x="469543" y="185853"/>
                    <a:pt x="454518" y="203950"/>
                  </a:cubicBezTo>
                  <a:cubicBezTo>
                    <a:pt x="446394" y="213542"/>
                    <a:pt x="437170" y="222143"/>
                    <a:pt x="427036" y="229572"/>
                  </a:cubicBezTo>
                  <a:cubicBezTo>
                    <a:pt x="436376" y="216895"/>
                    <a:pt x="444676" y="203483"/>
                    <a:pt x="451855" y="189472"/>
                  </a:cubicBezTo>
                  <a:cubicBezTo>
                    <a:pt x="461365" y="169946"/>
                    <a:pt x="429508" y="179947"/>
                    <a:pt x="411250" y="198997"/>
                  </a:cubicBezTo>
                  <a:cubicBezTo>
                    <a:pt x="397937" y="212808"/>
                    <a:pt x="386620" y="220809"/>
                    <a:pt x="386240" y="216999"/>
                  </a:cubicBezTo>
                  <a:cubicBezTo>
                    <a:pt x="385860" y="213189"/>
                    <a:pt x="359994" y="241097"/>
                    <a:pt x="346775" y="255099"/>
                  </a:cubicBezTo>
                  <a:cubicBezTo>
                    <a:pt x="333557" y="269101"/>
                    <a:pt x="279448" y="290246"/>
                    <a:pt x="224008" y="30424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5" name="Google Shape;3875;p48"/>
            <p:cNvSpPr/>
            <p:nvPr/>
          </p:nvSpPr>
          <p:spPr>
            <a:xfrm>
              <a:off x="2845723" y="3311820"/>
              <a:ext cx="154147" cy="225876"/>
            </a:xfrm>
            <a:custGeom>
              <a:avLst/>
              <a:gdLst/>
              <a:ahLst/>
              <a:cxnLst/>
              <a:rect l="l" t="t" r="r" b="b"/>
              <a:pathLst>
                <a:path w="154147" h="225876" extrusionOk="0">
                  <a:moveTo>
                    <a:pt x="41365" y="1052"/>
                  </a:moveTo>
                  <a:cubicBezTo>
                    <a:pt x="80259" y="-4758"/>
                    <a:pt x="107931" y="12768"/>
                    <a:pt x="124954" y="71823"/>
                  </a:cubicBezTo>
                  <a:cubicBezTo>
                    <a:pt x="141976" y="130878"/>
                    <a:pt x="154148" y="179360"/>
                    <a:pt x="154148" y="179360"/>
                  </a:cubicBezTo>
                  <a:cubicBezTo>
                    <a:pt x="138761" y="201611"/>
                    <a:pt x="115453" y="217117"/>
                    <a:pt x="89008" y="222699"/>
                  </a:cubicBezTo>
                  <a:cubicBezTo>
                    <a:pt x="42411" y="233939"/>
                    <a:pt x="25674" y="211745"/>
                    <a:pt x="25674" y="211745"/>
                  </a:cubicBezTo>
                  <a:cubicBezTo>
                    <a:pt x="25674" y="211745"/>
                    <a:pt x="12741" y="149833"/>
                    <a:pt x="4753" y="107732"/>
                  </a:cubicBezTo>
                  <a:cubicBezTo>
                    <a:pt x="-3235" y="65632"/>
                    <a:pt x="-6753" y="8101"/>
                    <a:pt x="41365" y="10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6" name="Google Shape;3876;p48"/>
            <p:cNvSpPr/>
            <p:nvPr/>
          </p:nvSpPr>
          <p:spPr>
            <a:xfrm>
              <a:off x="2673955" y="2924805"/>
              <a:ext cx="251532" cy="277898"/>
            </a:xfrm>
            <a:custGeom>
              <a:avLst/>
              <a:gdLst/>
              <a:ahLst/>
              <a:cxnLst/>
              <a:rect l="l" t="t" r="r" b="b"/>
              <a:pathLst>
                <a:path w="251532" h="277898" extrusionOk="0">
                  <a:moveTo>
                    <a:pt x="237382" y="114605"/>
                  </a:moveTo>
                  <a:cubicBezTo>
                    <a:pt x="237382" y="114605"/>
                    <a:pt x="298814" y="20974"/>
                    <a:pt x="165681" y="1924"/>
                  </a:cubicBezTo>
                  <a:cubicBezTo>
                    <a:pt x="69635" y="-11792"/>
                    <a:pt x="7918" y="50025"/>
                    <a:pt x="786" y="117081"/>
                  </a:cubicBezTo>
                  <a:cubicBezTo>
                    <a:pt x="-6061" y="181185"/>
                    <a:pt x="33308" y="247669"/>
                    <a:pt x="61837" y="274149"/>
                  </a:cubicBezTo>
                  <a:cubicBezTo>
                    <a:pt x="75721" y="279102"/>
                    <a:pt x="105581" y="281959"/>
                    <a:pt x="144855" y="264052"/>
                  </a:cubicBezTo>
                  <a:cubicBezTo>
                    <a:pt x="146420" y="246602"/>
                    <a:pt x="147024" y="229086"/>
                    <a:pt x="146662" y="211569"/>
                  </a:cubicBezTo>
                  <a:cubicBezTo>
                    <a:pt x="146662" y="211569"/>
                    <a:pt x="99875" y="112890"/>
                    <a:pt x="237382" y="11460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7" name="Google Shape;3877;p48"/>
            <p:cNvSpPr/>
            <p:nvPr/>
          </p:nvSpPr>
          <p:spPr>
            <a:xfrm>
              <a:off x="3214730" y="3494025"/>
              <a:ext cx="76119" cy="66973"/>
            </a:xfrm>
            <a:custGeom>
              <a:avLst/>
              <a:gdLst/>
              <a:ahLst/>
              <a:cxnLst/>
              <a:rect l="l" t="t" r="r" b="b"/>
              <a:pathLst>
                <a:path w="76119" h="66973" extrusionOk="0">
                  <a:moveTo>
                    <a:pt x="8709" y="56972"/>
                  </a:moveTo>
                  <a:cubicBezTo>
                    <a:pt x="8709" y="56972"/>
                    <a:pt x="-6411" y="29445"/>
                    <a:pt x="3194" y="22587"/>
                  </a:cubicBezTo>
                  <a:cubicBezTo>
                    <a:pt x="12798" y="15729"/>
                    <a:pt x="26492" y="41637"/>
                    <a:pt x="29250" y="51638"/>
                  </a:cubicBezTo>
                  <a:cubicBezTo>
                    <a:pt x="32008" y="61639"/>
                    <a:pt x="28204" y="48590"/>
                    <a:pt x="28204" y="48590"/>
                  </a:cubicBezTo>
                  <a:cubicBezTo>
                    <a:pt x="28204" y="48590"/>
                    <a:pt x="17838" y="17443"/>
                    <a:pt x="24590" y="11442"/>
                  </a:cubicBezTo>
                  <a:cubicBezTo>
                    <a:pt x="31342" y="5442"/>
                    <a:pt x="40376" y="18777"/>
                    <a:pt x="49410" y="38303"/>
                  </a:cubicBezTo>
                  <a:cubicBezTo>
                    <a:pt x="58444" y="57829"/>
                    <a:pt x="51597" y="36684"/>
                    <a:pt x="51597" y="36684"/>
                  </a:cubicBezTo>
                  <a:cubicBezTo>
                    <a:pt x="51597" y="36684"/>
                    <a:pt x="36667" y="5442"/>
                    <a:pt x="43039" y="1060"/>
                  </a:cubicBezTo>
                  <a:cubicBezTo>
                    <a:pt x="51597" y="-4655"/>
                    <a:pt x="65671" y="13823"/>
                    <a:pt x="74040" y="30492"/>
                  </a:cubicBezTo>
                  <a:cubicBezTo>
                    <a:pt x="82408" y="47161"/>
                    <a:pt x="62818" y="66973"/>
                    <a:pt x="62818" y="6697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78" name="Google Shape;3878;p48"/>
            <p:cNvGrpSpPr/>
            <p:nvPr/>
          </p:nvGrpSpPr>
          <p:grpSpPr>
            <a:xfrm>
              <a:off x="3192914" y="3470000"/>
              <a:ext cx="220130" cy="132120"/>
              <a:chOff x="4865564" y="4292025"/>
              <a:chExt cx="220130" cy="132120"/>
            </a:xfrm>
          </p:grpSpPr>
          <p:sp>
            <p:nvSpPr>
              <p:cNvPr id="3879" name="Google Shape;3879;p48"/>
              <p:cNvSpPr/>
              <p:nvPr/>
            </p:nvSpPr>
            <p:spPr>
              <a:xfrm>
                <a:off x="4866015" y="4297264"/>
                <a:ext cx="219679" cy="126881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6881" extrusionOk="0">
                    <a:moveTo>
                      <a:pt x="59268" y="125002"/>
                    </a:moveTo>
                    <a:lnTo>
                      <a:pt x="3257" y="92332"/>
                    </a:lnTo>
                    <a:cubicBezTo>
                      <a:pt x="-1593" y="89569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7907" y="124240"/>
                    </a:lnTo>
                    <a:cubicBezTo>
                      <a:pt x="72174" y="127469"/>
                      <a:pt x="65245" y="127755"/>
                      <a:pt x="59268" y="125002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0" name="Google Shape;3880;p48"/>
              <p:cNvSpPr/>
              <p:nvPr/>
            </p:nvSpPr>
            <p:spPr>
              <a:xfrm>
                <a:off x="4865564" y="4379690"/>
                <a:ext cx="6086" cy="5238"/>
              </a:xfrm>
              <a:custGeom>
                <a:avLst/>
                <a:gdLst/>
                <a:ahLst/>
                <a:cxnLst/>
                <a:rect l="l" t="t" r="r" b="b"/>
                <a:pathLst>
                  <a:path w="6086" h="5238" extrusionOk="0">
                    <a:moveTo>
                      <a:pt x="0" y="5239"/>
                    </a:moveTo>
                    <a:lnTo>
                      <a:pt x="0" y="0"/>
                    </a:lnTo>
                    <a:lnTo>
                      <a:pt x="6086" y="2286"/>
                    </a:lnTo>
                    <a:lnTo>
                      <a:pt x="0" y="5239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1" name="Google Shape;3881;p48"/>
              <p:cNvSpPr/>
              <p:nvPr/>
            </p:nvSpPr>
            <p:spPr>
              <a:xfrm>
                <a:off x="5080003" y="4331398"/>
                <a:ext cx="4849" cy="4953"/>
              </a:xfrm>
              <a:custGeom>
                <a:avLst/>
                <a:gdLst/>
                <a:ahLst/>
                <a:cxnLst/>
                <a:rect l="l" t="t" r="r" b="b"/>
                <a:pathLst>
                  <a:path w="4849" h="4953" extrusionOk="0">
                    <a:moveTo>
                      <a:pt x="4850" y="4953"/>
                    </a:moveTo>
                    <a:lnTo>
                      <a:pt x="4850" y="0"/>
                    </a:lnTo>
                    <a:lnTo>
                      <a:pt x="0" y="3048"/>
                    </a:lnTo>
                    <a:lnTo>
                      <a:pt x="4850" y="4953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2" name="Google Shape;3882;p48"/>
              <p:cNvSpPr/>
              <p:nvPr/>
            </p:nvSpPr>
            <p:spPr>
              <a:xfrm>
                <a:off x="4866015" y="4293038"/>
                <a:ext cx="219203" cy="126874"/>
              </a:xfrm>
              <a:custGeom>
                <a:avLst/>
                <a:gdLst/>
                <a:ahLst/>
                <a:cxnLst/>
                <a:rect l="l" t="t" r="r" b="b"/>
                <a:pathLst>
                  <a:path w="219203" h="126874" extrusionOk="0">
                    <a:moveTo>
                      <a:pt x="59268" y="124847"/>
                    </a:moveTo>
                    <a:lnTo>
                      <a:pt x="3257" y="92177"/>
                    </a:lnTo>
                    <a:cubicBezTo>
                      <a:pt x="-1593" y="89414"/>
                      <a:pt x="-927" y="84556"/>
                      <a:pt x="4589" y="81413"/>
                    </a:cubicBezTo>
                    <a:lnTo>
                      <a:pt x="140480" y="2737"/>
                    </a:lnTo>
                    <a:cubicBezTo>
                      <a:pt x="146312" y="-626"/>
                      <a:pt x="153417" y="-902"/>
                      <a:pt x="159499" y="1975"/>
                    </a:cubicBezTo>
                    <a:lnTo>
                      <a:pt x="215985" y="34646"/>
                    </a:lnTo>
                    <a:cubicBezTo>
                      <a:pt x="220740" y="37408"/>
                      <a:pt x="220169" y="42170"/>
                      <a:pt x="214654" y="45409"/>
                    </a:cubicBezTo>
                    <a:lnTo>
                      <a:pt x="78287" y="124276"/>
                    </a:lnTo>
                    <a:cubicBezTo>
                      <a:pt x="72411" y="127524"/>
                      <a:pt x="65330" y="127743"/>
                      <a:pt x="59268" y="124847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3" name="Google Shape;3883;p48"/>
              <p:cNvSpPr/>
              <p:nvPr/>
            </p:nvSpPr>
            <p:spPr>
              <a:xfrm rot="-1790023">
                <a:off x="4877359" y="4403357"/>
                <a:ext cx="1145" cy="2102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2102" extrusionOk="0">
                    <a:moveTo>
                      <a:pt x="1145" y="1053"/>
                    </a:moveTo>
                    <a:cubicBezTo>
                      <a:pt x="1145" y="1634"/>
                      <a:pt x="889" y="2104"/>
                      <a:pt x="573" y="2104"/>
                    </a:cubicBezTo>
                    <a:cubicBezTo>
                      <a:pt x="257" y="2104"/>
                      <a:pt x="0" y="1633"/>
                      <a:pt x="0" y="1053"/>
                    </a:cubicBezTo>
                    <a:cubicBezTo>
                      <a:pt x="0" y="472"/>
                      <a:pt x="257" y="2"/>
                      <a:pt x="573" y="2"/>
                    </a:cubicBezTo>
                    <a:cubicBezTo>
                      <a:pt x="889" y="2"/>
                      <a:pt x="1145" y="472"/>
                      <a:pt x="1145" y="105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4" name="Google Shape;3884;p48"/>
              <p:cNvSpPr/>
              <p:nvPr/>
            </p:nvSpPr>
            <p:spPr>
              <a:xfrm rot="-1801764">
                <a:off x="4877140" y="439153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5" name="Google Shape;3885;p48"/>
              <p:cNvSpPr/>
              <p:nvPr/>
            </p:nvSpPr>
            <p:spPr>
              <a:xfrm rot="-1801764">
                <a:off x="4879874" y="4393221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6" name="Google Shape;3886;p48"/>
              <p:cNvSpPr/>
              <p:nvPr/>
            </p:nvSpPr>
            <p:spPr>
              <a:xfrm rot="-1801764">
                <a:off x="4882642" y="439468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7" name="Google Shape;3887;p48"/>
              <p:cNvSpPr/>
              <p:nvPr/>
            </p:nvSpPr>
            <p:spPr>
              <a:xfrm rot="-1801764">
                <a:off x="4905957" y="4408254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8" name="Google Shape;3888;p48"/>
              <p:cNvSpPr/>
              <p:nvPr/>
            </p:nvSpPr>
            <p:spPr>
              <a:xfrm rot="-1801764">
                <a:off x="4908679" y="4409799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9" name="Google Shape;3889;p48"/>
              <p:cNvSpPr/>
              <p:nvPr/>
            </p:nvSpPr>
            <p:spPr>
              <a:xfrm rot="-1801764">
                <a:off x="4911365" y="4411405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0" name="Google Shape;3890;p48"/>
              <p:cNvSpPr/>
              <p:nvPr/>
            </p:nvSpPr>
            <p:spPr>
              <a:xfrm rot="-1801764">
                <a:off x="4914086" y="4412950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1" name="Google Shape;3891;p48"/>
              <p:cNvSpPr/>
              <p:nvPr/>
            </p:nvSpPr>
            <p:spPr>
              <a:xfrm>
                <a:off x="4890288" y="4399104"/>
                <a:ext cx="9224" cy="6794"/>
              </a:xfrm>
              <a:custGeom>
                <a:avLst/>
                <a:gdLst/>
                <a:ahLst/>
                <a:cxnLst/>
                <a:rect l="l" t="t" r="r" b="b"/>
                <a:pathLst>
                  <a:path w="9224" h="6794" extrusionOk="0">
                    <a:moveTo>
                      <a:pt x="8368" y="6684"/>
                    </a:moveTo>
                    <a:lnTo>
                      <a:pt x="856" y="2398"/>
                    </a:lnTo>
                    <a:cubicBezTo>
                      <a:pt x="322" y="1989"/>
                      <a:pt x="8" y="1360"/>
                      <a:pt x="0" y="684"/>
                    </a:cubicBezTo>
                    <a:lnTo>
                      <a:pt x="0" y="684"/>
                    </a:lnTo>
                    <a:cubicBezTo>
                      <a:pt x="0" y="112"/>
                      <a:pt x="0" y="-174"/>
                      <a:pt x="856" y="112"/>
                    </a:cubicBezTo>
                    <a:lnTo>
                      <a:pt x="8368" y="4398"/>
                    </a:lnTo>
                    <a:cubicBezTo>
                      <a:pt x="8898" y="4770"/>
                      <a:pt x="9217" y="5370"/>
                      <a:pt x="9224" y="6018"/>
                    </a:cubicBezTo>
                    <a:lnTo>
                      <a:pt x="9224" y="6018"/>
                    </a:lnTo>
                    <a:cubicBezTo>
                      <a:pt x="9224" y="6684"/>
                      <a:pt x="8844" y="6970"/>
                      <a:pt x="8368" y="668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2" name="Google Shape;3892;p48"/>
              <p:cNvSpPr/>
              <p:nvPr/>
            </p:nvSpPr>
            <p:spPr>
              <a:xfrm>
                <a:off x="5060033" y="4346638"/>
                <a:ext cx="8558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8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0" y="6096"/>
                      <a:pt x="0" y="5525"/>
                    </a:cubicBezTo>
                    <a:lnTo>
                      <a:pt x="0" y="5525"/>
                    </a:lnTo>
                    <a:cubicBezTo>
                      <a:pt x="38" y="4934"/>
                      <a:pt x="312" y="4381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54" y="1191"/>
                      <a:pt x="8230" y="1772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3" name="Google Shape;3893;p48"/>
              <p:cNvSpPr/>
              <p:nvPr/>
            </p:nvSpPr>
            <p:spPr>
              <a:xfrm>
                <a:off x="5049382" y="4352829"/>
                <a:ext cx="8559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9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1" y="6096"/>
                      <a:pt x="1" y="5525"/>
                    </a:cubicBezTo>
                    <a:lnTo>
                      <a:pt x="1" y="5525"/>
                    </a:lnTo>
                    <a:cubicBezTo>
                      <a:pt x="-16" y="4924"/>
                      <a:pt x="270" y="4353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37" y="1191"/>
                      <a:pt x="8218" y="1753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4" name="Google Shape;3894;p48"/>
              <p:cNvSpPr/>
              <p:nvPr/>
            </p:nvSpPr>
            <p:spPr>
              <a:xfrm>
                <a:off x="4866015" y="4292025"/>
                <a:ext cx="219679" cy="127142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7142" extrusionOk="0">
                    <a:moveTo>
                      <a:pt x="59268" y="125097"/>
                    </a:moveTo>
                    <a:lnTo>
                      <a:pt x="3257" y="92427"/>
                    </a:lnTo>
                    <a:cubicBezTo>
                      <a:pt x="-1593" y="89664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8763" y="124240"/>
                    </a:lnTo>
                    <a:cubicBezTo>
                      <a:pt x="72819" y="127784"/>
                      <a:pt x="65499" y="128098"/>
                      <a:pt x="59268" y="125097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5" name="Google Shape;3895;p48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6" name="Google Shape;3896;p48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7" name="Google Shape;3897;p48"/>
              <p:cNvSpPr/>
              <p:nvPr/>
            </p:nvSpPr>
            <p:spPr>
              <a:xfrm>
                <a:off x="5044723" y="4311872"/>
                <a:ext cx="5135" cy="2857"/>
              </a:xfrm>
              <a:custGeom>
                <a:avLst/>
                <a:gdLst/>
                <a:ahLst/>
                <a:cxnLst/>
                <a:rect l="l" t="t" r="r" b="b"/>
                <a:pathLst>
                  <a:path w="5135" h="2857" extrusionOk="0">
                    <a:moveTo>
                      <a:pt x="5135" y="1429"/>
                    </a:moveTo>
                    <a:cubicBezTo>
                      <a:pt x="5135" y="2218"/>
                      <a:pt x="3986" y="2857"/>
                      <a:pt x="2568" y="2857"/>
                    </a:cubicBezTo>
                    <a:cubicBezTo>
                      <a:pt x="1150" y="2857"/>
                      <a:pt x="0" y="2218"/>
                      <a:pt x="0" y="1429"/>
                    </a:cubicBezTo>
                    <a:cubicBezTo>
                      <a:pt x="0" y="640"/>
                      <a:pt x="1150" y="0"/>
                      <a:pt x="2568" y="0"/>
                    </a:cubicBezTo>
                    <a:cubicBezTo>
                      <a:pt x="3986" y="0"/>
                      <a:pt x="5135" y="640"/>
                      <a:pt x="5135" y="142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8" name="Google Shape;3898;p48"/>
              <p:cNvSpPr/>
              <p:nvPr/>
            </p:nvSpPr>
            <p:spPr>
              <a:xfrm>
                <a:off x="5046530" y="4312698"/>
                <a:ext cx="1521" cy="1221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221" extrusionOk="0">
                    <a:moveTo>
                      <a:pt x="0" y="1079"/>
                    </a:moveTo>
                    <a:cubicBezTo>
                      <a:pt x="0" y="1079"/>
                      <a:pt x="0" y="412"/>
                      <a:pt x="0" y="221"/>
                    </a:cubicBezTo>
                    <a:cubicBezTo>
                      <a:pt x="465" y="-74"/>
                      <a:pt x="1056" y="-74"/>
                      <a:pt x="1522" y="221"/>
                    </a:cubicBezTo>
                    <a:cubicBezTo>
                      <a:pt x="1522" y="221"/>
                      <a:pt x="1522" y="793"/>
                      <a:pt x="1522" y="1079"/>
                    </a:cubicBezTo>
                    <a:cubicBezTo>
                      <a:pt x="1033" y="1269"/>
                      <a:pt x="489" y="1269"/>
                      <a:pt x="0" y="1079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99" name="Google Shape;3899;p48"/>
            <p:cNvSpPr/>
            <p:nvPr/>
          </p:nvSpPr>
          <p:spPr>
            <a:xfrm>
              <a:off x="3239891" y="3511325"/>
              <a:ext cx="129087" cy="107584"/>
            </a:xfrm>
            <a:custGeom>
              <a:avLst/>
              <a:gdLst/>
              <a:ahLst/>
              <a:cxnLst/>
              <a:rect l="l" t="t" r="r" b="b"/>
              <a:pathLst>
                <a:path w="129087" h="107584" extrusionOk="0">
                  <a:moveTo>
                    <a:pt x="100516" y="75867"/>
                  </a:moveTo>
                  <a:cubicBezTo>
                    <a:pt x="100516" y="75867"/>
                    <a:pt x="130375" y="48911"/>
                    <a:pt x="129044" y="13192"/>
                  </a:cubicBezTo>
                  <a:cubicBezTo>
                    <a:pt x="127237" y="-11668"/>
                    <a:pt x="112212" y="6239"/>
                    <a:pt x="112212" y="6239"/>
                  </a:cubicBezTo>
                  <a:lnTo>
                    <a:pt x="97092" y="33671"/>
                  </a:lnTo>
                  <a:cubicBezTo>
                    <a:pt x="89594" y="43806"/>
                    <a:pt x="79821" y="52026"/>
                    <a:pt x="68564" y="57674"/>
                  </a:cubicBezTo>
                  <a:cubicBezTo>
                    <a:pt x="57968" y="58693"/>
                    <a:pt x="47431" y="60255"/>
                    <a:pt x="36992" y="62341"/>
                  </a:cubicBezTo>
                  <a:cubicBezTo>
                    <a:pt x="18448" y="65961"/>
                    <a:pt x="0" y="89202"/>
                    <a:pt x="0" y="89202"/>
                  </a:cubicBezTo>
                  <a:lnTo>
                    <a:pt x="23298" y="1075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0" name="Google Shape;3900;p48"/>
            <p:cNvSpPr/>
            <p:nvPr/>
          </p:nvSpPr>
          <p:spPr>
            <a:xfrm>
              <a:off x="2547598" y="1999349"/>
              <a:ext cx="711585" cy="787458"/>
            </a:xfrm>
            <a:custGeom>
              <a:avLst/>
              <a:gdLst/>
              <a:ahLst/>
              <a:cxnLst/>
              <a:rect l="l" t="t" r="r" b="b"/>
              <a:pathLst>
                <a:path w="711585" h="787458" extrusionOk="0">
                  <a:moveTo>
                    <a:pt x="654254" y="325496"/>
                  </a:moveTo>
                  <a:lnTo>
                    <a:pt x="104510" y="7551"/>
                  </a:lnTo>
                  <a:cubicBezTo>
                    <a:pt x="93809" y="169"/>
                    <a:pt x="80334" y="-1936"/>
                    <a:pt x="67898" y="1836"/>
                  </a:cubicBezTo>
                  <a:lnTo>
                    <a:pt x="67898" y="1836"/>
                  </a:lnTo>
                  <a:cubicBezTo>
                    <a:pt x="65551" y="2808"/>
                    <a:pt x="63345" y="4093"/>
                    <a:pt x="61336" y="5646"/>
                  </a:cubicBezTo>
                  <a:lnTo>
                    <a:pt x="0" y="40793"/>
                  </a:lnTo>
                  <a:lnTo>
                    <a:pt x="47548" y="96705"/>
                  </a:lnTo>
                  <a:lnTo>
                    <a:pt x="47548" y="326258"/>
                  </a:lnTo>
                  <a:cubicBezTo>
                    <a:pt x="49713" y="366529"/>
                    <a:pt x="70903" y="403353"/>
                    <a:pt x="104605" y="425413"/>
                  </a:cubicBezTo>
                  <a:lnTo>
                    <a:pt x="275776" y="533140"/>
                  </a:lnTo>
                  <a:lnTo>
                    <a:pt x="322277" y="639916"/>
                  </a:lnTo>
                  <a:lnTo>
                    <a:pt x="273303" y="723069"/>
                  </a:lnTo>
                  <a:lnTo>
                    <a:pt x="341487" y="684016"/>
                  </a:lnTo>
                  <a:lnTo>
                    <a:pt x="406246" y="608674"/>
                  </a:lnTo>
                  <a:lnTo>
                    <a:pt x="612888" y="720783"/>
                  </a:lnTo>
                  <a:lnTo>
                    <a:pt x="624014" y="787458"/>
                  </a:lnTo>
                  <a:lnTo>
                    <a:pt x="693624" y="747644"/>
                  </a:lnTo>
                  <a:lnTo>
                    <a:pt x="695526" y="746500"/>
                  </a:lnTo>
                  <a:lnTo>
                    <a:pt x="696191" y="746500"/>
                  </a:lnTo>
                  <a:lnTo>
                    <a:pt x="696191" y="746500"/>
                  </a:lnTo>
                  <a:cubicBezTo>
                    <a:pt x="706983" y="737785"/>
                    <a:pt x="712695" y="724231"/>
                    <a:pt x="711407" y="710401"/>
                  </a:cubicBezTo>
                  <a:lnTo>
                    <a:pt x="711407" y="424651"/>
                  </a:lnTo>
                  <a:cubicBezTo>
                    <a:pt x="709219" y="384370"/>
                    <a:pt x="687992" y="347536"/>
                    <a:pt x="654254" y="325496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1" name="Google Shape;3901;p48"/>
            <p:cNvSpPr/>
            <p:nvPr/>
          </p:nvSpPr>
          <p:spPr>
            <a:xfrm>
              <a:off x="2526963" y="2038199"/>
              <a:ext cx="663763" cy="751441"/>
            </a:xfrm>
            <a:custGeom>
              <a:avLst/>
              <a:gdLst/>
              <a:ahLst/>
              <a:cxnLst/>
              <a:rect l="l" t="t" r="r" b="b"/>
              <a:pathLst>
                <a:path w="663763" h="751441" extrusionOk="0">
                  <a:moveTo>
                    <a:pt x="606802" y="325697"/>
                  </a:moveTo>
                  <a:lnTo>
                    <a:pt x="57057" y="7848"/>
                  </a:lnTo>
                  <a:cubicBezTo>
                    <a:pt x="25485" y="-10440"/>
                    <a:pt x="0" y="4324"/>
                    <a:pt x="0" y="40805"/>
                  </a:cubicBezTo>
                  <a:lnTo>
                    <a:pt x="0" y="326555"/>
                  </a:lnTo>
                  <a:cubicBezTo>
                    <a:pt x="2165" y="366826"/>
                    <a:pt x="23356" y="403650"/>
                    <a:pt x="57057" y="425710"/>
                  </a:cubicBezTo>
                  <a:lnTo>
                    <a:pt x="228228" y="533533"/>
                  </a:lnTo>
                  <a:lnTo>
                    <a:pt x="293939" y="684314"/>
                  </a:lnTo>
                  <a:lnTo>
                    <a:pt x="358699" y="608971"/>
                  </a:lnTo>
                  <a:lnTo>
                    <a:pt x="606707" y="743654"/>
                  </a:lnTo>
                  <a:cubicBezTo>
                    <a:pt x="638278" y="761847"/>
                    <a:pt x="663764" y="747083"/>
                    <a:pt x="663764" y="710603"/>
                  </a:cubicBezTo>
                  <a:lnTo>
                    <a:pt x="663764" y="424853"/>
                  </a:lnTo>
                  <a:cubicBezTo>
                    <a:pt x="661621" y="384600"/>
                    <a:pt x="640468" y="347776"/>
                    <a:pt x="606802" y="325697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2" name="Google Shape;3902;p48"/>
            <p:cNvSpPr/>
            <p:nvPr/>
          </p:nvSpPr>
          <p:spPr>
            <a:xfrm>
              <a:off x="5660632" y="225896"/>
              <a:ext cx="713014" cy="789165"/>
            </a:xfrm>
            <a:custGeom>
              <a:avLst/>
              <a:gdLst/>
              <a:ahLst/>
              <a:cxnLst/>
              <a:rect l="l" t="t" r="r" b="b"/>
              <a:pathLst>
                <a:path w="713014" h="789165" extrusionOk="0">
                  <a:moveTo>
                    <a:pt x="655586" y="326155"/>
                  </a:moveTo>
                  <a:lnTo>
                    <a:pt x="104700" y="7639"/>
                  </a:lnTo>
                  <a:cubicBezTo>
                    <a:pt x="93992" y="191"/>
                    <a:pt x="80470" y="-1949"/>
                    <a:pt x="67993" y="1829"/>
                  </a:cubicBezTo>
                  <a:lnTo>
                    <a:pt x="67993" y="1829"/>
                  </a:lnTo>
                  <a:cubicBezTo>
                    <a:pt x="65625" y="2760"/>
                    <a:pt x="63419" y="4045"/>
                    <a:pt x="61432" y="5639"/>
                  </a:cubicBezTo>
                  <a:lnTo>
                    <a:pt x="0" y="40882"/>
                  </a:lnTo>
                  <a:lnTo>
                    <a:pt x="47548" y="96793"/>
                  </a:lnTo>
                  <a:lnTo>
                    <a:pt x="47548" y="326917"/>
                  </a:lnTo>
                  <a:cubicBezTo>
                    <a:pt x="49697" y="367241"/>
                    <a:pt x="70884" y="404130"/>
                    <a:pt x="104605" y="426263"/>
                  </a:cubicBezTo>
                  <a:lnTo>
                    <a:pt x="276252" y="534277"/>
                  </a:lnTo>
                  <a:lnTo>
                    <a:pt x="322848" y="641242"/>
                  </a:lnTo>
                  <a:lnTo>
                    <a:pt x="273874" y="724586"/>
                  </a:lnTo>
                  <a:lnTo>
                    <a:pt x="342248" y="685629"/>
                  </a:lnTo>
                  <a:lnTo>
                    <a:pt x="407102" y="610096"/>
                  </a:lnTo>
                  <a:lnTo>
                    <a:pt x="614029" y="722491"/>
                  </a:lnTo>
                  <a:lnTo>
                    <a:pt x="625250" y="789166"/>
                  </a:lnTo>
                  <a:lnTo>
                    <a:pt x="694955" y="749161"/>
                  </a:lnTo>
                  <a:lnTo>
                    <a:pt x="696857" y="748113"/>
                  </a:lnTo>
                  <a:lnTo>
                    <a:pt x="697523" y="748113"/>
                  </a:lnTo>
                  <a:lnTo>
                    <a:pt x="697523" y="748113"/>
                  </a:lnTo>
                  <a:cubicBezTo>
                    <a:pt x="708373" y="739436"/>
                    <a:pt x="714136" y="725863"/>
                    <a:pt x="712833" y="712013"/>
                  </a:cubicBezTo>
                  <a:lnTo>
                    <a:pt x="712833" y="426263"/>
                  </a:lnTo>
                  <a:cubicBezTo>
                    <a:pt x="710874" y="385631"/>
                    <a:pt x="689592" y="348402"/>
                    <a:pt x="655586" y="326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3" name="Google Shape;3903;p48"/>
            <p:cNvSpPr/>
            <p:nvPr/>
          </p:nvSpPr>
          <p:spPr>
            <a:xfrm>
              <a:off x="5639997" y="264856"/>
              <a:ext cx="665000" cy="752811"/>
            </a:xfrm>
            <a:custGeom>
              <a:avLst/>
              <a:gdLst/>
              <a:ahLst/>
              <a:cxnLst/>
              <a:rect l="l" t="t" r="r" b="b"/>
              <a:pathLst>
                <a:path w="665000" h="752811" extrusionOk="0">
                  <a:moveTo>
                    <a:pt x="607848" y="326342"/>
                  </a:moveTo>
                  <a:lnTo>
                    <a:pt x="57057" y="7826"/>
                  </a:lnTo>
                  <a:cubicBezTo>
                    <a:pt x="25485" y="-10462"/>
                    <a:pt x="0" y="4397"/>
                    <a:pt x="0" y="40973"/>
                  </a:cubicBezTo>
                  <a:lnTo>
                    <a:pt x="0" y="326723"/>
                  </a:lnTo>
                  <a:cubicBezTo>
                    <a:pt x="2149" y="367046"/>
                    <a:pt x="23336" y="403936"/>
                    <a:pt x="57057" y="426069"/>
                  </a:cubicBezTo>
                  <a:lnTo>
                    <a:pt x="228799" y="534464"/>
                  </a:lnTo>
                  <a:lnTo>
                    <a:pt x="294700" y="685625"/>
                  </a:lnTo>
                  <a:lnTo>
                    <a:pt x="359555" y="610092"/>
                  </a:lnTo>
                  <a:lnTo>
                    <a:pt x="607943" y="744966"/>
                  </a:lnTo>
                  <a:cubicBezTo>
                    <a:pt x="639610" y="763254"/>
                    <a:pt x="665000" y="748490"/>
                    <a:pt x="665000" y="711914"/>
                  </a:cubicBezTo>
                  <a:lnTo>
                    <a:pt x="665000" y="426164"/>
                  </a:lnTo>
                  <a:cubicBezTo>
                    <a:pt x="662994" y="385648"/>
                    <a:pt x="641749" y="348541"/>
                    <a:pt x="607848" y="3263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4" name="Google Shape;3904;p48"/>
            <p:cNvSpPr/>
            <p:nvPr/>
          </p:nvSpPr>
          <p:spPr>
            <a:xfrm rot="-1801764">
              <a:off x="5761046" y="473959"/>
              <a:ext cx="64417" cy="111724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5" y="55912"/>
                  </a:moveTo>
                  <a:cubicBezTo>
                    <a:pt x="64475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5" y="25033"/>
                    <a:pt x="64475" y="559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5" name="Google Shape;3905;p48"/>
            <p:cNvSpPr/>
            <p:nvPr/>
          </p:nvSpPr>
          <p:spPr>
            <a:xfrm rot="-1790023">
              <a:off x="5938028" y="569955"/>
              <a:ext cx="64698" cy="112212"/>
            </a:xfrm>
            <a:custGeom>
              <a:avLst/>
              <a:gdLst/>
              <a:ahLst/>
              <a:cxnLst/>
              <a:rect l="l" t="t" r="r" b="b"/>
              <a:pathLst>
                <a:path w="64696" h="112208" extrusionOk="0">
                  <a:moveTo>
                    <a:pt x="64698" y="56104"/>
                  </a:moveTo>
                  <a:cubicBezTo>
                    <a:pt x="64698" y="87090"/>
                    <a:pt x="50215" y="112209"/>
                    <a:pt x="32350" y="112209"/>
                  </a:cubicBezTo>
                  <a:cubicBezTo>
                    <a:pt x="14484" y="112209"/>
                    <a:pt x="1" y="87090"/>
                    <a:pt x="1" y="56104"/>
                  </a:cubicBezTo>
                  <a:cubicBezTo>
                    <a:pt x="1" y="25119"/>
                    <a:pt x="14484" y="0"/>
                    <a:pt x="32350" y="0"/>
                  </a:cubicBezTo>
                  <a:cubicBezTo>
                    <a:pt x="50215" y="0"/>
                    <a:pt x="64698" y="25119"/>
                    <a:pt x="64698" y="56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6" name="Google Shape;3906;p48"/>
            <p:cNvSpPr/>
            <p:nvPr/>
          </p:nvSpPr>
          <p:spPr>
            <a:xfrm rot="-1801764">
              <a:off x="6087772" y="663001"/>
              <a:ext cx="64417" cy="111724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4" y="55912"/>
                  </a:moveTo>
                  <a:cubicBezTo>
                    <a:pt x="64474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4" y="25033"/>
                    <a:pt x="64474" y="559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7" name="Google Shape;3907;p48"/>
            <p:cNvSpPr/>
            <p:nvPr/>
          </p:nvSpPr>
          <p:spPr>
            <a:xfrm>
              <a:off x="5152444" y="952333"/>
              <a:ext cx="216911" cy="289327"/>
            </a:xfrm>
            <a:custGeom>
              <a:avLst/>
              <a:gdLst/>
              <a:ahLst/>
              <a:cxnLst/>
              <a:rect l="l" t="t" r="r" b="b"/>
              <a:pathLst>
                <a:path w="216911" h="289327" extrusionOk="0">
                  <a:moveTo>
                    <a:pt x="216912" y="195983"/>
                  </a:moveTo>
                  <a:cubicBezTo>
                    <a:pt x="216912" y="129308"/>
                    <a:pt x="170030" y="47678"/>
                    <a:pt x="112307" y="14246"/>
                  </a:cubicBezTo>
                  <a:cubicBezTo>
                    <a:pt x="81496" y="-3566"/>
                    <a:pt x="53919" y="-4042"/>
                    <a:pt x="34805" y="9293"/>
                  </a:cubicBezTo>
                  <a:lnTo>
                    <a:pt x="0" y="29009"/>
                  </a:lnTo>
                  <a:lnTo>
                    <a:pt x="14835" y="34915"/>
                  </a:lnTo>
                  <a:cubicBezTo>
                    <a:pt x="9738" y="47589"/>
                    <a:pt x="7246" y="61163"/>
                    <a:pt x="7512" y="74825"/>
                  </a:cubicBezTo>
                  <a:cubicBezTo>
                    <a:pt x="7512" y="141500"/>
                    <a:pt x="54394" y="223034"/>
                    <a:pt x="112117" y="256562"/>
                  </a:cubicBezTo>
                  <a:cubicBezTo>
                    <a:pt x="121018" y="261857"/>
                    <a:pt x="130623" y="265858"/>
                    <a:pt x="140645" y="268468"/>
                  </a:cubicBezTo>
                  <a:lnTo>
                    <a:pt x="140645" y="289328"/>
                  </a:lnTo>
                  <a:lnTo>
                    <a:pt x="185530" y="263991"/>
                  </a:lnTo>
                  <a:lnTo>
                    <a:pt x="185530" y="263991"/>
                  </a:lnTo>
                  <a:lnTo>
                    <a:pt x="185530" y="263991"/>
                  </a:lnTo>
                  <a:cubicBezTo>
                    <a:pt x="205310" y="252656"/>
                    <a:pt x="216912" y="229225"/>
                    <a:pt x="216912" y="195983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8" name="Google Shape;3908;p48"/>
            <p:cNvSpPr/>
            <p:nvPr/>
          </p:nvSpPr>
          <p:spPr>
            <a:xfrm rot="-1801764">
              <a:off x="5140687" y="961623"/>
              <a:ext cx="170828" cy="296534"/>
            </a:xfrm>
            <a:custGeom>
              <a:avLst/>
              <a:gdLst/>
              <a:ahLst/>
              <a:cxnLst/>
              <a:rect l="l" t="t" r="r" b="b"/>
              <a:pathLst>
                <a:path w="170980" h="296798" extrusionOk="0">
                  <a:moveTo>
                    <a:pt x="170981" y="148399"/>
                  </a:moveTo>
                  <a:cubicBezTo>
                    <a:pt x="170981" y="230358"/>
                    <a:pt x="132706" y="296799"/>
                    <a:pt x="85491" y="296799"/>
                  </a:cubicBezTo>
                  <a:cubicBezTo>
                    <a:pt x="38276" y="296799"/>
                    <a:pt x="0" y="230358"/>
                    <a:pt x="0" y="148399"/>
                  </a:cubicBezTo>
                  <a:cubicBezTo>
                    <a:pt x="0" y="66441"/>
                    <a:pt x="38276" y="0"/>
                    <a:pt x="85491" y="0"/>
                  </a:cubicBezTo>
                  <a:cubicBezTo>
                    <a:pt x="132706" y="0"/>
                    <a:pt x="170981" y="66441"/>
                    <a:pt x="170981" y="1483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9" name="Google Shape;3909;p48"/>
            <p:cNvSpPr/>
            <p:nvPr/>
          </p:nvSpPr>
          <p:spPr>
            <a:xfrm rot="-1801764">
              <a:off x="5172664" y="1037752"/>
              <a:ext cx="24322" cy="42252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0" name="Google Shape;3910;p48"/>
            <p:cNvSpPr/>
            <p:nvPr/>
          </p:nvSpPr>
          <p:spPr>
            <a:xfrm rot="-1801764">
              <a:off x="5253882" y="1084610"/>
              <a:ext cx="24322" cy="42252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1" name="Google Shape;3911;p48"/>
            <p:cNvSpPr/>
            <p:nvPr/>
          </p:nvSpPr>
          <p:spPr>
            <a:xfrm>
              <a:off x="5184871" y="1123551"/>
              <a:ext cx="85015" cy="59542"/>
            </a:xfrm>
            <a:custGeom>
              <a:avLst/>
              <a:gdLst/>
              <a:ahLst/>
              <a:cxnLst/>
              <a:rect l="l" t="t" r="r" b="b"/>
              <a:pathLst>
                <a:path w="85015" h="59542" extrusionOk="0">
                  <a:moveTo>
                    <a:pt x="0" y="0"/>
                  </a:moveTo>
                  <a:cubicBezTo>
                    <a:pt x="0" y="0"/>
                    <a:pt x="13694" y="37528"/>
                    <a:pt x="41272" y="53435"/>
                  </a:cubicBezTo>
                  <a:cubicBezTo>
                    <a:pt x="68849" y="69342"/>
                    <a:pt x="85015" y="49149"/>
                    <a:pt x="85015" y="49149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2" name="Google Shape;3912;p48"/>
            <p:cNvSpPr/>
            <p:nvPr/>
          </p:nvSpPr>
          <p:spPr>
            <a:xfrm>
              <a:off x="3424090" y="2990832"/>
              <a:ext cx="59149" cy="186880"/>
            </a:xfrm>
            <a:custGeom>
              <a:avLst/>
              <a:gdLst/>
              <a:ahLst/>
              <a:cxnLst/>
              <a:rect l="l" t="t" r="r" b="b"/>
              <a:pathLst>
                <a:path w="59149" h="186880" extrusionOk="0">
                  <a:moveTo>
                    <a:pt x="0" y="152591"/>
                  </a:moveTo>
                  <a:lnTo>
                    <a:pt x="59149" y="186881"/>
                  </a:lnTo>
                  <a:lnTo>
                    <a:pt x="59149" y="34195"/>
                  </a:lnTo>
                  <a:lnTo>
                    <a:pt x="0" y="0"/>
                  </a:lnTo>
                  <a:lnTo>
                    <a:pt x="0" y="152591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3" name="Google Shape;3913;p48"/>
            <p:cNvSpPr/>
            <p:nvPr/>
          </p:nvSpPr>
          <p:spPr>
            <a:xfrm>
              <a:off x="3424090" y="2963209"/>
              <a:ext cx="109454" cy="62007"/>
            </a:xfrm>
            <a:custGeom>
              <a:avLst/>
              <a:gdLst/>
              <a:ahLst/>
              <a:cxnLst/>
              <a:rect l="l" t="t" r="r" b="b"/>
              <a:pathLst>
                <a:path w="109454" h="62007" extrusionOk="0">
                  <a:moveTo>
                    <a:pt x="59149" y="62008"/>
                  </a:moveTo>
                  <a:lnTo>
                    <a:pt x="0" y="27718"/>
                  </a:lnTo>
                  <a:lnTo>
                    <a:pt x="47928" y="0"/>
                  </a:lnTo>
                  <a:lnTo>
                    <a:pt x="109455" y="34480"/>
                  </a:lnTo>
                  <a:lnTo>
                    <a:pt x="59149" y="62008"/>
                  </a:lnTo>
                  <a:close/>
                </a:path>
              </a:pathLst>
            </a:custGeom>
            <a:solidFill>
              <a:srgbClr val="70B6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4" name="Google Shape;3914;p48"/>
            <p:cNvSpPr/>
            <p:nvPr/>
          </p:nvSpPr>
          <p:spPr>
            <a:xfrm>
              <a:off x="3532974" y="2965813"/>
              <a:ext cx="174947" cy="282184"/>
            </a:xfrm>
            <a:custGeom>
              <a:avLst/>
              <a:gdLst/>
              <a:ahLst/>
              <a:cxnLst/>
              <a:rect l="l" t="t" r="r" b="b"/>
              <a:pathLst>
                <a:path w="174947" h="282184" extrusionOk="0">
                  <a:moveTo>
                    <a:pt x="174880" y="168275"/>
                  </a:moveTo>
                  <a:cubicBezTo>
                    <a:pt x="174376" y="153645"/>
                    <a:pt x="166502" y="140272"/>
                    <a:pt x="153959" y="132747"/>
                  </a:cubicBezTo>
                  <a:lnTo>
                    <a:pt x="84635" y="92646"/>
                  </a:lnTo>
                  <a:lnTo>
                    <a:pt x="95666" y="40545"/>
                  </a:lnTo>
                  <a:lnTo>
                    <a:pt x="95666" y="36639"/>
                  </a:lnTo>
                  <a:cubicBezTo>
                    <a:pt x="95704" y="31096"/>
                    <a:pt x="94933" y="25581"/>
                    <a:pt x="93383" y="20256"/>
                  </a:cubicBezTo>
                  <a:cubicBezTo>
                    <a:pt x="91291" y="13398"/>
                    <a:pt x="83874" y="-2889"/>
                    <a:pt x="79119" y="445"/>
                  </a:cubicBezTo>
                  <a:lnTo>
                    <a:pt x="6562" y="42450"/>
                  </a:lnTo>
                  <a:cubicBezTo>
                    <a:pt x="2187" y="43688"/>
                    <a:pt x="0" y="48736"/>
                    <a:pt x="0" y="56356"/>
                  </a:cubicBezTo>
                  <a:lnTo>
                    <a:pt x="0" y="184087"/>
                  </a:lnTo>
                  <a:cubicBezTo>
                    <a:pt x="903" y="199546"/>
                    <a:pt x="9053" y="213671"/>
                    <a:pt x="21967" y="222187"/>
                  </a:cubicBezTo>
                  <a:lnTo>
                    <a:pt x="120961" y="279337"/>
                  </a:lnTo>
                  <a:cubicBezTo>
                    <a:pt x="129710" y="284385"/>
                    <a:pt x="137412" y="282480"/>
                    <a:pt x="140741" y="275527"/>
                  </a:cubicBezTo>
                  <a:lnTo>
                    <a:pt x="173739" y="204280"/>
                  </a:lnTo>
                  <a:cubicBezTo>
                    <a:pt x="174728" y="201632"/>
                    <a:pt x="175118" y="198803"/>
                    <a:pt x="174880" y="19599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5" name="Google Shape;3915;p48"/>
            <p:cNvSpPr/>
            <p:nvPr/>
          </p:nvSpPr>
          <p:spPr>
            <a:xfrm>
              <a:off x="3635011" y="3202477"/>
              <a:ext cx="34899" cy="63627"/>
            </a:xfrm>
            <a:custGeom>
              <a:avLst/>
              <a:gdLst/>
              <a:ahLst/>
              <a:cxnLst/>
              <a:rect l="l" t="t" r="r" b="b"/>
              <a:pathLst>
                <a:path w="34899" h="63627" extrusionOk="0">
                  <a:moveTo>
                    <a:pt x="0" y="63627"/>
                  </a:moveTo>
                  <a:lnTo>
                    <a:pt x="34900" y="43148"/>
                  </a:lnTo>
                  <a:lnTo>
                    <a:pt x="3138" y="0"/>
                  </a:lnTo>
                  <a:lnTo>
                    <a:pt x="0" y="6362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6" name="Google Shape;3916;p48"/>
            <p:cNvSpPr/>
            <p:nvPr/>
          </p:nvSpPr>
          <p:spPr>
            <a:xfrm>
              <a:off x="3499691" y="2985265"/>
              <a:ext cx="174947" cy="281849"/>
            </a:xfrm>
            <a:custGeom>
              <a:avLst/>
              <a:gdLst/>
              <a:ahLst/>
              <a:cxnLst/>
              <a:rect l="l" t="t" r="r" b="b"/>
              <a:pathLst>
                <a:path w="174947" h="281849" extrusionOk="0">
                  <a:moveTo>
                    <a:pt x="174880" y="168254"/>
                  </a:moveTo>
                  <a:cubicBezTo>
                    <a:pt x="174319" y="153642"/>
                    <a:pt x="166464" y="140288"/>
                    <a:pt x="153959" y="132725"/>
                  </a:cubicBezTo>
                  <a:lnTo>
                    <a:pt x="84635" y="92720"/>
                  </a:lnTo>
                  <a:lnTo>
                    <a:pt x="95666" y="40523"/>
                  </a:lnTo>
                  <a:lnTo>
                    <a:pt x="95666" y="36713"/>
                  </a:lnTo>
                  <a:cubicBezTo>
                    <a:pt x="95704" y="31141"/>
                    <a:pt x="94933" y="25588"/>
                    <a:pt x="93383" y="20235"/>
                  </a:cubicBezTo>
                  <a:cubicBezTo>
                    <a:pt x="91291" y="13377"/>
                    <a:pt x="83874" y="-2815"/>
                    <a:pt x="79119" y="423"/>
                  </a:cubicBezTo>
                  <a:lnTo>
                    <a:pt x="6562" y="42429"/>
                  </a:lnTo>
                  <a:cubicBezTo>
                    <a:pt x="2187" y="43667"/>
                    <a:pt x="0" y="48810"/>
                    <a:pt x="0" y="56430"/>
                  </a:cubicBezTo>
                  <a:lnTo>
                    <a:pt x="0" y="183684"/>
                  </a:lnTo>
                  <a:cubicBezTo>
                    <a:pt x="875" y="199153"/>
                    <a:pt x="9025" y="213288"/>
                    <a:pt x="21967" y="221784"/>
                  </a:cubicBezTo>
                  <a:lnTo>
                    <a:pt x="120961" y="278934"/>
                  </a:lnTo>
                  <a:cubicBezTo>
                    <a:pt x="129710" y="284078"/>
                    <a:pt x="137412" y="282173"/>
                    <a:pt x="140741" y="275124"/>
                  </a:cubicBezTo>
                  <a:lnTo>
                    <a:pt x="173739" y="203877"/>
                  </a:lnTo>
                  <a:cubicBezTo>
                    <a:pt x="174728" y="201229"/>
                    <a:pt x="175118" y="198400"/>
                    <a:pt x="174880" y="195590"/>
                  </a:cubicBezTo>
                  <a:close/>
                </a:path>
              </a:pathLst>
            </a:custGeom>
            <a:solidFill>
              <a:srgbClr val="EFB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7" name="Google Shape;3917;p48"/>
          <p:cNvGrpSpPr/>
          <p:nvPr/>
        </p:nvGrpSpPr>
        <p:grpSpPr>
          <a:xfrm>
            <a:off x="2671764" y="2863382"/>
            <a:ext cx="1550646" cy="1684920"/>
            <a:chOff x="2244025" y="145922"/>
            <a:chExt cx="4382832" cy="4762352"/>
          </a:xfrm>
        </p:grpSpPr>
        <p:grpSp>
          <p:nvGrpSpPr>
            <p:cNvPr id="3918" name="Google Shape;3918;p48"/>
            <p:cNvGrpSpPr/>
            <p:nvPr/>
          </p:nvGrpSpPr>
          <p:grpSpPr>
            <a:xfrm>
              <a:off x="4124355" y="330300"/>
              <a:ext cx="2502502" cy="3373185"/>
              <a:chOff x="5785580" y="1232275"/>
              <a:chExt cx="2502502" cy="3373185"/>
            </a:xfrm>
          </p:grpSpPr>
          <p:sp>
            <p:nvSpPr>
              <p:cNvPr id="3919" name="Google Shape;3919;p48"/>
              <p:cNvSpPr/>
              <p:nvPr/>
            </p:nvSpPr>
            <p:spPr>
              <a:xfrm>
                <a:off x="6314607" y="3851433"/>
                <a:ext cx="944490" cy="545783"/>
              </a:xfrm>
              <a:custGeom>
                <a:avLst/>
                <a:gdLst/>
                <a:ahLst/>
                <a:cxnLst/>
                <a:rect l="l" t="t" r="r" b="b"/>
                <a:pathLst>
                  <a:path w="944490" h="545783" extrusionOk="0">
                    <a:moveTo>
                      <a:pt x="500911" y="532447"/>
                    </a:moveTo>
                    <a:lnTo>
                      <a:pt x="23232" y="256222"/>
                    </a:lnTo>
                    <a:cubicBezTo>
                      <a:pt x="-11153" y="236411"/>
                      <a:pt x="-6867" y="201644"/>
                      <a:pt x="32757" y="178689"/>
                    </a:cubicBezTo>
                    <a:lnTo>
                      <a:pt x="342129" y="0"/>
                    </a:lnTo>
                    <a:lnTo>
                      <a:pt x="944490" y="347758"/>
                    </a:lnTo>
                    <a:lnTo>
                      <a:pt x="635023" y="526447"/>
                    </a:lnTo>
                    <a:cubicBezTo>
                      <a:pt x="595494" y="549783"/>
                      <a:pt x="535296" y="552259"/>
                      <a:pt x="500911" y="53244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0" name="Google Shape;3920;p48"/>
              <p:cNvSpPr/>
              <p:nvPr/>
            </p:nvSpPr>
            <p:spPr>
              <a:xfrm>
                <a:off x="6357717" y="3826573"/>
                <a:ext cx="944624" cy="545413"/>
              </a:xfrm>
              <a:custGeom>
                <a:avLst/>
                <a:gdLst/>
                <a:ahLst/>
                <a:cxnLst/>
                <a:rect l="l" t="t" r="r" b="b"/>
                <a:pathLst>
                  <a:path w="944624" h="545413" extrusionOk="0">
                    <a:moveTo>
                      <a:pt x="500854" y="531971"/>
                    </a:moveTo>
                    <a:lnTo>
                      <a:pt x="23271" y="256223"/>
                    </a:lnTo>
                    <a:cubicBezTo>
                      <a:pt x="-11210" y="236315"/>
                      <a:pt x="-6828" y="201644"/>
                      <a:pt x="32796" y="178689"/>
                    </a:cubicBezTo>
                    <a:lnTo>
                      <a:pt x="342263" y="0"/>
                    </a:lnTo>
                    <a:lnTo>
                      <a:pt x="944624" y="347758"/>
                    </a:lnTo>
                    <a:lnTo>
                      <a:pt x="635252" y="526352"/>
                    </a:lnTo>
                    <a:cubicBezTo>
                      <a:pt x="595533" y="549402"/>
                      <a:pt x="535335" y="551879"/>
                      <a:pt x="500854" y="53197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1" name="Google Shape;3921;p48"/>
              <p:cNvSpPr/>
              <p:nvPr/>
            </p:nvSpPr>
            <p:spPr>
              <a:xfrm>
                <a:off x="7274623" y="4156138"/>
                <a:ext cx="27813" cy="18192"/>
              </a:xfrm>
              <a:custGeom>
                <a:avLst/>
                <a:gdLst/>
                <a:ahLst/>
                <a:cxnLst/>
                <a:rect l="l" t="t" r="r" b="b"/>
                <a:pathLst>
                  <a:path w="27813" h="18192" extrusionOk="0">
                    <a:moveTo>
                      <a:pt x="27813" y="18193"/>
                    </a:moveTo>
                    <a:lnTo>
                      <a:pt x="27813" y="0"/>
                    </a:lnTo>
                    <a:lnTo>
                      <a:pt x="0" y="16002"/>
                    </a:lnTo>
                    <a:lnTo>
                      <a:pt x="27813" y="18193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2" name="Google Shape;3922;p48"/>
              <p:cNvSpPr/>
              <p:nvPr/>
            </p:nvSpPr>
            <p:spPr>
              <a:xfrm>
                <a:off x="6357747" y="4031456"/>
                <a:ext cx="28575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8478" extrusionOk="0">
                    <a:moveTo>
                      <a:pt x="0" y="18479"/>
                    </a:moveTo>
                    <a:lnTo>
                      <a:pt x="0" y="0"/>
                    </a:lnTo>
                    <a:lnTo>
                      <a:pt x="28575" y="11811"/>
                    </a:lnTo>
                    <a:lnTo>
                      <a:pt x="0" y="18479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3" name="Google Shape;3923;p48"/>
              <p:cNvSpPr/>
              <p:nvPr/>
            </p:nvSpPr>
            <p:spPr>
              <a:xfrm>
                <a:off x="6357717" y="3808380"/>
                <a:ext cx="944624" cy="545381"/>
              </a:xfrm>
              <a:custGeom>
                <a:avLst/>
                <a:gdLst/>
                <a:ahLst/>
                <a:cxnLst/>
                <a:rect l="l" t="t" r="r" b="b"/>
                <a:pathLst>
                  <a:path w="944624" h="545381" extrusionOk="0">
                    <a:moveTo>
                      <a:pt x="500854" y="531971"/>
                    </a:moveTo>
                    <a:lnTo>
                      <a:pt x="23271" y="256223"/>
                    </a:lnTo>
                    <a:cubicBezTo>
                      <a:pt x="-11210" y="236316"/>
                      <a:pt x="-6828" y="201549"/>
                      <a:pt x="32796" y="178594"/>
                    </a:cubicBezTo>
                    <a:lnTo>
                      <a:pt x="342263" y="0"/>
                    </a:lnTo>
                    <a:lnTo>
                      <a:pt x="944624" y="347758"/>
                    </a:lnTo>
                    <a:lnTo>
                      <a:pt x="635157" y="526352"/>
                    </a:lnTo>
                    <a:cubicBezTo>
                      <a:pt x="595533" y="549307"/>
                      <a:pt x="535335" y="551879"/>
                      <a:pt x="500854" y="531971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4" name="Google Shape;3924;p48"/>
              <p:cNvSpPr/>
              <p:nvPr/>
            </p:nvSpPr>
            <p:spPr>
              <a:xfrm>
                <a:off x="6627114" y="3561873"/>
                <a:ext cx="675322" cy="594264"/>
              </a:xfrm>
              <a:custGeom>
                <a:avLst/>
                <a:gdLst/>
                <a:ahLst/>
                <a:cxnLst/>
                <a:rect l="l" t="t" r="r" b="b"/>
                <a:pathLst>
                  <a:path w="675322" h="594264" extrusionOk="0">
                    <a:moveTo>
                      <a:pt x="74581" y="247269"/>
                    </a:moveTo>
                    <a:lnTo>
                      <a:pt x="0" y="0"/>
                    </a:lnTo>
                    <a:lnTo>
                      <a:pt x="608933" y="349186"/>
                    </a:lnTo>
                    <a:lnTo>
                      <a:pt x="675322" y="594265"/>
                    </a:lnTo>
                    <a:lnTo>
                      <a:pt x="74581" y="247269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5" name="Google Shape;3925;p48"/>
              <p:cNvSpPr/>
              <p:nvPr/>
            </p:nvSpPr>
            <p:spPr>
              <a:xfrm>
                <a:off x="7276147" y="4135183"/>
                <a:ext cx="26289" cy="31146"/>
              </a:xfrm>
              <a:custGeom>
                <a:avLst/>
                <a:gdLst/>
                <a:ahLst/>
                <a:cxnLst/>
                <a:rect l="l" t="t" r="r" b="b"/>
                <a:pathLst>
                  <a:path w="26289" h="31146" extrusionOk="0">
                    <a:moveTo>
                      <a:pt x="8572" y="31147"/>
                    </a:moveTo>
                    <a:lnTo>
                      <a:pt x="26289" y="20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6" name="Google Shape;3926;p48"/>
              <p:cNvSpPr/>
              <p:nvPr/>
            </p:nvSpPr>
            <p:spPr>
              <a:xfrm>
                <a:off x="6607968" y="3571113"/>
                <a:ext cx="676751" cy="595217"/>
              </a:xfrm>
              <a:custGeom>
                <a:avLst/>
                <a:gdLst/>
                <a:ahLst/>
                <a:cxnLst/>
                <a:rect l="l" t="t" r="r" b="b"/>
                <a:pathLst>
                  <a:path w="676751" h="595217" extrusionOk="0">
                    <a:moveTo>
                      <a:pt x="74486" y="247364"/>
                    </a:moveTo>
                    <a:lnTo>
                      <a:pt x="0" y="0"/>
                    </a:lnTo>
                    <a:lnTo>
                      <a:pt x="608933" y="349282"/>
                    </a:lnTo>
                    <a:lnTo>
                      <a:pt x="676751" y="595217"/>
                    </a:lnTo>
                    <a:lnTo>
                      <a:pt x="74486" y="247364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7" name="Google Shape;3927;p48"/>
              <p:cNvSpPr/>
              <p:nvPr/>
            </p:nvSpPr>
            <p:spPr>
              <a:xfrm>
                <a:off x="5811392" y="1232275"/>
                <a:ext cx="2476690" cy="3358041"/>
              </a:xfrm>
              <a:custGeom>
                <a:avLst/>
                <a:gdLst/>
                <a:ahLst/>
                <a:cxnLst/>
                <a:rect l="l" t="t" r="r" b="b"/>
                <a:pathLst>
                  <a:path w="2476690" h="3358041" extrusionOk="0">
                    <a:moveTo>
                      <a:pt x="2416778" y="3350869"/>
                    </a:moveTo>
                    <a:lnTo>
                      <a:pt x="59817" y="1990032"/>
                    </a:lnTo>
                    <a:cubicBezTo>
                      <a:pt x="26765" y="1970982"/>
                      <a:pt x="0" y="1919737"/>
                      <a:pt x="0" y="1875732"/>
                    </a:cubicBezTo>
                    <a:lnTo>
                      <a:pt x="0" y="52456"/>
                    </a:lnTo>
                    <a:cubicBezTo>
                      <a:pt x="0" y="8356"/>
                      <a:pt x="26765" y="-11933"/>
                      <a:pt x="59817" y="7213"/>
                    </a:cubicBezTo>
                    <a:lnTo>
                      <a:pt x="2416778" y="1368050"/>
                    </a:lnTo>
                    <a:cubicBezTo>
                      <a:pt x="2449925" y="1387100"/>
                      <a:pt x="2476691" y="1438344"/>
                      <a:pt x="2476691" y="1482350"/>
                    </a:cubicBezTo>
                    <a:lnTo>
                      <a:pt x="2476691" y="3305625"/>
                    </a:lnTo>
                    <a:cubicBezTo>
                      <a:pt x="2476691" y="3349726"/>
                      <a:pt x="2449925" y="3369919"/>
                      <a:pt x="2416778" y="3350869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8" name="Google Shape;3928;p48"/>
              <p:cNvSpPr/>
              <p:nvPr/>
            </p:nvSpPr>
            <p:spPr>
              <a:xfrm>
                <a:off x="8240363" y="4509420"/>
                <a:ext cx="26098" cy="92487"/>
              </a:xfrm>
              <a:custGeom>
                <a:avLst/>
                <a:gdLst/>
                <a:ahLst/>
                <a:cxnLst/>
                <a:rect l="l" t="t" r="r" b="b"/>
                <a:pathLst>
                  <a:path w="26098" h="92487" extrusionOk="0">
                    <a:moveTo>
                      <a:pt x="0" y="92488"/>
                    </a:moveTo>
                    <a:lnTo>
                      <a:pt x="26098" y="77438"/>
                    </a:lnTo>
                    <a:lnTo>
                      <a:pt x="14859" y="0"/>
                    </a:lnTo>
                    <a:lnTo>
                      <a:pt x="0" y="9248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9" name="Google Shape;3929;p48"/>
              <p:cNvSpPr/>
              <p:nvPr/>
            </p:nvSpPr>
            <p:spPr>
              <a:xfrm>
                <a:off x="5807106" y="1235868"/>
                <a:ext cx="62674" cy="27245"/>
              </a:xfrm>
              <a:custGeom>
                <a:avLst/>
                <a:gdLst/>
                <a:ahLst/>
                <a:cxnLst/>
                <a:rect l="l" t="t" r="r" b="b"/>
                <a:pathLst>
                  <a:path w="62674" h="27245" extrusionOk="0">
                    <a:moveTo>
                      <a:pt x="0" y="14859"/>
                    </a:moveTo>
                    <a:lnTo>
                      <a:pt x="25717" y="0"/>
                    </a:lnTo>
                    <a:lnTo>
                      <a:pt x="62675" y="21431"/>
                    </a:lnTo>
                    <a:cubicBezTo>
                      <a:pt x="62675" y="21431"/>
                      <a:pt x="23336" y="27432"/>
                      <a:pt x="22384" y="27242"/>
                    </a:cubicBezTo>
                    <a:cubicBezTo>
                      <a:pt x="21431" y="27051"/>
                      <a:pt x="0" y="14859"/>
                      <a:pt x="0" y="14859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0" name="Google Shape;3930;p48"/>
              <p:cNvSpPr/>
              <p:nvPr/>
            </p:nvSpPr>
            <p:spPr>
              <a:xfrm>
                <a:off x="5789771" y="1244753"/>
                <a:ext cx="2476690" cy="3358040"/>
              </a:xfrm>
              <a:custGeom>
                <a:avLst/>
                <a:gdLst/>
                <a:ahLst/>
                <a:cxnLst/>
                <a:rect l="l" t="t" r="r" b="b"/>
                <a:pathLst>
                  <a:path w="2476690" h="3358040" extrusionOk="0">
                    <a:moveTo>
                      <a:pt x="2416874" y="3350869"/>
                    </a:moveTo>
                    <a:lnTo>
                      <a:pt x="59817" y="1990032"/>
                    </a:lnTo>
                    <a:cubicBezTo>
                      <a:pt x="26765" y="1970982"/>
                      <a:pt x="0" y="1919737"/>
                      <a:pt x="0" y="1875732"/>
                    </a:cubicBezTo>
                    <a:lnTo>
                      <a:pt x="0" y="52456"/>
                    </a:lnTo>
                    <a:cubicBezTo>
                      <a:pt x="0" y="8356"/>
                      <a:pt x="26765" y="-11933"/>
                      <a:pt x="59817" y="7213"/>
                    </a:cubicBezTo>
                    <a:lnTo>
                      <a:pt x="2416874" y="1368049"/>
                    </a:lnTo>
                    <a:cubicBezTo>
                      <a:pt x="2449925" y="1387099"/>
                      <a:pt x="2476691" y="1438344"/>
                      <a:pt x="2476691" y="1482349"/>
                    </a:cubicBezTo>
                    <a:lnTo>
                      <a:pt x="2476691" y="3305625"/>
                    </a:lnTo>
                    <a:cubicBezTo>
                      <a:pt x="2476691" y="3349726"/>
                      <a:pt x="2449925" y="3369919"/>
                      <a:pt x="2416874" y="335086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1" name="Google Shape;3931;p48"/>
              <p:cNvSpPr/>
              <p:nvPr/>
            </p:nvSpPr>
            <p:spPr>
              <a:xfrm>
                <a:off x="5785580" y="1247175"/>
                <a:ext cx="2476785" cy="3358285"/>
              </a:xfrm>
              <a:custGeom>
                <a:avLst/>
                <a:gdLst/>
                <a:ahLst/>
                <a:cxnLst/>
                <a:rect l="l" t="t" r="r" b="b"/>
                <a:pathLst>
                  <a:path w="2476785" h="3358285" extrusionOk="0">
                    <a:moveTo>
                      <a:pt x="2476786" y="1482309"/>
                    </a:moveTo>
                    <a:lnTo>
                      <a:pt x="2476786" y="3305775"/>
                    </a:lnTo>
                    <a:cubicBezTo>
                      <a:pt x="2476786" y="3349971"/>
                      <a:pt x="2449925" y="3370259"/>
                      <a:pt x="2416874" y="3351019"/>
                    </a:cubicBezTo>
                    <a:lnTo>
                      <a:pt x="59817" y="1989992"/>
                    </a:lnTo>
                    <a:cubicBezTo>
                      <a:pt x="26765" y="1970942"/>
                      <a:pt x="0" y="1919697"/>
                      <a:pt x="0" y="1875692"/>
                    </a:cubicBezTo>
                    <a:lnTo>
                      <a:pt x="0" y="52416"/>
                    </a:lnTo>
                    <a:cubicBezTo>
                      <a:pt x="0" y="8315"/>
                      <a:pt x="26765" y="-11878"/>
                      <a:pt x="59817" y="7172"/>
                    </a:cubicBezTo>
                    <a:lnTo>
                      <a:pt x="2416874" y="1368009"/>
                    </a:lnTo>
                    <a:cubicBezTo>
                      <a:pt x="2449925" y="1387059"/>
                      <a:pt x="2476786" y="1438304"/>
                      <a:pt x="2476786" y="148230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2" name="Google Shape;3932;p48"/>
              <p:cNvSpPr/>
              <p:nvPr/>
            </p:nvSpPr>
            <p:spPr>
              <a:xfrm>
                <a:off x="5815488" y="1286421"/>
                <a:ext cx="2415539" cy="3200710"/>
              </a:xfrm>
              <a:custGeom>
                <a:avLst/>
                <a:gdLst/>
                <a:ahLst/>
                <a:cxnLst/>
                <a:rect l="l" t="t" r="r" b="b"/>
                <a:pathLst>
                  <a:path w="2415539" h="3200710" extrusionOk="0">
                    <a:moveTo>
                      <a:pt x="2414111" y="3200711"/>
                    </a:moveTo>
                    <a:lnTo>
                      <a:pt x="0" y="1806727"/>
                    </a:lnTo>
                    <a:lnTo>
                      <a:pt x="1333" y="20504"/>
                    </a:lnTo>
                    <a:cubicBezTo>
                      <a:pt x="1333" y="2121"/>
                      <a:pt x="14097" y="-5214"/>
                      <a:pt x="29908" y="3930"/>
                    </a:cubicBezTo>
                    <a:lnTo>
                      <a:pt x="2386965" y="1364672"/>
                    </a:lnTo>
                    <a:cubicBezTo>
                      <a:pt x="2403853" y="1375759"/>
                      <a:pt x="2414464" y="1394219"/>
                      <a:pt x="2415540" y="14143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3" name="Google Shape;3933;p48"/>
              <p:cNvSpPr/>
              <p:nvPr/>
            </p:nvSpPr>
            <p:spPr>
              <a:xfrm>
                <a:off x="5915882" y="1476290"/>
                <a:ext cx="2188940" cy="1460906"/>
              </a:xfrm>
              <a:custGeom>
                <a:avLst/>
                <a:gdLst/>
                <a:ahLst/>
                <a:cxnLst/>
                <a:rect l="l" t="t" r="r" b="b"/>
                <a:pathLst>
                  <a:path w="2188940" h="1460906" extrusionOk="0">
                    <a:moveTo>
                      <a:pt x="2164556" y="1457981"/>
                    </a:moveTo>
                    <a:lnTo>
                      <a:pt x="24384" y="222303"/>
                    </a:lnTo>
                    <a:cubicBezTo>
                      <a:pt x="9306" y="211583"/>
                      <a:pt x="248" y="194317"/>
                      <a:pt x="0" y="175821"/>
                    </a:cubicBezTo>
                    <a:lnTo>
                      <a:pt x="0" y="21326"/>
                    </a:lnTo>
                    <a:cubicBezTo>
                      <a:pt x="0" y="3419"/>
                      <a:pt x="10858" y="-4868"/>
                      <a:pt x="24384" y="2942"/>
                    </a:cubicBezTo>
                    <a:lnTo>
                      <a:pt x="2164556" y="1238335"/>
                    </a:lnTo>
                    <a:cubicBezTo>
                      <a:pt x="2179587" y="1249136"/>
                      <a:pt x="2188626" y="1266405"/>
                      <a:pt x="2188940" y="1284912"/>
                    </a:cubicBezTo>
                    <a:lnTo>
                      <a:pt x="2188940" y="1439408"/>
                    </a:lnTo>
                    <a:cubicBezTo>
                      <a:pt x="2188940" y="1457410"/>
                      <a:pt x="2177987" y="1465792"/>
                      <a:pt x="2164556" y="145798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4" name="Google Shape;3934;p48"/>
              <p:cNvSpPr/>
              <p:nvPr/>
            </p:nvSpPr>
            <p:spPr>
              <a:xfrm rot="-1801764">
                <a:off x="5975652" y="1564561"/>
                <a:ext cx="76512" cy="132469"/>
              </a:xfrm>
              <a:custGeom>
                <a:avLst/>
                <a:gdLst/>
                <a:ahLst/>
                <a:cxnLst/>
                <a:rect l="l" t="t" r="r" b="b"/>
                <a:pathLst>
                  <a:path w="76580" h="132587" extrusionOk="0">
                    <a:moveTo>
                      <a:pt x="76581" y="66294"/>
                    </a:moveTo>
                    <a:cubicBezTo>
                      <a:pt x="76581" y="102907"/>
                      <a:pt x="59438" y="132588"/>
                      <a:pt x="38290" y="132588"/>
                    </a:cubicBezTo>
                    <a:cubicBezTo>
                      <a:pt x="17143" y="132588"/>
                      <a:pt x="0" y="102907"/>
                      <a:pt x="0" y="66294"/>
                    </a:cubicBezTo>
                    <a:cubicBezTo>
                      <a:pt x="0" y="29681"/>
                      <a:pt x="17143" y="0"/>
                      <a:pt x="38290" y="0"/>
                    </a:cubicBezTo>
                    <a:cubicBezTo>
                      <a:pt x="59438" y="0"/>
                      <a:pt x="76581" y="29681"/>
                      <a:pt x="76581" y="66294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5" name="Google Shape;3935;p48"/>
              <p:cNvSpPr/>
              <p:nvPr/>
            </p:nvSpPr>
            <p:spPr>
              <a:xfrm>
                <a:off x="6935438" y="2145169"/>
                <a:ext cx="197262" cy="149154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49154" extrusionOk="0">
                    <a:moveTo>
                      <a:pt x="191167" y="148450"/>
                    </a:moveTo>
                    <a:lnTo>
                      <a:pt x="6096" y="41485"/>
                    </a:lnTo>
                    <a:cubicBezTo>
                      <a:pt x="2314" y="38818"/>
                      <a:pt x="48" y="34493"/>
                      <a:pt x="0" y="29864"/>
                    </a:cubicBezTo>
                    <a:lnTo>
                      <a:pt x="0" y="5385"/>
                    </a:lnTo>
                    <a:cubicBezTo>
                      <a:pt x="0" y="813"/>
                      <a:pt x="2667" y="-1187"/>
                      <a:pt x="6096" y="718"/>
                    </a:cubicBezTo>
                    <a:lnTo>
                      <a:pt x="191167" y="107683"/>
                    </a:lnTo>
                    <a:cubicBezTo>
                      <a:pt x="194948" y="110350"/>
                      <a:pt x="197215" y="114675"/>
                      <a:pt x="197263" y="119304"/>
                    </a:cubicBezTo>
                    <a:lnTo>
                      <a:pt x="197263" y="143783"/>
                    </a:lnTo>
                    <a:cubicBezTo>
                      <a:pt x="197263" y="148260"/>
                      <a:pt x="194596" y="150355"/>
                      <a:pt x="191167" y="148450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6" name="Google Shape;3936;p48"/>
              <p:cNvSpPr/>
              <p:nvPr/>
            </p:nvSpPr>
            <p:spPr>
              <a:xfrm>
                <a:off x="7235094" y="2318577"/>
                <a:ext cx="197262" cy="148968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48968" extrusionOk="0">
                    <a:moveTo>
                      <a:pt x="191167" y="148397"/>
                    </a:moveTo>
                    <a:lnTo>
                      <a:pt x="6096" y="41527"/>
                    </a:lnTo>
                    <a:cubicBezTo>
                      <a:pt x="2324" y="38850"/>
                      <a:pt x="57" y="34535"/>
                      <a:pt x="0" y="29906"/>
                    </a:cubicBezTo>
                    <a:lnTo>
                      <a:pt x="0" y="5332"/>
                    </a:lnTo>
                    <a:cubicBezTo>
                      <a:pt x="0" y="855"/>
                      <a:pt x="2667" y="-1241"/>
                      <a:pt x="6096" y="760"/>
                    </a:cubicBezTo>
                    <a:lnTo>
                      <a:pt x="191167" y="107630"/>
                    </a:lnTo>
                    <a:cubicBezTo>
                      <a:pt x="194948" y="110297"/>
                      <a:pt x="197215" y="114622"/>
                      <a:pt x="197263" y="119251"/>
                    </a:cubicBezTo>
                    <a:lnTo>
                      <a:pt x="197263" y="143825"/>
                    </a:lnTo>
                    <a:cubicBezTo>
                      <a:pt x="197263" y="148397"/>
                      <a:pt x="194405" y="149921"/>
                      <a:pt x="191167" y="14839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7" name="Google Shape;3937;p48"/>
              <p:cNvSpPr/>
              <p:nvPr/>
            </p:nvSpPr>
            <p:spPr>
              <a:xfrm>
                <a:off x="7529798" y="2488369"/>
                <a:ext cx="197358" cy="149033"/>
              </a:xfrm>
              <a:custGeom>
                <a:avLst/>
                <a:gdLst/>
                <a:ahLst/>
                <a:cxnLst/>
                <a:rect l="l" t="t" r="r" b="b"/>
                <a:pathLst>
                  <a:path w="197358" h="149033" extrusionOk="0">
                    <a:moveTo>
                      <a:pt x="191262" y="148437"/>
                    </a:moveTo>
                    <a:lnTo>
                      <a:pt x="6096" y="41566"/>
                    </a:lnTo>
                    <a:cubicBezTo>
                      <a:pt x="2353" y="38823"/>
                      <a:pt x="105" y="34489"/>
                      <a:pt x="0" y="29851"/>
                    </a:cubicBezTo>
                    <a:lnTo>
                      <a:pt x="0" y="5371"/>
                    </a:lnTo>
                    <a:cubicBezTo>
                      <a:pt x="0" y="894"/>
                      <a:pt x="2762" y="-1201"/>
                      <a:pt x="6096" y="704"/>
                    </a:cubicBezTo>
                    <a:lnTo>
                      <a:pt x="191262" y="107670"/>
                    </a:lnTo>
                    <a:cubicBezTo>
                      <a:pt x="195043" y="110337"/>
                      <a:pt x="197310" y="114661"/>
                      <a:pt x="197358" y="119290"/>
                    </a:cubicBezTo>
                    <a:lnTo>
                      <a:pt x="197358" y="143769"/>
                    </a:lnTo>
                    <a:cubicBezTo>
                      <a:pt x="197358" y="148342"/>
                      <a:pt x="194977" y="150056"/>
                      <a:pt x="191262" y="14843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8" name="Google Shape;3938;p48"/>
              <p:cNvSpPr/>
              <p:nvPr/>
            </p:nvSpPr>
            <p:spPr>
              <a:xfrm>
                <a:off x="7829454" y="2661668"/>
                <a:ext cx="197358" cy="148943"/>
              </a:xfrm>
              <a:custGeom>
                <a:avLst/>
                <a:gdLst/>
                <a:ahLst/>
                <a:cxnLst/>
                <a:rect l="l" t="t" r="r" b="b"/>
                <a:pathLst>
                  <a:path w="197358" h="148943" extrusionOk="0">
                    <a:moveTo>
                      <a:pt x="191262" y="148207"/>
                    </a:moveTo>
                    <a:lnTo>
                      <a:pt x="6096" y="41336"/>
                    </a:lnTo>
                    <a:cubicBezTo>
                      <a:pt x="2362" y="38631"/>
                      <a:pt x="105" y="34326"/>
                      <a:pt x="0" y="29716"/>
                    </a:cubicBezTo>
                    <a:lnTo>
                      <a:pt x="0" y="5332"/>
                    </a:lnTo>
                    <a:cubicBezTo>
                      <a:pt x="0" y="855"/>
                      <a:pt x="2762" y="-1241"/>
                      <a:pt x="6096" y="760"/>
                    </a:cubicBezTo>
                    <a:lnTo>
                      <a:pt x="191262" y="107630"/>
                    </a:lnTo>
                    <a:cubicBezTo>
                      <a:pt x="195024" y="110316"/>
                      <a:pt x="197282" y="114631"/>
                      <a:pt x="197358" y="119251"/>
                    </a:cubicBezTo>
                    <a:lnTo>
                      <a:pt x="197358" y="143825"/>
                    </a:lnTo>
                    <a:cubicBezTo>
                      <a:pt x="197358" y="148207"/>
                      <a:pt x="194596" y="150112"/>
                      <a:pt x="191262" y="14820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9" name="Google Shape;3939;p48"/>
              <p:cNvSpPr/>
              <p:nvPr/>
            </p:nvSpPr>
            <p:spPr>
              <a:xfrm>
                <a:off x="7391400" y="2634856"/>
                <a:ext cx="551783" cy="685887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685887" extrusionOk="0">
                    <a:moveTo>
                      <a:pt x="527018" y="682987"/>
                    </a:moveTo>
                    <a:lnTo>
                      <a:pt x="23908" y="392474"/>
                    </a:lnTo>
                    <a:cubicBezTo>
                      <a:pt x="9173" y="381730"/>
                      <a:pt x="324" y="364700"/>
                      <a:pt x="0" y="346469"/>
                    </a:cubicBezTo>
                    <a:lnTo>
                      <a:pt x="0" y="21285"/>
                    </a:lnTo>
                    <a:cubicBezTo>
                      <a:pt x="0" y="3378"/>
                      <a:pt x="10859" y="-4813"/>
                      <a:pt x="24289" y="2902"/>
                    </a:cubicBezTo>
                    <a:lnTo>
                      <a:pt x="527399" y="293319"/>
                    </a:lnTo>
                    <a:cubicBezTo>
                      <a:pt x="542430" y="304120"/>
                      <a:pt x="551469" y="321389"/>
                      <a:pt x="551783" y="339896"/>
                    </a:cubicBezTo>
                    <a:lnTo>
                      <a:pt x="551783" y="664508"/>
                    </a:lnTo>
                    <a:cubicBezTo>
                      <a:pt x="551402" y="682511"/>
                      <a:pt x="540448" y="690702"/>
                      <a:pt x="527018" y="68298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0" name="Google Shape;3940;p48"/>
              <p:cNvSpPr/>
              <p:nvPr/>
            </p:nvSpPr>
            <p:spPr>
              <a:xfrm>
                <a:off x="5981604" y="2604685"/>
                <a:ext cx="1286351" cy="820016"/>
              </a:xfrm>
              <a:custGeom>
                <a:avLst/>
                <a:gdLst/>
                <a:ahLst/>
                <a:cxnLst/>
                <a:rect l="l" t="t" r="r" b="b"/>
                <a:pathLst>
                  <a:path w="1286351" h="820016" extrusionOk="0">
                    <a:moveTo>
                      <a:pt x="1274159" y="818599"/>
                    </a:moveTo>
                    <a:lnTo>
                      <a:pt x="12192" y="89937"/>
                    </a:lnTo>
                    <a:cubicBezTo>
                      <a:pt x="4686" y="84555"/>
                      <a:pt x="162" y="75935"/>
                      <a:pt x="0" y="66696"/>
                    </a:cubicBezTo>
                    <a:lnTo>
                      <a:pt x="0" y="10784"/>
                    </a:lnTo>
                    <a:cubicBezTo>
                      <a:pt x="0" y="1830"/>
                      <a:pt x="5525" y="-2265"/>
                      <a:pt x="12192" y="1259"/>
                    </a:cubicBezTo>
                    <a:lnTo>
                      <a:pt x="1274159" y="729826"/>
                    </a:lnTo>
                    <a:cubicBezTo>
                      <a:pt x="1281693" y="735189"/>
                      <a:pt x="1286218" y="743818"/>
                      <a:pt x="1286351" y="753067"/>
                    </a:cubicBezTo>
                    <a:lnTo>
                      <a:pt x="1286351" y="808979"/>
                    </a:lnTo>
                    <a:cubicBezTo>
                      <a:pt x="1285970" y="818313"/>
                      <a:pt x="1280922" y="822409"/>
                      <a:pt x="1274159" y="818599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1" name="Google Shape;3941;p48"/>
              <p:cNvSpPr/>
              <p:nvPr/>
            </p:nvSpPr>
            <p:spPr>
              <a:xfrm>
                <a:off x="5985319" y="2767047"/>
                <a:ext cx="1158430" cy="718178"/>
              </a:xfrm>
              <a:custGeom>
                <a:avLst/>
                <a:gdLst/>
                <a:ahLst/>
                <a:cxnLst/>
                <a:rect l="l" t="t" r="r" b="b"/>
                <a:pathLst>
                  <a:path w="1158430" h="718178" extrusionOk="0">
                    <a:moveTo>
                      <a:pt x="1146239" y="716722"/>
                    </a:moveTo>
                    <a:lnTo>
                      <a:pt x="12192" y="61878"/>
                    </a:lnTo>
                    <a:cubicBezTo>
                      <a:pt x="4658" y="56515"/>
                      <a:pt x="133" y="47886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1146239" y="656047"/>
                    </a:lnTo>
                    <a:cubicBezTo>
                      <a:pt x="1153735" y="661448"/>
                      <a:pt x="1158249" y="670059"/>
                      <a:pt x="1158431" y="679288"/>
                    </a:cubicBezTo>
                    <a:lnTo>
                      <a:pt x="1158431" y="707101"/>
                    </a:lnTo>
                    <a:cubicBezTo>
                      <a:pt x="1158431" y="716436"/>
                      <a:pt x="1152906" y="720627"/>
                      <a:pt x="1146239" y="71672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2" name="Google Shape;3942;p48"/>
              <p:cNvSpPr/>
              <p:nvPr/>
            </p:nvSpPr>
            <p:spPr>
              <a:xfrm>
                <a:off x="5985319" y="2872624"/>
                <a:ext cx="1158430" cy="718059"/>
              </a:xfrm>
              <a:custGeom>
                <a:avLst/>
                <a:gdLst/>
                <a:ahLst/>
                <a:cxnLst/>
                <a:rect l="l" t="t" r="r" b="b"/>
                <a:pathLst>
                  <a:path w="1158430" h="718059" extrusionOk="0">
                    <a:moveTo>
                      <a:pt x="1146239" y="716587"/>
                    </a:moveTo>
                    <a:lnTo>
                      <a:pt x="12192" y="61933"/>
                    </a:lnTo>
                    <a:cubicBezTo>
                      <a:pt x="4658" y="56523"/>
                      <a:pt x="133" y="47865"/>
                      <a:pt x="0" y="38597"/>
                    </a:cubicBezTo>
                    <a:lnTo>
                      <a:pt x="0" y="10784"/>
                    </a:lnTo>
                    <a:cubicBezTo>
                      <a:pt x="0" y="1830"/>
                      <a:pt x="5429" y="-2265"/>
                      <a:pt x="12192" y="1259"/>
                    </a:cubicBezTo>
                    <a:lnTo>
                      <a:pt x="1146239" y="655912"/>
                    </a:lnTo>
                    <a:cubicBezTo>
                      <a:pt x="1153735" y="661351"/>
                      <a:pt x="1158249" y="669990"/>
                      <a:pt x="1158431" y="679248"/>
                    </a:cubicBezTo>
                    <a:lnTo>
                      <a:pt x="1158431" y="707062"/>
                    </a:lnTo>
                    <a:cubicBezTo>
                      <a:pt x="1158431" y="716396"/>
                      <a:pt x="1152906" y="720492"/>
                      <a:pt x="1146239" y="71658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3" name="Google Shape;3943;p48"/>
              <p:cNvSpPr/>
              <p:nvPr/>
            </p:nvSpPr>
            <p:spPr>
              <a:xfrm>
                <a:off x="5985319" y="2978121"/>
                <a:ext cx="868489" cy="550694"/>
              </a:xfrm>
              <a:custGeom>
                <a:avLst/>
                <a:gdLst/>
                <a:ahLst/>
                <a:cxnLst/>
                <a:rect l="l" t="t" r="r" b="b"/>
                <a:pathLst>
                  <a:path w="868489" h="550694" extrusionOk="0">
                    <a:moveTo>
                      <a:pt x="856297" y="549272"/>
                    </a:moveTo>
                    <a:lnTo>
                      <a:pt x="12192" y="61878"/>
                    </a:lnTo>
                    <a:cubicBezTo>
                      <a:pt x="4658" y="56515"/>
                      <a:pt x="133" y="47885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856297" y="488979"/>
                    </a:lnTo>
                    <a:cubicBezTo>
                      <a:pt x="863889" y="494294"/>
                      <a:pt x="868432" y="502952"/>
                      <a:pt x="868489" y="512220"/>
                    </a:cubicBezTo>
                    <a:lnTo>
                      <a:pt x="868489" y="540033"/>
                    </a:lnTo>
                    <a:cubicBezTo>
                      <a:pt x="868489" y="548986"/>
                      <a:pt x="863155" y="553082"/>
                      <a:pt x="856297" y="54927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4" name="Google Shape;3944;p48"/>
              <p:cNvSpPr/>
              <p:nvPr/>
            </p:nvSpPr>
            <p:spPr>
              <a:xfrm>
                <a:off x="7391018" y="3086134"/>
                <a:ext cx="551783" cy="368151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368151" extrusionOk="0">
                    <a:moveTo>
                      <a:pt x="539591" y="366678"/>
                    </a:moveTo>
                    <a:lnTo>
                      <a:pt x="12192" y="61878"/>
                    </a:lnTo>
                    <a:cubicBezTo>
                      <a:pt x="4658" y="56515"/>
                      <a:pt x="133" y="47886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539591" y="306099"/>
                    </a:lnTo>
                    <a:cubicBezTo>
                      <a:pt x="547135" y="311490"/>
                      <a:pt x="551669" y="320158"/>
                      <a:pt x="551784" y="329435"/>
                    </a:cubicBezTo>
                    <a:lnTo>
                      <a:pt x="551784" y="357248"/>
                    </a:lnTo>
                    <a:cubicBezTo>
                      <a:pt x="551784" y="366487"/>
                      <a:pt x="546354" y="370583"/>
                      <a:pt x="539591" y="36667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5" name="Google Shape;3945;p48"/>
              <p:cNvSpPr/>
              <p:nvPr/>
            </p:nvSpPr>
            <p:spPr>
              <a:xfrm>
                <a:off x="7391018" y="3191616"/>
                <a:ext cx="551783" cy="368230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368230" extrusionOk="0">
                    <a:moveTo>
                      <a:pt x="539591" y="366733"/>
                    </a:moveTo>
                    <a:lnTo>
                      <a:pt x="12192" y="61933"/>
                    </a:lnTo>
                    <a:cubicBezTo>
                      <a:pt x="4648" y="56542"/>
                      <a:pt x="114" y="47874"/>
                      <a:pt x="0" y="38597"/>
                    </a:cubicBezTo>
                    <a:lnTo>
                      <a:pt x="0" y="10784"/>
                    </a:lnTo>
                    <a:cubicBezTo>
                      <a:pt x="0" y="1831"/>
                      <a:pt x="5429" y="-2265"/>
                      <a:pt x="12192" y="1259"/>
                    </a:cubicBezTo>
                    <a:lnTo>
                      <a:pt x="539591" y="306059"/>
                    </a:lnTo>
                    <a:cubicBezTo>
                      <a:pt x="547126" y="311422"/>
                      <a:pt x="551650" y="320051"/>
                      <a:pt x="551784" y="329300"/>
                    </a:cubicBezTo>
                    <a:lnTo>
                      <a:pt x="551784" y="357113"/>
                    </a:lnTo>
                    <a:cubicBezTo>
                      <a:pt x="551784" y="366447"/>
                      <a:pt x="546354" y="370734"/>
                      <a:pt x="539591" y="36673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6" name="Google Shape;3946;p48"/>
              <p:cNvSpPr/>
              <p:nvPr/>
            </p:nvSpPr>
            <p:spPr>
              <a:xfrm>
                <a:off x="7391018" y="3297399"/>
                <a:ext cx="413670" cy="288153"/>
              </a:xfrm>
              <a:custGeom>
                <a:avLst/>
                <a:gdLst/>
                <a:ahLst/>
                <a:cxnLst/>
                <a:rect l="l" t="t" r="r" b="b"/>
                <a:pathLst>
                  <a:path w="413670" h="288153" extrusionOk="0">
                    <a:moveTo>
                      <a:pt x="401479" y="286668"/>
                    </a:moveTo>
                    <a:lnTo>
                      <a:pt x="12192" y="61878"/>
                    </a:lnTo>
                    <a:cubicBezTo>
                      <a:pt x="4658" y="56515"/>
                      <a:pt x="133" y="47885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401479" y="226851"/>
                    </a:lnTo>
                    <a:cubicBezTo>
                      <a:pt x="409023" y="232242"/>
                      <a:pt x="413556" y="240910"/>
                      <a:pt x="413671" y="250187"/>
                    </a:cubicBezTo>
                    <a:lnTo>
                      <a:pt x="413671" y="277905"/>
                    </a:lnTo>
                    <a:cubicBezTo>
                      <a:pt x="413671" y="286477"/>
                      <a:pt x="408242" y="290573"/>
                      <a:pt x="401479" y="28666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7" name="Google Shape;3947;p48"/>
              <p:cNvSpPr/>
              <p:nvPr/>
            </p:nvSpPr>
            <p:spPr>
              <a:xfrm>
                <a:off x="7391400" y="3447774"/>
                <a:ext cx="551783" cy="685927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685927" extrusionOk="0">
                    <a:moveTo>
                      <a:pt x="527018" y="683027"/>
                    </a:moveTo>
                    <a:lnTo>
                      <a:pt x="23908" y="392515"/>
                    </a:lnTo>
                    <a:cubicBezTo>
                      <a:pt x="9039" y="381675"/>
                      <a:pt x="172" y="364435"/>
                      <a:pt x="0" y="346033"/>
                    </a:cubicBezTo>
                    <a:lnTo>
                      <a:pt x="0" y="21326"/>
                    </a:lnTo>
                    <a:cubicBezTo>
                      <a:pt x="0" y="3419"/>
                      <a:pt x="10859" y="-4868"/>
                      <a:pt x="24289" y="2942"/>
                    </a:cubicBezTo>
                    <a:lnTo>
                      <a:pt x="527399" y="293359"/>
                    </a:lnTo>
                    <a:cubicBezTo>
                      <a:pt x="542430" y="304161"/>
                      <a:pt x="551469" y="321430"/>
                      <a:pt x="551783" y="339937"/>
                    </a:cubicBezTo>
                    <a:lnTo>
                      <a:pt x="551783" y="664549"/>
                    </a:lnTo>
                    <a:cubicBezTo>
                      <a:pt x="551402" y="682551"/>
                      <a:pt x="540448" y="690742"/>
                      <a:pt x="527018" y="68302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8" name="Google Shape;3948;p48"/>
              <p:cNvSpPr/>
              <p:nvPr/>
            </p:nvSpPr>
            <p:spPr>
              <a:xfrm>
                <a:off x="7391018" y="3899093"/>
                <a:ext cx="551783" cy="368152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368152" extrusionOk="0">
                    <a:moveTo>
                      <a:pt x="539591" y="366678"/>
                    </a:moveTo>
                    <a:lnTo>
                      <a:pt x="12192" y="61878"/>
                    </a:lnTo>
                    <a:cubicBezTo>
                      <a:pt x="4658" y="56515"/>
                      <a:pt x="133" y="47886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539591" y="306099"/>
                    </a:lnTo>
                    <a:cubicBezTo>
                      <a:pt x="547135" y="311490"/>
                      <a:pt x="551669" y="320158"/>
                      <a:pt x="551784" y="329435"/>
                    </a:cubicBezTo>
                    <a:lnTo>
                      <a:pt x="551784" y="357248"/>
                    </a:lnTo>
                    <a:cubicBezTo>
                      <a:pt x="551784" y="366487"/>
                      <a:pt x="546354" y="370583"/>
                      <a:pt x="539591" y="36667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9" name="Google Shape;3949;p48"/>
              <p:cNvSpPr/>
              <p:nvPr/>
            </p:nvSpPr>
            <p:spPr>
              <a:xfrm>
                <a:off x="7462456" y="2876264"/>
                <a:ext cx="257937" cy="241458"/>
              </a:xfrm>
              <a:custGeom>
                <a:avLst/>
                <a:gdLst/>
                <a:ahLst/>
                <a:cxnLst/>
                <a:rect l="l" t="t" r="r" b="b"/>
                <a:pathLst>
                  <a:path w="257937" h="241458" extrusionOk="0">
                    <a:moveTo>
                      <a:pt x="99632" y="92012"/>
                    </a:moveTo>
                    <a:lnTo>
                      <a:pt x="64294" y="1048"/>
                    </a:lnTo>
                    <a:lnTo>
                      <a:pt x="0" y="92488"/>
                    </a:lnTo>
                    <a:lnTo>
                      <a:pt x="70580" y="133255"/>
                    </a:lnTo>
                    <a:lnTo>
                      <a:pt x="128588" y="166783"/>
                    </a:lnTo>
                    <a:lnTo>
                      <a:pt x="257937" y="241459"/>
                    </a:lnTo>
                    <a:lnTo>
                      <a:pt x="164306" y="0"/>
                    </a:lnTo>
                    <a:lnTo>
                      <a:pt x="99632" y="92012"/>
                    </a:ln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0" name="Google Shape;3950;p48"/>
              <p:cNvSpPr/>
              <p:nvPr/>
            </p:nvSpPr>
            <p:spPr>
              <a:xfrm rot="-1801764">
                <a:off x="7788337" y="2912905"/>
                <a:ext cx="68709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119252" extrusionOk="0">
                    <a:moveTo>
                      <a:pt x="68771" y="59627"/>
                    </a:moveTo>
                    <a:cubicBezTo>
                      <a:pt x="68771" y="92557"/>
                      <a:pt x="53376" y="119253"/>
                      <a:pt x="34386" y="119253"/>
                    </a:cubicBezTo>
                    <a:cubicBezTo>
                      <a:pt x="15395" y="119253"/>
                      <a:pt x="0" y="92557"/>
                      <a:pt x="0" y="59627"/>
                    </a:cubicBezTo>
                    <a:cubicBezTo>
                      <a:pt x="0" y="26696"/>
                      <a:pt x="15395" y="0"/>
                      <a:pt x="34386" y="0"/>
                    </a:cubicBezTo>
                    <a:cubicBezTo>
                      <a:pt x="53376" y="0"/>
                      <a:pt x="68771" y="26696"/>
                      <a:pt x="68771" y="5962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1" name="Google Shape;3951;p48"/>
              <p:cNvSpPr/>
              <p:nvPr/>
            </p:nvSpPr>
            <p:spPr>
              <a:xfrm>
                <a:off x="7466171" y="3701224"/>
                <a:ext cx="257936" cy="241363"/>
              </a:xfrm>
              <a:custGeom>
                <a:avLst/>
                <a:gdLst/>
                <a:ahLst/>
                <a:cxnLst/>
                <a:rect l="l" t="t" r="r" b="b"/>
                <a:pathLst>
                  <a:path w="257936" h="241363" extrusionOk="0">
                    <a:moveTo>
                      <a:pt x="99536" y="92012"/>
                    </a:moveTo>
                    <a:lnTo>
                      <a:pt x="64294" y="1048"/>
                    </a:lnTo>
                    <a:lnTo>
                      <a:pt x="0" y="92488"/>
                    </a:lnTo>
                    <a:lnTo>
                      <a:pt x="70580" y="133255"/>
                    </a:lnTo>
                    <a:lnTo>
                      <a:pt x="128588" y="166688"/>
                    </a:lnTo>
                    <a:lnTo>
                      <a:pt x="257937" y="241364"/>
                    </a:lnTo>
                    <a:lnTo>
                      <a:pt x="164211" y="0"/>
                    </a:lnTo>
                    <a:lnTo>
                      <a:pt x="99536" y="92012"/>
                    </a:ln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2" name="Google Shape;3952;p48"/>
              <p:cNvSpPr/>
              <p:nvPr/>
            </p:nvSpPr>
            <p:spPr>
              <a:xfrm rot="-1790023">
                <a:off x="7807389" y="3748630"/>
                <a:ext cx="69009" cy="119667"/>
              </a:xfrm>
              <a:custGeom>
                <a:avLst/>
                <a:gdLst/>
                <a:ahLst/>
                <a:cxnLst/>
                <a:rect l="l" t="t" r="r" b="b"/>
                <a:pathLst>
                  <a:path w="69007" h="119663" extrusionOk="0">
                    <a:moveTo>
                      <a:pt x="69009" y="59833"/>
                    </a:moveTo>
                    <a:cubicBezTo>
                      <a:pt x="69009" y="92877"/>
                      <a:pt x="53561" y="119665"/>
                      <a:pt x="34505" y="119665"/>
                    </a:cubicBezTo>
                    <a:cubicBezTo>
                      <a:pt x="15450" y="119665"/>
                      <a:pt x="2" y="92877"/>
                      <a:pt x="2" y="59833"/>
                    </a:cubicBezTo>
                    <a:cubicBezTo>
                      <a:pt x="2" y="26789"/>
                      <a:pt x="15450" y="1"/>
                      <a:pt x="34505" y="1"/>
                    </a:cubicBezTo>
                    <a:cubicBezTo>
                      <a:pt x="53561" y="1"/>
                      <a:pt x="69009" y="26789"/>
                      <a:pt x="69009" y="59833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3" name="Google Shape;3953;p48"/>
              <p:cNvSpPr/>
              <p:nvPr/>
            </p:nvSpPr>
            <p:spPr>
              <a:xfrm>
                <a:off x="5996654" y="1854288"/>
                <a:ext cx="1266348" cy="1335535"/>
              </a:xfrm>
              <a:custGeom>
                <a:avLst/>
                <a:gdLst/>
                <a:ahLst/>
                <a:cxnLst/>
                <a:rect l="l" t="t" r="r" b="b"/>
                <a:pathLst>
                  <a:path w="1266348" h="1335535" extrusionOk="0">
                    <a:moveTo>
                      <a:pt x="1244537" y="1332871"/>
                    </a:moveTo>
                    <a:lnTo>
                      <a:pt x="21907" y="630498"/>
                    </a:lnTo>
                    <a:cubicBezTo>
                      <a:pt x="8382" y="620868"/>
                      <a:pt x="257" y="605380"/>
                      <a:pt x="0" y="588778"/>
                    </a:cubicBezTo>
                    <a:lnTo>
                      <a:pt x="0" y="19088"/>
                    </a:lnTo>
                    <a:cubicBezTo>
                      <a:pt x="0" y="3086"/>
                      <a:pt x="9525" y="-4343"/>
                      <a:pt x="21907" y="2610"/>
                    </a:cubicBezTo>
                    <a:lnTo>
                      <a:pt x="1244537" y="704983"/>
                    </a:lnTo>
                    <a:cubicBezTo>
                      <a:pt x="1257995" y="714651"/>
                      <a:pt x="1266092" y="730129"/>
                      <a:pt x="1266349" y="746703"/>
                    </a:cubicBezTo>
                    <a:lnTo>
                      <a:pt x="1266349" y="1316393"/>
                    </a:lnTo>
                    <a:cubicBezTo>
                      <a:pt x="1266349" y="1332491"/>
                      <a:pt x="1256538" y="1339920"/>
                      <a:pt x="1244537" y="13328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4" name="Google Shape;3954;p48"/>
              <p:cNvSpPr/>
              <p:nvPr/>
            </p:nvSpPr>
            <p:spPr>
              <a:xfrm>
                <a:off x="6187916" y="2312479"/>
                <a:ext cx="441007" cy="412813"/>
              </a:xfrm>
              <a:custGeom>
                <a:avLst/>
                <a:gdLst/>
                <a:ahLst/>
                <a:cxnLst/>
                <a:rect l="l" t="t" r="r" b="b"/>
                <a:pathLst>
                  <a:path w="441007" h="412813" extrusionOk="0">
                    <a:moveTo>
                      <a:pt x="170307" y="157353"/>
                    </a:moveTo>
                    <a:lnTo>
                      <a:pt x="109919" y="1810"/>
                    </a:lnTo>
                    <a:lnTo>
                      <a:pt x="0" y="158210"/>
                    </a:lnTo>
                    <a:lnTo>
                      <a:pt x="120682" y="227838"/>
                    </a:lnTo>
                    <a:lnTo>
                      <a:pt x="219837" y="285083"/>
                    </a:lnTo>
                    <a:lnTo>
                      <a:pt x="441008" y="412813"/>
                    </a:lnTo>
                    <a:lnTo>
                      <a:pt x="280797" y="0"/>
                    </a:lnTo>
                    <a:lnTo>
                      <a:pt x="170307" y="157353"/>
                    </a:ln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5" name="Google Shape;3955;p48"/>
              <p:cNvSpPr/>
              <p:nvPr/>
            </p:nvSpPr>
            <p:spPr>
              <a:xfrm rot="-1801764">
                <a:off x="6969573" y="2537060"/>
                <a:ext cx="117623" cy="203653"/>
              </a:xfrm>
              <a:custGeom>
                <a:avLst/>
                <a:gdLst/>
                <a:ahLst/>
                <a:cxnLst/>
                <a:rect l="l" t="t" r="r" b="b"/>
                <a:pathLst>
                  <a:path w="117728" h="203834" extrusionOk="0">
                    <a:moveTo>
                      <a:pt x="117729" y="101918"/>
                    </a:moveTo>
                    <a:cubicBezTo>
                      <a:pt x="117729" y="158205"/>
                      <a:pt x="91374" y="203835"/>
                      <a:pt x="58864" y="203835"/>
                    </a:cubicBezTo>
                    <a:cubicBezTo>
                      <a:pt x="26354" y="203835"/>
                      <a:pt x="0" y="158205"/>
                      <a:pt x="0" y="101918"/>
                    </a:cubicBezTo>
                    <a:cubicBezTo>
                      <a:pt x="0" y="45630"/>
                      <a:pt x="26354" y="0"/>
                      <a:pt x="58864" y="0"/>
                    </a:cubicBezTo>
                    <a:cubicBezTo>
                      <a:pt x="91374" y="0"/>
                      <a:pt x="117729" y="45630"/>
                      <a:pt x="117729" y="101918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56" name="Google Shape;3956;p48"/>
            <p:cNvSpPr/>
            <p:nvPr/>
          </p:nvSpPr>
          <p:spPr>
            <a:xfrm>
              <a:off x="4124355" y="1157329"/>
              <a:ext cx="276891" cy="1108478"/>
            </a:xfrm>
            <a:custGeom>
              <a:avLst/>
              <a:gdLst/>
              <a:ahLst/>
              <a:cxnLst/>
              <a:rect l="l" t="t" r="r" b="b"/>
              <a:pathLst>
                <a:path w="276891" h="1108478" extrusionOk="0">
                  <a:moveTo>
                    <a:pt x="276892" y="217170"/>
                  </a:moveTo>
                  <a:lnTo>
                    <a:pt x="276892" y="1070610"/>
                  </a:lnTo>
                  <a:cubicBezTo>
                    <a:pt x="276892" y="1102424"/>
                    <a:pt x="257842" y="1117092"/>
                    <a:pt x="233648" y="1103281"/>
                  </a:cubicBezTo>
                  <a:lnTo>
                    <a:pt x="0" y="968693"/>
                  </a:lnTo>
                  <a:lnTo>
                    <a:pt x="0" y="0"/>
                  </a:lnTo>
                  <a:lnTo>
                    <a:pt x="233648" y="134779"/>
                  </a:lnTo>
                  <a:cubicBezTo>
                    <a:pt x="257461" y="148590"/>
                    <a:pt x="276892" y="185642"/>
                    <a:pt x="276892" y="217170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7" name="Google Shape;3957;p48"/>
            <p:cNvSpPr/>
            <p:nvPr/>
          </p:nvSpPr>
          <p:spPr>
            <a:xfrm>
              <a:off x="3407027" y="665933"/>
              <a:ext cx="814853" cy="1408939"/>
            </a:xfrm>
            <a:custGeom>
              <a:avLst/>
              <a:gdLst/>
              <a:ahLst/>
              <a:cxnLst/>
              <a:rect l="l" t="t" r="r" b="b"/>
              <a:pathLst>
                <a:path w="814853" h="1408939" extrusionOk="0">
                  <a:moveTo>
                    <a:pt x="771144" y="419483"/>
                  </a:moveTo>
                  <a:lnTo>
                    <a:pt x="53340" y="5050"/>
                  </a:lnTo>
                  <a:cubicBezTo>
                    <a:pt x="45901" y="-81"/>
                    <a:pt x="36462" y="-1389"/>
                    <a:pt x="27908" y="1526"/>
                  </a:cubicBezTo>
                  <a:lnTo>
                    <a:pt x="27908" y="1526"/>
                  </a:lnTo>
                  <a:cubicBezTo>
                    <a:pt x="25956" y="2313"/>
                    <a:pt x="24136" y="3372"/>
                    <a:pt x="22479" y="4669"/>
                  </a:cubicBezTo>
                  <a:lnTo>
                    <a:pt x="0" y="17718"/>
                  </a:lnTo>
                  <a:lnTo>
                    <a:pt x="10477" y="31720"/>
                  </a:lnTo>
                  <a:cubicBezTo>
                    <a:pt x="10477" y="33625"/>
                    <a:pt x="10477" y="35625"/>
                    <a:pt x="10477" y="37721"/>
                  </a:cubicBezTo>
                  <a:lnTo>
                    <a:pt x="10477" y="891161"/>
                  </a:lnTo>
                  <a:cubicBezTo>
                    <a:pt x="10477" y="922974"/>
                    <a:pt x="29527" y="959931"/>
                    <a:pt x="53721" y="973743"/>
                  </a:cubicBezTo>
                  <a:lnTo>
                    <a:pt x="757904" y="1380365"/>
                  </a:lnTo>
                  <a:lnTo>
                    <a:pt x="766858" y="1408940"/>
                  </a:lnTo>
                  <a:lnTo>
                    <a:pt x="797624" y="1391700"/>
                  </a:lnTo>
                  <a:cubicBezTo>
                    <a:pt x="799176" y="1391004"/>
                    <a:pt x="800643" y="1390147"/>
                    <a:pt x="802005" y="1389128"/>
                  </a:cubicBezTo>
                  <a:lnTo>
                    <a:pt x="802005" y="1389128"/>
                  </a:lnTo>
                  <a:cubicBezTo>
                    <a:pt x="811178" y="1380508"/>
                    <a:pt x="815854" y="1368135"/>
                    <a:pt x="814673" y="1355600"/>
                  </a:cubicBezTo>
                  <a:lnTo>
                    <a:pt x="814673" y="502160"/>
                  </a:lnTo>
                  <a:cubicBezTo>
                    <a:pt x="814388" y="470442"/>
                    <a:pt x="795052" y="433294"/>
                    <a:pt x="771144" y="41948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8" name="Google Shape;3958;p48"/>
            <p:cNvSpPr/>
            <p:nvPr/>
          </p:nvSpPr>
          <p:spPr>
            <a:xfrm>
              <a:off x="3387120" y="682740"/>
              <a:ext cx="804386" cy="1393465"/>
            </a:xfrm>
            <a:custGeom>
              <a:avLst/>
              <a:gdLst/>
              <a:ahLst/>
              <a:cxnLst/>
              <a:rect l="l" t="t" r="r" b="b"/>
              <a:pathLst>
                <a:path w="804386" h="1393465" extrusionOk="0">
                  <a:moveTo>
                    <a:pt x="761143" y="1388323"/>
                  </a:moveTo>
                  <a:lnTo>
                    <a:pt x="43244" y="973890"/>
                  </a:lnTo>
                  <a:cubicBezTo>
                    <a:pt x="19431" y="960079"/>
                    <a:pt x="0" y="923122"/>
                    <a:pt x="0" y="891213"/>
                  </a:cubicBezTo>
                  <a:lnTo>
                    <a:pt x="0" y="37869"/>
                  </a:lnTo>
                  <a:cubicBezTo>
                    <a:pt x="0" y="6055"/>
                    <a:pt x="19050" y="-8613"/>
                    <a:pt x="43244" y="5198"/>
                  </a:cubicBezTo>
                  <a:lnTo>
                    <a:pt x="761143" y="419631"/>
                  </a:lnTo>
                  <a:cubicBezTo>
                    <a:pt x="785050" y="433442"/>
                    <a:pt x="804386" y="470399"/>
                    <a:pt x="804386" y="502308"/>
                  </a:cubicBezTo>
                  <a:lnTo>
                    <a:pt x="804386" y="1355652"/>
                  </a:lnTo>
                  <a:cubicBezTo>
                    <a:pt x="804386" y="1387085"/>
                    <a:pt x="785050" y="1402134"/>
                    <a:pt x="761143" y="1388323"/>
                  </a:cubicBezTo>
                  <a:close/>
                </a:path>
              </a:pathLst>
            </a:custGeom>
            <a:solidFill>
              <a:srgbClr val="F5F7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9" name="Google Shape;3959;p48"/>
            <p:cNvSpPr/>
            <p:nvPr/>
          </p:nvSpPr>
          <p:spPr>
            <a:xfrm>
              <a:off x="3499610" y="847672"/>
              <a:ext cx="17240" cy="769048"/>
            </a:xfrm>
            <a:custGeom>
              <a:avLst/>
              <a:gdLst/>
              <a:ahLst/>
              <a:cxnLst/>
              <a:rect l="l" t="t" r="r" b="b"/>
              <a:pathLst>
                <a:path w="17240" h="769048" extrusionOk="0">
                  <a:moveTo>
                    <a:pt x="0" y="759047"/>
                  </a:moveTo>
                  <a:lnTo>
                    <a:pt x="17240" y="769048"/>
                  </a:lnTo>
                  <a:lnTo>
                    <a:pt x="17240" y="10001"/>
                  </a:lnTo>
                  <a:lnTo>
                    <a:pt x="0" y="0"/>
                  </a:lnTo>
                  <a:lnTo>
                    <a:pt x="0" y="75904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0" name="Google Shape;3960;p48"/>
            <p:cNvSpPr/>
            <p:nvPr/>
          </p:nvSpPr>
          <p:spPr>
            <a:xfrm>
              <a:off x="3477988" y="1035502"/>
              <a:ext cx="60483" cy="177021"/>
            </a:xfrm>
            <a:custGeom>
              <a:avLst/>
              <a:gdLst/>
              <a:ahLst/>
              <a:cxnLst/>
              <a:rect l="l" t="t" r="r" b="b"/>
              <a:pathLst>
                <a:path w="60483" h="177021" extrusionOk="0">
                  <a:moveTo>
                    <a:pt x="30289" y="173358"/>
                  </a:moveTo>
                  <a:lnTo>
                    <a:pt x="30289" y="173358"/>
                  </a:lnTo>
                  <a:cubicBezTo>
                    <a:pt x="11573" y="160004"/>
                    <a:pt x="324" y="138535"/>
                    <a:pt x="0" y="115541"/>
                  </a:cubicBezTo>
                  <a:lnTo>
                    <a:pt x="0" y="26483"/>
                  </a:lnTo>
                  <a:cubicBezTo>
                    <a:pt x="0" y="4194"/>
                    <a:pt x="13525" y="-5998"/>
                    <a:pt x="30289" y="3623"/>
                  </a:cubicBezTo>
                  <a:lnTo>
                    <a:pt x="30289" y="3623"/>
                  </a:lnTo>
                  <a:cubicBezTo>
                    <a:pt x="48949" y="17022"/>
                    <a:pt x="60150" y="38472"/>
                    <a:pt x="60484" y="61439"/>
                  </a:cubicBezTo>
                  <a:lnTo>
                    <a:pt x="60484" y="150498"/>
                  </a:lnTo>
                  <a:cubicBezTo>
                    <a:pt x="60484" y="172787"/>
                    <a:pt x="46958" y="183074"/>
                    <a:pt x="30289" y="1733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1" name="Google Shape;3961;p48"/>
            <p:cNvSpPr/>
            <p:nvPr/>
          </p:nvSpPr>
          <p:spPr>
            <a:xfrm>
              <a:off x="3684776" y="951970"/>
              <a:ext cx="17335" cy="768953"/>
            </a:xfrm>
            <a:custGeom>
              <a:avLst/>
              <a:gdLst/>
              <a:ahLst/>
              <a:cxnLst/>
              <a:rect l="l" t="t" r="r" b="b"/>
              <a:pathLst>
                <a:path w="17335" h="768953" extrusionOk="0">
                  <a:moveTo>
                    <a:pt x="0" y="758952"/>
                  </a:moveTo>
                  <a:lnTo>
                    <a:pt x="17336" y="768953"/>
                  </a:lnTo>
                  <a:lnTo>
                    <a:pt x="17336" y="10001"/>
                  </a:lnTo>
                  <a:lnTo>
                    <a:pt x="0" y="0"/>
                  </a:lnTo>
                  <a:lnTo>
                    <a:pt x="0" y="75895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2" name="Google Shape;3962;p48"/>
            <p:cNvSpPr/>
            <p:nvPr/>
          </p:nvSpPr>
          <p:spPr>
            <a:xfrm>
              <a:off x="3663154" y="1389355"/>
              <a:ext cx="60579" cy="177060"/>
            </a:xfrm>
            <a:custGeom>
              <a:avLst/>
              <a:gdLst/>
              <a:ahLst/>
              <a:cxnLst/>
              <a:rect l="l" t="t" r="r" b="b"/>
              <a:pathLst>
                <a:path w="60579" h="177060" extrusionOk="0">
                  <a:moveTo>
                    <a:pt x="30289" y="173453"/>
                  </a:moveTo>
                  <a:lnTo>
                    <a:pt x="30289" y="173453"/>
                  </a:lnTo>
                  <a:cubicBezTo>
                    <a:pt x="11621" y="160014"/>
                    <a:pt x="391" y="138544"/>
                    <a:pt x="0" y="115541"/>
                  </a:cubicBezTo>
                  <a:lnTo>
                    <a:pt x="0" y="26483"/>
                  </a:lnTo>
                  <a:cubicBezTo>
                    <a:pt x="0" y="4194"/>
                    <a:pt x="13621" y="-5998"/>
                    <a:pt x="30289" y="3623"/>
                  </a:cubicBezTo>
                  <a:lnTo>
                    <a:pt x="30289" y="3623"/>
                  </a:lnTo>
                  <a:cubicBezTo>
                    <a:pt x="48987" y="17005"/>
                    <a:pt x="60217" y="38456"/>
                    <a:pt x="60579" y="61439"/>
                  </a:cubicBezTo>
                  <a:lnTo>
                    <a:pt x="60579" y="150498"/>
                  </a:lnTo>
                  <a:cubicBezTo>
                    <a:pt x="60579" y="172787"/>
                    <a:pt x="47053" y="183074"/>
                    <a:pt x="30289" y="173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48"/>
            <p:cNvSpPr/>
            <p:nvPr/>
          </p:nvSpPr>
          <p:spPr>
            <a:xfrm>
              <a:off x="3870037" y="1058841"/>
              <a:ext cx="17335" cy="769048"/>
            </a:xfrm>
            <a:custGeom>
              <a:avLst/>
              <a:gdLst/>
              <a:ahLst/>
              <a:cxnLst/>
              <a:rect l="l" t="t" r="r" b="b"/>
              <a:pathLst>
                <a:path w="17335" h="769048" extrusionOk="0">
                  <a:moveTo>
                    <a:pt x="0" y="759047"/>
                  </a:moveTo>
                  <a:lnTo>
                    <a:pt x="17335" y="769049"/>
                  </a:lnTo>
                  <a:lnTo>
                    <a:pt x="17335" y="10001"/>
                  </a:lnTo>
                  <a:lnTo>
                    <a:pt x="0" y="0"/>
                  </a:lnTo>
                  <a:lnTo>
                    <a:pt x="0" y="75904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4" name="Google Shape;3964;p48"/>
            <p:cNvSpPr/>
            <p:nvPr/>
          </p:nvSpPr>
          <p:spPr>
            <a:xfrm>
              <a:off x="3848416" y="1146769"/>
              <a:ext cx="60579" cy="177060"/>
            </a:xfrm>
            <a:custGeom>
              <a:avLst/>
              <a:gdLst/>
              <a:ahLst/>
              <a:cxnLst/>
              <a:rect l="l" t="t" r="r" b="b"/>
              <a:pathLst>
                <a:path w="60579" h="177060" extrusionOk="0">
                  <a:moveTo>
                    <a:pt x="30289" y="173438"/>
                  </a:moveTo>
                  <a:lnTo>
                    <a:pt x="30289" y="173438"/>
                  </a:lnTo>
                  <a:cubicBezTo>
                    <a:pt x="11592" y="160055"/>
                    <a:pt x="362" y="138605"/>
                    <a:pt x="0" y="115621"/>
                  </a:cubicBezTo>
                  <a:lnTo>
                    <a:pt x="0" y="26562"/>
                  </a:lnTo>
                  <a:cubicBezTo>
                    <a:pt x="0" y="4274"/>
                    <a:pt x="13525" y="-6013"/>
                    <a:pt x="30289" y="3607"/>
                  </a:cubicBezTo>
                  <a:lnTo>
                    <a:pt x="30289" y="3607"/>
                  </a:lnTo>
                  <a:cubicBezTo>
                    <a:pt x="48958" y="17047"/>
                    <a:pt x="60188" y="38516"/>
                    <a:pt x="60579" y="61519"/>
                  </a:cubicBezTo>
                  <a:lnTo>
                    <a:pt x="60579" y="150578"/>
                  </a:lnTo>
                  <a:cubicBezTo>
                    <a:pt x="60579" y="172866"/>
                    <a:pt x="46958" y="183058"/>
                    <a:pt x="30289" y="1734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5" name="Google Shape;3965;p48"/>
            <p:cNvSpPr/>
            <p:nvPr/>
          </p:nvSpPr>
          <p:spPr>
            <a:xfrm>
              <a:off x="4055299" y="1165807"/>
              <a:ext cx="17240" cy="768953"/>
            </a:xfrm>
            <a:custGeom>
              <a:avLst/>
              <a:gdLst/>
              <a:ahLst/>
              <a:cxnLst/>
              <a:rect l="l" t="t" r="r" b="b"/>
              <a:pathLst>
                <a:path w="17240" h="768953" extrusionOk="0">
                  <a:moveTo>
                    <a:pt x="0" y="759047"/>
                  </a:moveTo>
                  <a:lnTo>
                    <a:pt x="17240" y="768953"/>
                  </a:lnTo>
                  <a:lnTo>
                    <a:pt x="17240" y="10001"/>
                  </a:lnTo>
                  <a:lnTo>
                    <a:pt x="0" y="0"/>
                  </a:lnTo>
                  <a:lnTo>
                    <a:pt x="0" y="75904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6" name="Google Shape;3966;p48"/>
            <p:cNvSpPr/>
            <p:nvPr/>
          </p:nvSpPr>
          <p:spPr>
            <a:xfrm>
              <a:off x="4033677" y="1453459"/>
              <a:ext cx="60483" cy="177021"/>
            </a:xfrm>
            <a:custGeom>
              <a:avLst/>
              <a:gdLst/>
              <a:ahLst/>
              <a:cxnLst/>
              <a:rect l="l" t="t" r="r" b="b"/>
              <a:pathLst>
                <a:path w="60483" h="177021" extrusionOk="0">
                  <a:moveTo>
                    <a:pt x="30290" y="173358"/>
                  </a:moveTo>
                  <a:lnTo>
                    <a:pt x="30290" y="173358"/>
                  </a:lnTo>
                  <a:cubicBezTo>
                    <a:pt x="11573" y="160004"/>
                    <a:pt x="324" y="138535"/>
                    <a:pt x="0" y="115541"/>
                  </a:cubicBezTo>
                  <a:lnTo>
                    <a:pt x="0" y="26483"/>
                  </a:lnTo>
                  <a:cubicBezTo>
                    <a:pt x="0" y="4194"/>
                    <a:pt x="13525" y="-5998"/>
                    <a:pt x="30290" y="3623"/>
                  </a:cubicBezTo>
                  <a:lnTo>
                    <a:pt x="30290" y="3623"/>
                  </a:lnTo>
                  <a:cubicBezTo>
                    <a:pt x="48949" y="17024"/>
                    <a:pt x="60150" y="38475"/>
                    <a:pt x="60484" y="61439"/>
                  </a:cubicBezTo>
                  <a:lnTo>
                    <a:pt x="60484" y="150498"/>
                  </a:lnTo>
                  <a:cubicBezTo>
                    <a:pt x="60484" y="172787"/>
                    <a:pt x="46958" y="183074"/>
                    <a:pt x="30290" y="1733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7" name="Google Shape;3967;p48"/>
            <p:cNvGrpSpPr/>
            <p:nvPr/>
          </p:nvGrpSpPr>
          <p:grpSpPr>
            <a:xfrm>
              <a:off x="3457891" y="2611797"/>
              <a:ext cx="595122" cy="410622"/>
              <a:chOff x="5119116" y="3513772"/>
              <a:chExt cx="595122" cy="410622"/>
            </a:xfrm>
          </p:grpSpPr>
          <p:sp>
            <p:nvSpPr>
              <p:cNvPr id="3968" name="Google Shape;3968;p48"/>
              <p:cNvSpPr/>
              <p:nvPr/>
            </p:nvSpPr>
            <p:spPr>
              <a:xfrm>
                <a:off x="5119116" y="3618642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9" name="Google Shape;3969;p48"/>
              <p:cNvSpPr/>
              <p:nvPr/>
            </p:nvSpPr>
            <p:spPr>
              <a:xfrm>
                <a:off x="5184648" y="3579304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0" name="Google Shape;3970;p48"/>
              <p:cNvSpPr/>
              <p:nvPr/>
            </p:nvSpPr>
            <p:spPr>
              <a:xfrm>
                <a:off x="5184743" y="3664839"/>
                <a:ext cx="52292" cy="69627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69627" extrusionOk="0">
                    <a:moveTo>
                      <a:pt x="0" y="69628"/>
                    </a:moveTo>
                    <a:lnTo>
                      <a:pt x="0" y="0"/>
                    </a:lnTo>
                    <a:lnTo>
                      <a:pt x="52292" y="46577"/>
                    </a:lnTo>
                    <a:lnTo>
                      <a:pt x="0" y="69628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1" name="Google Shape;3971;p48"/>
              <p:cNvSpPr/>
              <p:nvPr/>
            </p:nvSpPr>
            <p:spPr>
              <a:xfrm>
                <a:off x="5674423" y="3666648"/>
                <a:ext cx="39814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39814" h="93916" extrusionOk="0">
                    <a:moveTo>
                      <a:pt x="39814" y="0"/>
                    </a:moveTo>
                    <a:lnTo>
                      <a:pt x="39814" y="65532"/>
                    </a:lnTo>
                    <a:lnTo>
                      <a:pt x="13049" y="93916"/>
                    </a:lnTo>
                    <a:lnTo>
                      <a:pt x="0" y="18955"/>
                    </a:lnTo>
                    <a:lnTo>
                      <a:pt x="39814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2" name="Google Shape;3972;p48"/>
              <p:cNvSpPr/>
              <p:nvPr/>
            </p:nvSpPr>
            <p:spPr>
              <a:xfrm>
                <a:off x="5184648" y="3513772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8"/>
                      <a:pt x="411037" y="305753"/>
                      <a:pt x="264795" y="305753"/>
                    </a:cubicBezTo>
                    <a:cubicBezTo>
                      <a:pt x="118553" y="305753"/>
                      <a:pt x="0" y="237308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3" name="Google Shape;3973;p48"/>
              <p:cNvSpPr/>
              <p:nvPr/>
            </p:nvSpPr>
            <p:spPr>
              <a:xfrm>
                <a:off x="5260027" y="3555420"/>
                <a:ext cx="379097" cy="218860"/>
              </a:xfrm>
              <a:custGeom>
                <a:avLst/>
                <a:gdLst/>
                <a:ahLst/>
                <a:cxnLst/>
                <a:rect l="l" t="t" r="r" b="b"/>
                <a:pathLst>
                  <a:path w="379097" h="218860" extrusionOk="0">
                    <a:moveTo>
                      <a:pt x="378772" y="115991"/>
                    </a:moveTo>
                    <a:cubicBezTo>
                      <a:pt x="376105" y="141708"/>
                      <a:pt x="357722" y="167140"/>
                      <a:pt x="323623" y="186857"/>
                    </a:cubicBezTo>
                    <a:cubicBezTo>
                      <a:pt x="249518" y="229529"/>
                      <a:pt x="129503" y="229529"/>
                      <a:pt x="55494" y="186857"/>
                    </a:cubicBezTo>
                    <a:cubicBezTo>
                      <a:pt x="21299" y="167140"/>
                      <a:pt x="3011" y="141708"/>
                      <a:pt x="344" y="115991"/>
                    </a:cubicBezTo>
                    <a:cubicBezTo>
                      <a:pt x="-2799" y="85892"/>
                      <a:pt x="15584" y="55031"/>
                      <a:pt x="55494" y="32076"/>
                    </a:cubicBezTo>
                    <a:cubicBezTo>
                      <a:pt x="129503" y="-10692"/>
                      <a:pt x="249518" y="-10692"/>
                      <a:pt x="323623" y="32076"/>
                    </a:cubicBezTo>
                    <a:cubicBezTo>
                      <a:pt x="363437" y="55031"/>
                      <a:pt x="381821" y="85892"/>
                      <a:pt x="378772" y="11599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4" name="Google Shape;3974;p48"/>
              <p:cNvSpPr/>
              <p:nvPr/>
            </p:nvSpPr>
            <p:spPr>
              <a:xfrm>
                <a:off x="5260371" y="3568469"/>
                <a:ext cx="378428" cy="205811"/>
              </a:xfrm>
              <a:custGeom>
                <a:avLst/>
                <a:gdLst/>
                <a:ahLst/>
                <a:cxnLst/>
                <a:rect l="l" t="t" r="r" b="b"/>
                <a:pathLst>
                  <a:path w="378428" h="205811" extrusionOk="0">
                    <a:moveTo>
                      <a:pt x="378428" y="102942"/>
                    </a:moveTo>
                    <a:cubicBezTo>
                      <a:pt x="375761" y="128659"/>
                      <a:pt x="357378" y="154091"/>
                      <a:pt x="323279" y="173808"/>
                    </a:cubicBezTo>
                    <a:cubicBezTo>
                      <a:pt x="249174" y="216479"/>
                      <a:pt x="129159" y="216479"/>
                      <a:pt x="55150" y="173808"/>
                    </a:cubicBezTo>
                    <a:cubicBezTo>
                      <a:pt x="20955" y="154091"/>
                      <a:pt x="2667" y="128659"/>
                      <a:pt x="0" y="102942"/>
                    </a:cubicBezTo>
                    <a:cubicBezTo>
                      <a:pt x="2667" y="77224"/>
                      <a:pt x="20955" y="51792"/>
                      <a:pt x="55150" y="32076"/>
                    </a:cubicBezTo>
                    <a:cubicBezTo>
                      <a:pt x="129159" y="-10692"/>
                      <a:pt x="249174" y="-10692"/>
                      <a:pt x="323279" y="32076"/>
                    </a:cubicBezTo>
                    <a:cubicBezTo>
                      <a:pt x="357283" y="51792"/>
                      <a:pt x="375666" y="77224"/>
                      <a:pt x="378428" y="102942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5" name="Google Shape;3975;p48"/>
              <p:cNvSpPr/>
              <p:nvPr/>
            </p:nvSpPr>
            <p:spPr>
              <a:xfrm>
                <a:off x="5357145" y="3618071"/>
                <a:ext cx="176643" cy="110490"/>
              </a:xfrm>
              <a:custGeom>
                <a:avLst/>
                <a:gdLst/>
                <a:ahLst/>
                <a:cxnLst/>
                <a:rect l="l" t="t" r="r" b="b"/>
                <a:pathLst>
                  <a:path w="176643" h="110490" extrusionOk="0">
                    <a:moveTo>
                      <a:pt x="89535" y="17526"/>
                    </a:moveTo>
                    <a:cubicBezTo>
                      <a:pt x="87202" y="17488"/>
                      <a:pt x="84877" y="17678"/>
                      <a:pt x="82582" y="18097"/>
                    </a:cubicBezTo>
                    <a:cubicBezTo>
                      <a:pt x="79439" y="18097"/>
                      <a:pt x="76010" y="19145"/>
                      <a:pt x="72104" y="20003"/>
                    </a:cubicBezTo>
                    <a:cubicBezTo>
                      <a:pt x="68199" y="20860"/>
                      <a:pt x="64199" y="21812"/>
                      <a:pt x="60008" y="23050"/>
                    </a:cubicBezTo>
                    <a:cubicBezTo>
                      <a:pt x="55959" y="24260"/>
                      <a:pt x="52007" y="25784"/>
                      <a:pt x="48197" y="27622"/>
                    </a:cubicBezTo>
                    <a:lnTo>
                      <a:pt x="78581" y="45148"/>
                    </a:lnTo>
                    <a:lnTo>
                      <a:pt x="84106" y="43244"/>
                    </a:lnTo>
                    <a:cubicBezTo>
                      <a:pt x="91821" y="40672"/>
                      <a:pt x="99155" y="38481"/>
                      <a:pt x="106013" y="36671"/>
                    </a:cubicBezTo>
                    <a:cubicBezTo>
                      <a:pt x="112462" y="34947"/>
                      <a:pt x="119063" y="33861"/>
                      <a:pt x="125730" y="33433"/>
                    </a:cubicBezTo>
                    <a:cubicBezTo>
                      <a:pt x="131788" y="33023"/>
                      <a:pt x="137884" y="33433"/>
                      <a:pt x="143828" y="34671"/>
                    </a:cubicBezTo>
                    <a:cubicBezTo>
                      <a:pt x="149943" y="35938"/>
                      <a:pt x="155801" y="38224"/>
                      <a:pt x="161163" y="41434"/>
                    </a:cubicBezTo>
                    <a:cubicBezTo>
                      <a:pt x="166468" y="44072"/>
                      <a:pt x="171002" y="48044"/>
                      <a:pt x="174308" y="52959"/>
                    </a:cubicBezTo>
                    <a:cubicBezTo>
                      <a:pt x="176498" y="56521"/>
                      <a:pt x="177184" y="60798"/>
                      <a:pt x="176213" y="64865"/>
                    </a:cubicBezTo>
                    <a:cubicBezTo>
                      <a:pt x="174927" y="69342"/>
                      <a:pt x="172460" y="73390"/>
                      <a:pt x="169069" y="76581"/>
                    </a:cubicBezTo>
                    <a:cubicBezTo>
                      <a:pt x="164887" y="80781"/>
                      <a:pt x="160220" y="84458"/>
                      <a:pt x="155162" y="87535"/>
                    </a:cubicBezTo>
                    <a:lnTo>
                      <a:pt x="174212" y="98679"/>
                    </a:lnTo>
                    <a:lnTo>
                      <a:pt x="163735" y="104775"/>
                    </a:lnTo>
                    <a:lnTo>
                      <a:pt x="144113" y="93536"/>
                    </a:lnTo>
                    <a:cubicBezTo>
                      <a:pt x="134969" y="98107"/>
                      <a:pt x="125397" y="101775"/>
                      <a:pt x="115538" y="104489"/>
                    </a:cubicBezTo>
                    <a:cubicBezTo>
                      <a:pt x="105032" y="107432"/>
                      <a:pt x="94298" y="109442"/>
                      <a:pt x="83439" y="110490"/>
                    </a:cubicBezTo>
                    <a:lnTo>
                      <a:pt x="73247" y="92202"/>
                    </a:lnTo>
                    <a:cubicBezTo>
                      <a:pt x="76114" y="92145"/>
                      <a:pt x="78981" y="91926"/>
                      <a:pt x="81820" y="91535"/>
                    </a:cubicBezTo>
                    <a:cubicBezTo>
                      <a:pt x="86116" y="91049"/>
                      <a:pt x="90373" y="90316"/>
                      <a:pt x="94583" y="89345"/>
                    </a:cubicBezTo>
                    <a:cubicBezTo>
                      <a:pt x="99251" y="88392"/>
                      <a:pt x="104108" y="87058"/>
                      <a:pt x="109442" y="85534"/>
                    </a:cubicBezTo>
                    <a:cubicBezTo>
                      <a:pt x="114529" y="84077"/>
                      <a:pt x="119501" y="82239"/>
                      <a:pt x="124301" y="80010"/>
                    </a:cubicBezTo>
                    <a:lnTo>
                      <a:pt x="94012" y="62579"/>
                    </a:lnTo>
                    <a:lnTo>
                      <a:pt x="90107" y="63913"/>
                    </a:lnTo>
                    <a:lnTo>
                      <a:pt x="85916" y="65151"/>
                    </a:lnTo>
                    <a:cubicBezTo>
                      <a:pt x="79038" y="67485"/>
                      <a:pt x="72047" y="69456"/>
                      <a:pt x="64961" y="71056"/>
                    </a:cubicBezTo>
                    <a:cubicBezTo>
                      <a:pt x="59112" y="72409"/>
                      <a:pt x="53150" y="73209"/>
                      <a:pt x="47149" y="73438"/>
                    </a:cubicBezTo>
                    <a:cubicBezTo>
                      <a:pt x="41834" y="73657"/>
                      <a:pt x="36519" y="73171"/>
                      <a:pt x="31337" y="72009"/>
                    </a:cubicBezTo>
                    <a:cubicBezTo>
                      <a:pt x="26213" y="70761"/>
                      <a:pt x="21308" y="68771"/>
                      <a:pt x="16764" y="66104"/>
                    </a:cubicBezTo>
                    <a:cubicBezTo>
                      <a:pt x="11792" y="63465"/>
                      <a:pt x="7468" y="59760"/>
                      <a:pt x="4096" y="55245"/>
                    </a:cubicBezTo>
                    <a:cubicBezTo>
                      <a:pt x="1676" y="51797"/>
                      <a:pt x="476" y="47644"/>
                      <a:pt x="667" y="43434"/>
                    </a:cubicBezTo>
                    <a:cubicBezTo>
                      <a:pt x="1105" y="39091"/>
                      <a:pt x="2829" y="34976"/>
                      <a:pt x="5620" y="31623"/>
                    </a:cubicBezTo>
                    <a:cubicBezTo>
                      <a:pt x="9182" y="27327"/>
                      <a:pt x="13354" y="23565"/>
                      <a:pt x="18002" y="20479"/>
                    </a:cubicBezTo>
                    <a:lnTo>
                      <a:pt x="0" y="10096"/>
                    </a:lnTo>
                    <a:lnTo>
                      <a:pt x="10573" y="4000"/>
                    </a:lnTo>
                    <a:lnTo>
                      <a:pt x="28385" y="14288"/>
                    </a:lnTo>
                    <a:cubicBezTo>
                      <a:pt x="36709" y="10163"/>
                      <a:pt x="45463" y="6963"/>
                      <a:pt x="54483" y="4763"/>
                    </a:cubicBezTo>
                    <a:cubicBezTo>
                      <a:pt x="63103" y="2600"/>
                      <a:pt x="71847" y="1010"/>
                      <a:pt x="80677" y="0"/>
                    </a:cubicBezTo>
                    <a:close/>
                    <a:moveTo>
                      <a:pt x="37814" y="49054"/>
                    </a:moveTo>
                    <a:cubicBezTo>
                      <a:pt x="41796" y="51340"/>
                      <a:pt x="46387" y="52340"/>
                      <a:pt x="50959" y="51911"/>
                    </a:cubicBezTo>
                    <a:cubicBezTo>
                      <a:pt x="57150" y="51197"/>
                      <a:pt x="63256" y="49825"/>
                      <a:pt x="69152" y="47815"/>
                    </a:cubicBezTo>
                    <a:lnTo>
                      <a:pt x="40577" y="31337"/>
                    </a:lnTo>
                    <a:cubicBezTo>
                      <a:pt x="30194" y="38576"/>
                      <a:pt x="29242" y="44482"/>
                      <a:pt x="37814" y="49054"/>
                    </a:cubicBezTo>
                    <a:close/>
                    <a:moveTo>
                      <a:pt x="137732" y="57340"/>
                    </a:moveTo>
                    <a:cubicBezTo>
                      <a:pt x="133398" y="54978"/>
                      <a:pt x="128416" y="54112"/>
                      <a:pt x="123539" y="54864"/>
                    </a:cubicBezTo>
                    <a:cubicBezTo>
                      <a:pt x="116777" y="55683"/>
                      <a:pt x="110109" y="57150"/>
                      <a:pt x="103632" y="59246"/>
                    </a:cubicBezTo>
                    <a:lnTo>
                      <a:pt x="132207" y="75533"/>
                    </a:lnTo>
                    <a:cubicBezTo>
                      <a:pt x="144018" y="68580"/>
                      <a:pt x="145923" y="62484"/>
                      <a:pt x="137732" y="5772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6" name="Google Shape;3976;p48"/>
              <p:cNvSpPr/>
              <p:nvPr/>
            </p:nvSpPr>
            <p:spPr>
              <a:xfrm>
                <a:off x="5430297" y="3699986"/>
                <a:ext cx="11620" cy="15239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5239" extrusionOk="0">
                    <a:moveTo>
                      <a:pt x="0" y="10287"/>
                    </a:moveTo>
                    <a:cubicBezTo>
                      <a:pt x="0" y="9525"/>
                      <a:pt x="0" y="0"/>
                      <a:pt x="0" y="0"/>
                    </a:cubicBezTo>
                    <a:lnTo>
                      <a:pt x="11621" y="7525"/>
                    </a:lnTo>
                    <a:lnTo>
                      <a:pt x="6572" y="15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7" name="Google Shape;3977;p48"/>
              <p:cNvSpPr/>
              <p:nvPr/>
            </p:nvSpPr>
            <p:spPr>
              <a:xfrm>
                <a:off x="5506497" y="3706463"/>
                <a:ext cx="25145" cy="11810"/>
              </a:xfrm>
              <a:custGeom>
                <a:avLst/>
                <a:gdLst/>
                <a:ahLst/>
                <a:cxnLst/>
                <a:rect l="l" t="t" r="r" b="b"/>
                <a:pathLst>
                  <a:path w="25145" h="11810" extrusionOk="0">
                    <a:moveTo>
                      <a:pt x="25146" y="10287"/>
                    </a:moveTo>
                    <a:lnTo>
                      <a:pt x="25146" y="0"/>
                    </a:lnTo>
                    <a:lnTo>
                      <a:pt x="0" y="2000"/>
                    </a:lnTo>
                    <a:lnTo>
                      <a:pt x="14478" y="11811"/>
                    </a:lnTo>
                    <a:lnTo>
                      <a:pt x="25146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8" name="Google Shape;3978;p48"/>
              <p:cNvSpPr/>
              <p:nvPr/>
            </p:nvSpPr>
            <p:spPr>
              <a:xfrm>
                <a:off x="5514975" y="3668744"/>
                <a:ext cx="18859" cy="10382"/>
              </a:xfrm>
              <a:custGeom>
                <a:avLst/>
                <a:gdLst/>
                <a:ahLst/>
                <a:cxnLst/>
                <a:rect l="l" t="t" r="r" b="b"/>
                <a:pathLst>
                  <a:path w="18859" h="10382" extrusionOk="0">
                    <a:moveTo>
                      <a:pt x="18859" y="10382"/>
                    </a:moveTo>
                    <a:lnTo>
                      <a:pt x="18859" y="0"/>
                    </a:lnTo>
                    <a:lnTo>
                      <a:pt x="0" y="6763"/>
                    </a:lnTo>
                    <a:lnTo>
                      <a:pt x="18859" y="1038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9" name="Google Shape;3979;p48"/>
              <p:cNvSpPr/>
              <p:nvPr/>
            </p:nvSpPr>
            <p:spPr>
              <a:xfrm>
                <a:off x="5455729" y="3672554"/>
                <a:ext cx="28384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28384" h="19811" extrusionOk="0">
                    <a:moveTo>
                      <a:pt x="0" y="6001"/>
                    </a:moveTo>
                    <a:lnTo>
                      <a:pt x="6287" y="0"/>
                    </a:lnTo>
                    <a:lnTo>
                      <a:pt x="28384" y="15240"/>
                    </a:lnTo>
                    <a:lnTo>
                      <a:pt x="27051" y="19812"/>
                    </a:lnTo>
                    <a:cubicBezTo>
                      <a:pt x="27051" y="19812"/>
                      <a:pt x="10478" y="12859"/>
                      <a:pt x="9906" y="1238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0" name="Google Shape;3980;p48"/>
              <p:cNvSpPr/>
              <p:nvPr/>
            </p:nvSpPr>
            <p:spPr>
              <a:xfrm>
                <a:off x="5397817" y="3639502"/>
                <a:ext cx="35337" cy="23336"/>
              </a:xfrm>
              <a:custGeom>
                <a:avLst/>
                <a:gdLst/>
                <a:ahLst/>
                <a:cxnLst/>
                <a:rect l="l" t="t" r="r" b="b"/>
                <a:pathLst>
                  <a:path w="35337" h="23336" extrusionOk="0">
                    <a:moveTo>
                      <a:pt x="0" y="6667"/>
                    </a:moveTo>
                    <a:lnTo>
                      <a:pt x="29337" y="23336"/>
                    </a:lnTo>
                    <a:lnTo>
                      <a:pt x="35338" y="18955"/>
                    </a:lnTo>
                    <a:cubicBezTo>
                      <a:pt x="35338" y="18955"/>
                      <a:pt x="31718" y="14764"/>
                      <a:pt x="31433" y="14288"/>
                    </a:cubicBezTo>
                    <a:cubicBezTo>
                      <a:pt x="28651" y="11287"/>
                      <a:pt x="25441" y="8715"/>
                      <a:pt x="21908" y="6667"/>
                    </a:cubicBezTo>
                    <a:cubicBezTo>
                      <a:pt x="19717" y="6667"/>
                      <a:pt x="5810" y="0"/>
                      <a:pt x="5810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1" name="Google Shape;3981;p48"/>
              <p:cNvSpPr/>
              <p:nvPr/>
            </p:nvSpPr>
            <p:spPr>
              <a:xfrm>
                <a:off x="5430297" y="3620928"/>
                <a:ext cx="16383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4668" extrusionOk="0">
                    <a:moveTo>
                      <a:pt x="16383" y="14669"/>
                    </a:moveTo>
                    <a:lnTo>
                      <a:pt x="16383" y="4381"/>
                    </a:lnTo>
                    <a:lnTo>
                      <a:pt x="2858" y="0"/>
                    </a:lnTo>
                    <a:lnTo>
                      <a:pt x="0" y="8096"/>
                    </a:lnTo>
                    <a:lnTo>
                      <a:pt x="762" y="11716"/>
                    </a:lnTo>
                    <a:lnTo>
                      <a:pt x="16383" y="1466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2" name="Google Shape;3982;p48"/>
              <p:cNvSpPr/>
              <p:nvPr/>
            </p:nvSpPr>
            <p:spPr>
              <a:xfrm>
                <a:off x="5357050" y="3617880"/>
                <a:ext cx="15620" cy="11620"/>
              </a:xfrm>
              <a:custGeom>
                <a:avLst/>
                <a:gdLst/>
                <a:ahLst/>
                <a:cxnLst/>
                <a:rect l="l" t="t" r="r" b="b"/>
                <a:pathLst>
                  <a:path w="15620" h="11620" extrusionOk="0">
                    <a:moveTo>
                      <a:pt x="0" y="10287"/>
                    </a:moveTo>
                    <a:lnTo>
                      <a:pt x="0" y="0"/>
                    </a:lnTo>
                    <a:lnTo>
                      <a:pt x="15621" y="1715"/>
                    </a:lnTo>
                    <a:lnTo>
                      <a:pt x="10573" y="11621"/>
                    </a:lnTo>
                    <a:lnTo>
                      <a:pt x="0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3" name="Google Shape;3983;p48"/>
              <p:cNvSpPr/>
              <p:nvPr/>
            </p:nvSpPr>
            <p:spPr>
              <a:xfrm>
                <a:off x="5357621" y="3652361"/>
                <a:ext cx="18002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8002" h="18097" extrusionOk="0">
                    <a:moveTo>
                      <a:pt x="0" y="10668"/>
                    </a:moveTo>
                    <a:lnTo>
                      <a:pt x="0" y="0"/>
                    </a:lnTo>
                    <a:lnTo>
                      <a:pt x="18002" y="0"/>
                    </a:lnTo>
                    <a:lnTo>
                      <a:pt x="13621" y="9525"/>
                    </a:lnTo>
                    <a:lnTo>
                      <a:pt x="5810" y="1809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4" name="Google Shape;3984;p48"/>
              <p:cNvSpPr/>
              <p:nvPr/>
            </p:nvSpPr>
            <p:spPr>
              <a:xfrm>
                <a:off x="5357145" y="3607879"/>
                <a:ext cx="176643" cy="110394"/>
              </a:xfrm>
              <a:custGeom>
                <a:avLst/>
                <a:gdLst/>
                <a:ahLst/>
                <a:cxnLst/>
                <a:rect l="l" t="t" r="r" b="b"/>
                <a:pathLst>
                  <a:path w="176643" h="110394" extrusionOk="0">
                    <a:moveTo>
                      <a:pt x="89535" y="17431"/>
                    </a:moveTo>
                    <a:cubicBezTo>
                      <a:pt x="87202" y="17393"/>
                      <a:pt x="84877" y="17583"/>
                      <a:pt x="82582" y="18002"/>
                    </a:cubicBezTo>
                    <a:cubicBezTo>
                      <a:pt x="79439" y="18479"/>
                      <a:pt x="76010" y="19050"/>
                      <a:pt x="72104" y="19907"/>
                    </a:cubicBezTo>
                    <a:cubicBezTo>
                      <a:pt x="68199" y="20764"/>
                      <a:pt x="64199" y="21717"/>
                      <a:pt x="60008" y="22955"/>
                    </a:cubicBezTo>
                    <a:cubicBezTo>
                      <a:pt x="55959" y="24165"/>
                      <a:pt x="52007" y="25689"/>
                      <a:pt x="48197" y="27527"/>
                    </a:cubicBezTo>
                    <a:lnTo>
                      <a:pt x="78581" y="45053"/>
                    </a:lnTo>
                    <a:lnTo>
                      <a:pt x="84106" y="43148"/>
                    </a:lnTo>
                    <a:cubicBezTo>
                      <a:pt x="91821" y="40577"/>
                      <a:pt x="99155" y="38386"/>
                      <a:pt x="106013" y="36576"/>
                    </a:cubicBezTo>
                    <a:cubicBezTo>
                      <a:pt x="112462" y="34852"/>
                      <a:pt x="119063" y="33766"/>
                      <a:pt x="125730" y="33338"/>
                    </a:cubicBezTo>
                    <a:cubicBezTo>
                      <a:pt x="131788" y="32928"/>
                      <a:pt x="137884" y="33338"/>
                      <a:pt x="143828" y="34576"/>
                    </a:cubicBezTo>
                    <a:cubicBezTo>
                      <a:pt x="149943" y="35843"/>
                      <a:pt x="155801" y="38128"/>
                      <a:pt x="161163" y="41338"/>
                    </a:cubicBezTo>
                    <a:cubicBezTo>
                      <a:pt x="166468" y="43977"/>
                      <a:pt x="171002" y="47949"/>
                      <a:pt x="174308" y="52864"/>
                    </a:cubicBezTo>
                    <a:cubicBezTo>
                      <a:pt x="176498" y="56417"/>
                      <a:pt x="177184" y="60703"/>
                      <a:pt x="176213" y="64770"/>
                    </a:cubicBezTo>
                    <a:cubicBezTo>
                      <a:pt x="174927" y="69247"/>
                      <a:pt x="172460" y="73295"/>
                      <a:pt x="169069" y="76486"/>
                    </a:cubicBezTo>
                    <a:cubicBezTo>
                      <a:pt x="164887" y="80686"/>
                      <a:pt x="160220" y="84363"/>
                      <a:pt x="155162" y="87439"/>
                    </a:cubicBezTo>
                    <a:lnTo>
                      <a:pt x="174212" y="98679"/>
                    </a:lnTo>
                    <a:lnTo>
                      <a:pt x="163735" y="104775"/>
                    </a:lnTo>
                    <a:lnTo>
                      <a:pt x="144113" y="93440"/>
                    </a:lnTo>
                    <a:cubicBezTo>
                      <a:pt x="134969" y="98012"/>
                      <a:pt x="125397" y="101679"/>
                      <a:pt x="115538" y="104394"/>
                    </a:cubicBezTo>
                    <a:cubicBezTo>
                      <a:pt x="105032" y="107337"/>
                      <a:pt x="94298" y="109347"/>
                      <a:pt x="83439" y="110395"/>
                    </a:cubicBezTo>
                    <a:lnTo>
                      <a:pt x="73247" y="92107"/>
                    </a:lnTo>
                    <a:cubicBezTo>
                      <a:pt x="76114" y="92050"/>
                      <a:pt x="78981" y="91830"/>
                      <a:pt x="81820" y="91440"/>
                    </a:cubicBezTo>
                    <a:cubicBezTo>
                      <a:pt x="86116" y="90954"/>
                      <a:pt x="90373" y="90221"/>
                      <a:pt x="94583" y="89249"/>
                    </a:cubicBezTo>
                    <a:cubicBezTo>
                      <a:pt x="99251" y="88297"/>
                      <a:pt x="104108" y="86963"/>
                      <a:pt x="109442" y="85439"/>
                    </a:cubicBezTo>
                    <a:cubicBezTo>
                      <a:pt x="114529" y="83991"/>
                      <a:pt x="119501" y="82144"/>
                      <a:pt x="124301" y="79915"/>
                    </a:cubicBezTo>
                    <a:lnTo>
                      <a:pt x="94012" y="62484"/>
                    </a:lnTo>
                    <a:lnTo>
                      <a:pt x="90107" y="63818"/>
                    </a:lnTo>
                    <a:lnTo>
                      <a:pt x="85916" y="65056"/>
                    </a:lnTo>
                    <a:cubicBezTo>
                      <a:pt x="79038" y="67389"/>
                      <a:pt x="72047" y="69361"/>
                      <a:pt x="64961" y="70961"/>
                    </a:cubicBezTo>
                    <a:cubicBezTo>
                      <a:pt x="59122" y="72362"/>
                      <a:pt x="53150" y="73152"/>
                      <a:pt x="47149" y="73343"/>
                    </a:cubicBezTo>
                    <a:cubicBezTo>
                      <a:pt x="41834" y="73562"/>
                      <a:pt x="36519" y="73076"/>
                      <a:pt x="31337" y="71914"/>
                    </a:cubicBezTo>
                    <a:cubicBezTo>
                      <a:pt x="26213" y="70666"/>
                      <a:pt x="21308" y="68675"/>
                      <a:pt x="16764" y="66008"/>
                    </a:cubicBezTo>
                    <a:cubicBezTo>
                      <a:pt x="11763" y="63408"/>
                      <a:pt x="7430" y="59693"/>
                      <a:pt x="4096" y="55150"/>
                    </a:cubicBezTo>
                    <a:cubicBezTo>
                      <a:pt x="1696" y="51730"/>
                      <a:pt x="495" y="47606"/>
                      <a:pt x="667" y="43434"/>
                    </a:cubicBezTo>
                    <a:cubicBezTo>
                      <a:pt x="1095" y="39062"/>
                      <a:pt x="2819" y="34919"/>
                      <a:pt x="5620" y="31528"/>
                    </a:cubicBezTo>
                    <a:cubicBezTo>
                      <a:pt x="9182" y="27232"/>
                      <a:pt x="13354" y="23469"/>
                      <a:pt x="18002" y="20384"/>
                    </a:cubicBezTo>
                    <a:lnTo>
                      <a:pt x="0" y="10001"/>
                    </a:lnTo>
                    <a:lnTo>
                      <a:pt x="10573" y="3905"/>
                    </a:lnTo>
                    <a:lnTo>
                      <a:pt x="28385" y="14192"/>
                    </a:lnTo>
                    <a:cubicBezTo>
                      <a:pt x="36728" y="10106"/>
                      <a:pt x="45472" y="6915"/>
                      <a:pt x="54483" y="4667"/>
                    </a:cubicBezTo>
                    <a:cubicBezTo>
                      <a:pt x="63094" y="2486"/>
                      <a:pt x="71847" y="924"/>
                      <a:pt x="80677" y="0"/>
                    </a:cubicBezTo>
                    <a:close/>
                    <a:moveTo>
                      <a:pt x="37814" y="49721"/>
                    </a:moveTo>
                    <a:cubicBezTo>
                      <a:pt x="41796" y="52006"/>
                      <a:pt x="46387" y="53007"/>
                      <a:pt x="50959" y="52578"/>
                    </a:cubicBezTo>
                    <a:cubicBezTo>
                      <a:pt x="57150" y="51864"/>
                      <a:pt x="63256" y="50492"/>
                      <a:pt x="69152" y="48482"/>
                    </a:cubicBezTo>
                    <a:lnTo>
                      <a:pt x="40577" y="32004"/>
                    </a:lnTo>
                    <a:cubicBezTo>
                      <a:pt x="30194" y="38481"/>
                      <a:pt x="29242" y="44387"/>
                      <a:pt x="37814" y="49721"/>
                    </a:cubicBezTo>
                    <a:close/>
                    <a:moveTo>
                      <a:pt x="137732" y="58103"/>
                    </a:moveTo>
                    <a:cubicBezTo>
                      <a:pt x="133407" y="55712"/>
                      <a:pt x="128426" y="54807"/>
                      <a:pt x="123539" y="55531"/>
                    </a:cubicBezTo>
                    <a:cubicBezTo>
                      <a:pt x="116786" y="56397"/>
                      <a:pt x="110128" y="57864"/>
                      <a:pt x="103632" y="59912"/>
                    </a:cubicBezTo>
                    <a:lnTo>
                      <a:pt x="132207" y="76295"/>
                    </a:lnTo>
                    <a:cubicBezTo>
                      <a:pt x="144018" y="68771"/>
                      <a:pt x="145923" y="62389"/>
                      <a:pt x="137732" y="5772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85" name="Google Shape;3985;p48"/>
            <p:cNvGrpSpPr/>
            <p:nvPr/>
          </p:nvGrpSpPr>
          <p:grpSpPr>
            <a:xfrm>
              <a:off x="3545044" y="2530263"/>
              <a:ext cx="529590" cy="371284"/>
              <a:chOff x="5206269" y="3432238"/>
              <a:chExt cx="529590" cy="371284"/>
            </a:xfrm>
          </p:grpSpPr>
          <p:sp>
            <p:nvSpPr>
              <p:cNvPr id="3986" name="Google Shape;3986;p48"/>
              <p:cNvSpPr/>
              <p:nvPr/>
            </p:nvSpPr>
            <p:spPr>
              <a:xfrm>
                <a:off x="5206269" y="3497770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7" name="Google Shape;3987;p48"/>
              <p:cNvSpPr/>
              <p:nvPr/>
            </p:nvSpPr>
            <p:spPr>
              <a:xfrm>
                <a:off x="5206365" y="3583305"/>
                <a:ext cx="52292" cy="69627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69627" extrusionOk="0">
                    <a:moveTo>
                      <a:pt x="0" y="69628"/>
                    </a:moveTo>
                    <a:lnTo>
                      <a:pt x="0" y="0"/>
                    </a:lnTo>
                    <a:lnTo>
                      <a:pt x="52292" y="46577"/>
                    </a:lnTo>
                    <a:lnTo>
                      <a:pt x="0" y="69628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8" name="Google Shape;3988;p48"/>
              <p:cNvSpPr/>
              <p:nvPr/>
            </p:nvSpPr>
            <p:spPr>
              <a:xfrm>
                <a:off x="5696045" y="3585114"/>
                <a:ext cx="39814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39814" h="93916" extrusionOk="0">
                    <a:moveTo>
                      <a:pt x="39815" y="0"/>
                    </a:moveTo>
                    <a:lnTo>
                      <a:pt x="39815" y="65532"/>
                    </a:lnTo>
                    <a:lnTo>
                      <a:pt x="13049" y="93916"/>
                    </a:lnTo>
                    <a:lnTo>
                      <a:pt x="0" y="18955"/>
                    </a:lnTo>
                    <a:lnTo>
                      <a:pt x="3981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9" name="Google Shape;3989;p48"/>
              <p:cNvSpPr/>
              <p:nvPr/>
            </p:nvSpPr>
            <p:spPr>
              <a:xfrm>
                <a:off x="5206269" y="3432238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8"/>
                      <a:pt x="411037" y="305753"/>
                      <a:pt x="264795" y="305753"/>
                    </a:cubicBezTo>
                    <a:cubicBezTo>
                      <a:pt x="118553" y="305753"/>
                      <a:pt x="0" y="237308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0" name="Google Shape;3990;p48"/>
              <p:cNvSpPr/>
              <p:nvPr/>
            </p:nvSpPr>
            <p:spPr>
              <a:xfrm>
                <a:off x="5281554" y="3473886"/>
                <a:ext cx="379116" cy="218860"/>
              </a:xfrm>
              <a:custGeom>
                <a:avLst/>
                <a:gdLst/>
                <a:ahLst/>
                <a:cxnLst/>
                <a:rect l="l" t="t" r="r" b="b"/>
                <a:pathLst>
                  <a:path w="379116" h="218860" extrusionOk="0">
                    <a:moveTo>
                      <a:pt x="378772" y="115991"/>
                    </a:moveTo>
                    <a:cubicBezTo>
                      <a:pt x="376105" y="141708"/>
                      <a:pt x="357722" y="167140"/>
                      <a:pt x="323623" y="186857"/>
                    </a:cubicBezTo>
                    <a:cubicBezTo>
                      <a:pt x="249518" y="229529"/>
                      <a:pt x="129503" y="229529"/>
                      <a:pt x="55494" y="186857"/>
                    </a:cubicBezTo>
                    <a:cubicBezTo>
                      <a:pt x="21299" y="167140"/>
                      <a:pt x="3011" y="141708"/>
                      <a:pt x="344" y="115991"/>
                    </a:cubicBezTo>
                    <a:cubicBezTo>
                      <a:pt x="-2799" y="85892"/>
                      <a:pt x="15584" y="55031"/>
                      <a:pt x="55494" y="32075"/>
                    </a:cubicBezTo>
                    <a:cubicBezTo>
                      <a:pt x="129503" y="-10692"/>
                      <a:pt x="249518" y="-10692"/>
                      <a:pt x="323623" y="32075"/>
                    </a:cubicBezTo>
                    <a:cubicBezTo>
                      <a:pt x="363533" y="55031"/>
                      <a:pt x="381916" y="85892"/>
                      <a:pt x="378772" y="11599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1" name="Google Shape;3991;p48"/>
              <p:cNvSpPr/>
              <p:nvPr/>
            </p:nvSpPr>
            <p:spPr>
              <a:xfrm>
                <a:off x="5281898" y="3486935"/>
                <a:ext cx="378428" cy="205811"/>
              </a:xfrm>
              <a:custGeom>
                <a:avLst/>
                <a:gdLst/>
                <a:ahLst/>
                <a:cxnLst/>
                <a:rect l="l" t="t" r="r" b="b"/>
                <a:pathLst>
                  <a:path w="378428" h="205811" extrusionOk="0">
                    <a:moveTo>
                      <a:pt x="378428" y="102942"/>
                    </a:moveTo>
                    <a:cubicBezTo>
                      <a:pt x="375761" y="128659"/>
                      <a:pt x="357378" y="154091"/>
                      <a:pt x="323279" y="173807"/>
                    </a:cubicBezTo>
                    <a:cubicBezTo>
                      <a:pt x="249174" y="216479"/>
                      <a:pt x="129159" y="216479"/>
                      <a:pt x="55150" y="173807"/>
                    </a:cubicBezTo>
                    <a:cubicBezTo>
                      <a:pt x="20955" y="154091"/>
                      <a:pt x="2667" y="128659"/>
                      <a:pt x="0" y="102942"/>
                    </a:cubicBezTo>
                    <a:cubicBezTo>
                      <a:pt x="2667" y="77224"/>
                      <a:pt x="20955" y="51792"/>
                      <a:pt x="55150" y="32075"/>
                    </a:cubicBezTo>
                    <a:cubicBezTo>
                      <a:pt x="129159" y="-10692"/>
                      <a:pt x="249174" y="-10692"/>
                      <a:pt x="323279" y="32075"/>
                    </a:cubicBezTo>
                    <a:cubicBezTo>
                      <a:pt x="357378" y="51792"/>
                      <a:pt x="375952" y="77224"/>
                      <a:pt x="378428" y="102942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2" name="Google Shape;3992;p48"/>
              <p:cNvSpPr/>
              <p:nvPr/>
            </p:nvSpPr>
            <p:spPr>
              <a:xfrm>
                <a:off x="5378767" y="3536823"/>
                <a:ext cx="177060" cy="109918"/>
              </a:xfrm>
              <a:custGeom>
                <a:avLst/>
                <a:gdLst/>
                <a:ahLst/>
                <a:cxnLst/>
                <a:rect l="l" t="t" r="r" b="b"/>
                <a:pathLst>
                  <a:path w="177060" h="109918" extrusionOk="0">
                    <a:moveTo>
                      <a:pt x="89535" y="17240"/>
                    </a:moveTo>
                    <a:cubicBezTo>
                      <a:pt x="87201" y="17202"/>
                      <a:pt x="84877" y="17393"/>
                      <a:pt x="82582" y="17812"/>
                    </a:cubicBezTo>
                    <a:cubicBezTo>
                      <a:pt x="79438" y="17812"/>
                      <a:pt x="76009" y="18859"/>
                      <a:pt x="72104" y="19717"/>
                    </a:cubicBezTo>
                    <a:cubicBezTo>
                      <a:pt x="68199" y="20574"/>
                      <a:pt x="64199" y="21526"/>
                      <a:pt x="60103" y="22765"/>
                    </a:cubicBezTo>
                    <a:cubicBezTo>
                      <a:pt x="56016" y="23955"/>
                      <a:pt x="52035" y="25489"/>
                      <a:pt x="48196" y="27337"/>
                    </a:cubicBezTo>
                    <a:lnTo>
                      <a:pt x="79058" y="44577"/>
                    </a:lnTo>
                    <a:lnTo>
                      <a:pt x="84487" y="42672"/>
                    </a:lnTo>
                    <a:cubicBezTo>
                      <a:pt x="92202" y="40100"/>
                      <a:pt x="99536" y="37909"/>
                      <a:pt x="106394" y="36100"/>
                    </a:cubicBezTo>
                    <a:cubicBezTo>
                      <a:pt x="112843" y="34376"/>
                      <a:pt x="119444" y="33290"/>
                      <a:pt x="126111" y="32861"/>
                    </a:cubicBezTo>
                    <a:cubicBezTo>
                      <a:pt x="132169" y="32452"/>
                      <a:pt x="138265" y="32861"/>
                      <a:pt x="144209" y="34099"/>
                    </a:cubicBezTo>
                    <a:cubicBezTo>
                      <a:pt x="150324" y="35366"/>
                      <a:pt x="156181" y="37652"/>
                      <a:pt x="161544" y="40862"/>
                    </a:cubicBezTo>
                    <a:cubicBezTo>
                      <a:pt x="166849" y="43501"/>
                      <a:pt x="171383" y="47472"/>
                      <a:pt x="174688" y="52388"/>
                    </a:cubicBezTo>
                    <a:cubicBezTo>
                      <a:pt x="176936" y="55921"/>
                      <a:pt x="177622" y="60236"/>
                      <a:pt x="176594" y="64294"/>
                    </a:cubicBezTo>
                    <a:cubicBezTo>
                      <a:pt x="175308" y="68771"/>
                      <a:pt x="172841" y="72819"/>
                      <a:pt x="169450" y="76009"/>
                    </a:cubicBezTo>
                    <a:cubicBezTo>
                      <a:pt x="165268" y="80210"/>
                      <a:pt x="160601" y="83887"/>
                      <a:pt x="155543" y="86963"/>
                    </a:cubicBezTo>
                    <a:lnTo>
                      <a:pt x="174593" y="98107"/>
                    </a:lnTo>
                    <a:lnTo>
                      <a:pt x="164021" y="104204"/>
                    </a:lnTo>
                    <a:lnTo>
                      <a:pt x="144971" y="92964"/>
                    </a:lnTo>
                    <a:cubicBezTo>
                      <a:pt x="135665" y="97555"/>
                      <a:pt x="125940" y="101222"/>
                      <a:pt x="115919" y="103918"/>
                    </a:cubicBezTo>
                    <a:cubicBezTo>
                      <a:pt x="105413" y="106861"/>
                      <a:pt x="94679" y="108871"/>
                      <a:pt x="83820" y="109918"/>
                    </a:cubicBezTo>
                    <a:lnTo>
                      <a:pt x="73152" y="92202"/>
                    </a:lnTo>
                    <a:cubicBezTo>
                      <a:pt x="76019" y="92145"/>
                      <a:pt x="78886" y="91926"/>
                      <a:pt x="81725" y="91535"/>
                    </a:cubicBezTo>
                    <a:cubicBezTo>
                      <a:pt x="86020" y="91059"/>
                      <a:pt x="90278" y="90326"/>
                      <a:pt x="94488" y="89345"/>
                    </a:cubicBezTo>
                    <a:cubicBezTo>
                      <a:pt x="99155" y="88392"/>
                      <a:pt x="104013" y="87058"/>
                      <a:pt x="109347" y="85534"/>
                    </a:cubicBezTo>
                    <a:cubicBezTo>
                      <a:pt x="114433" y="84077"/>
                      <a:pt x="119405" y="82239"/>
                      <a:pt x="124206" y="80010"/>
                    </a:cubicBezTo>
                    <a:lnTo>
                      <a:pt x="93917" y="62579"/>
                    </a:lnTo>
                    <a:lnTo>
                      <a:pt x="90011" y="63913"/>
                    </a:lnTo>
                    <a:lnTo>
                      <a:pt x="85820" y="65151"/>
                    </a:lnTo>
                    <a:cubicBezTo>
                      <a:pt x="78943" y="67485"/>
                      <a:pt x="71952" y="69456"/>
                      <a:pt x="64865" y="71056"/>
                    </a:cubicBezTo>
                    <a:cubicBezTo>
                      <a:pt x="59026" y="72457"/>
                      <a:pt x="53054" y="73247"/>
                      <a:pt x="47054" y="73438"/>
                    </a:cubicBezTo>
                    <a:cubicBezTo>
                      <a:pt x="41748" y="73657"/>
                      <a:pt x="36424" y="73171"/>
                      <a:pt x="31242" y="72009"/>
                    </a:cubicBezTo>
                    <a:cubicBezTo>
                      <a:pt x="26127" y="70742"/>
                      <a:pt x="21222" y="68761"/>
                      <a:pt x="16669" y="66104"/>
                    </a:cubicBezTo>
                    <a:cubicBezTo>
                      <a:pt x="11697" y="63465"/>
                      <a:pt x="7372" y="59760"/>
                      <a:pt x="4000" y="55245"/>
                    </a:cubicBezTo>
                    <a:cubicBezTo>
                      <a:pt x="1600" y="51825"/>
                      <a:pt x="400" y="47701"/>
                      <a:pt x="571" y="43529"/>
                    </a:cubicBezTo>
                    <a:cubicBezTo>
                      <a:pt x="1038" y="39148"/>
                      <a:pt x="2800" y="35004"/>
                      <a:pt x="5620" y="31623"/>
                    </a:cubicBezTo>
                    <a:cubicBezTo>
                      <a:pt x="9125" y="27299"/>
                      <a:pt x="13268" y="23546"/>
                      <a:pt x="17907" y="20479"/>
                    </a:cubicBezTo>
                    <a:lnTo>
                      <a:pt x="0" y="10096"/>
                    </a:lnTo>
                    <a:lnTo>
                      <a:pt x="10478" y="4000"/>
                    </a:lnTo>
                    <a:lnTo>
                      <a:pt x="28289" y="14288"/>
                    </a:lnTo>
                    <a:cubicBezTo>
                      <a:pt x="36614" y="10163"/>
                      <a:pt x="45368" y="6963"/>
                      <a:pt x="54388" y="4763"/>
                    </a:cubicBezTo>
                    <a:cubicBezTo>
                      <a:pt x="63008" y="2600"/>
                      <a:pt x="71752" y="1010"/>
                      <a:pt x="80582" y="0"/>
                    </a:cubicBezTo>
                    <a:close/>
                    <a:moveTo>
                      <a:pt x="37814" y="49149"/>
                    </a:moveTo>
                    <a:cubicBezTo>
                      <a:pt x="41796" y="51435"/>
                      <a:pt x="46387" y="52435"/>
                      <a:pt x="50959" y="52006"/>
                    </a:cubicBezTo>
                    <a:cubicBezTo>
                      <a:pt x="57150" y="51292"/>
                      <a:pt x="63256" y="49921"/>
                      <a:pt x="69152" y="47911"/>
                    </a:cubicBezTo>
                    <a:lnTo>
                      <a:pt x="40577" y="31432"/>
                    </a:lnTo>
                    <a:cubicBezTo>
                      <a:pt x="30194" y="38290"/>
                      <a:pt x="29242" y="44577"/>
                      <a:pt x="37814" y="49149"/>
                    </a:cubicBezTo>
                    <a:close/>
                    <a:moveTo>
                      <a:pt x="137732" y="57436"/>
                    </a:moveTo>
                    <a:cubicBezTo>
                      <a:pt x="133407" y="55054"/>
                      <a:pt x="128416" y="54188"/>
                      <a:pt x="123539" y="54959"/>
                    </a:cubicBezTo>
                    <a:cubicBezTo>
                      <a:pt x="116777" y="55778"/>
                      <a:pt x="110109" y="57245"/>
                      <a:pt x="103632" y="59341"/>
                    </a:cubicBezTo>
                    <a:lnTo>
                      <a:pt x="132207" y="75629"/>
                    </a:lnTo>
                    <a:cubicBezTo>
                      <a:pt x="144018" y="68294"/>
                      <a:pt x="145733" y="62198"/>
                      <a:pt x="137732" y="574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48"/>
              <p:cNvSpPr/>
              <p:nvPr/>
            </p:nvSpPr>
            <p:spPr>
              <a:xfrm>
                <a:off x="5451919" y="3618738"/>
                <a:ext cx="11620" cy="15239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5239" extrusionOk="0">
                    <a:moveTo>
                      <a:pt x="0" y="10287"/>
                    </a:moveTo>
                    <a:cubicBezTo>
                      <a:pt x="0" y="9525"/>
                      <a:pt x="0" y="0"/>
                      <a:pt x="0" y="0"/>
                    </a:cubicBezTo>
                    <a:lnTo>
                      <a:pt x="11621" y="7525"/>
                    </a:lnTo>
                    <a:lnTo>
                      <a:pt x="6572" y="15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4" name="Google Shape;3994;p48"/>
              <p:cNvSpPr/>
              <p:nvPr/>
            </p:nvSpPr>
            <p:spPr>
              <a:xfrm>
                <a:off x="5528119" y="3625024"/>
                <a:ext cx="25241" cy="11715"/>
              </a:xfrm>
              <a:custGeom>
                <a:avLst/>
                <a:gdLst/>
                <a:ahLst/>
                <a:cxnLst/>
                <a:rect l="l" t="t" r="r" b="b"/>
                <a:pathLst>
                  <a:path w="25241" h="11715" extrusionOk="0">
                    <a:moveTo>
                      <a:pt x="25241" y="10192"/>
                    </a:moveTo>
                    <a:lnTo>
                      <a:pt x="25241" y="0"/>
                    </a:lnTo>
                    <a:lnTo>
                      <a:pt x="0" y="1905"/>
                    </a:lnTo>
                    <a:lnTo>
                      <a:pt x="14478" y="11716"/>
                    </a:lnTo>
                    <a:lnTo>
                      <a:pt x="25241" y="1019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5" name="Google Shape;3995;p48"/>
              <p:cNvSpPr/>
              <p:nvPr/>
            </p:nvSpPr>
            <p:spPr>
              <a:xfrm>
                <a:off x="5536596" y="3587210"/>
                <a:ext cx="18859" cy="10382"/>
              </a:xfrm>
              <a:custGeom>
                <a:avLst/>
                <a:gdLst/>
                <a:ahLst/>
                <a:cxnLst/>
                <a:rect l="l" t="t" r="r" b="b"/>
                <a:pathLst>
                  <a:path w="18859" h="10382" extrusionOk="0">
                    <a:moveTo>
                      <a:pt x="18859" y="10383"/>
                    </a:moveTo>
                    <a:lnTo>
                      <a:pt x="18859" y="0"/>
                    </a:lnTo>
                    <a:lnTo>
                      <a:pt x="0" y="6763"/>
                    </a:lnTo>
                    <a:lnTo>
                      <a:pt x="18859" y="10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6" name="Google Shape;3996;p48"/>
              <p:cNvSpPr/>
              <p:nvPr/>
            </p:nvSpPr>
            <p:spPr>
              <a:xfrm>
                <a:off x="5477351" y="3591020"/>
                <a:ext cx="28384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28384" h="19811" extrusionOk="0">
                    <a:moveTo>
                      <a:pt x="0" y="6001"/>
                    </a:moveTo>
                    <a:lnTo>
                      <a:pt x="6287" y="0"/>
                    </a:lnTo>
                    <a:lnTo>
                      <a:pt x="28384" y="15240"/>
                    </a:lnTo>
                    <a:lnTo>
                      <a:pt x="27051" y="19812"/>
                    </a:lnTo>
                    <a:cubicBezTo>
                      <a:pt x="27051" y="19812"/>
                      <a:pt x="10477" y="12859"/>
                      <a:pt x="10001" y="1238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7" name="Google Shape;3997;p48"/>
              <p:cNvSpPr/>
              <p:nvPr/>
            </p:nvSpPr>
            <p:spPr>
              <a:xfrm>
                <a:off x="5419725" y="3558063"/>
                <a:ext cx="35433" cy="23241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23241" extrusionOk="0">
                    <a:moveTo>
                      <a:pt x="0" y="6572"/>
                    </a:moveTo>
                    <a:lnTo>
                      <a:pt x="29432" y="23241"/>
                    </a:lnTo>
                    <a:lnTo>
                      <a:pt x="35433" y="18860"/>
                    </a:lnTo>
                    <a:lnTo>
                      <a:pt x="31433" y="14288"/>
                    </a:lnTo>
                    <a:cubicBezTo>
                      <a:pt x="28689" y="11230"/>
                      <a:pt x="25470" y="8620"/>
                      <a:pt x="21908" y="6572"/>
                    </a:cubicBezTo>
                    <a:cubicBezTo>
                      <a:pt x="19717" y="6572"/>
                      <a:pt x="5810" y="0"/>
                      <a:pt x="5810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8" name="Google Shape;3998;p48"/>
              <p:cNvSpPr/>
              <p:nvPr/>
            </p:nvSpPr>
            <p:spPr>
              <a:xfrm>
                <a:off x="5451919" y="3539394"/>
                <a:ext cx="16383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4668" extrusionOk="0">
                    <a:moveTo>
                      <a:pt x="16383" y="14669"/>
                    </a:moveTo>
                    <a:lnTo>
                      <a:pt x="16383" y="4381"/>
                    </a:lnTo>
                    <a:lnTo>
                      <a:pt x="2953" y="0"/>
                    </a:lnTo>
                    <a:lnTo>
                      <a:pt x="0" y="8096"/>
                    </a:lnTo>
                    <a:lnTo>
                      <a:pt x="762" y="11716"/>
                    </a:lnTo>
                    <a:lnTo>
                      <a:pt x="16383" y="1466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48"/>
              <p:cNvSpPr/>
              <p:nvPr/>
            </p:nvSpPr>
            <p:spPr>
              <a:xfrm>
                <a:off x="5378672" y="3536346"/>
                <a:ext cx="15716" cy="11715"/>
              </a:xfrm>
              <a:custGeom>
                <a:avLst/>
                <a:gdLst/>
                <a:ahLst/>
                <a:cxnLst/>
                <a:rect l="l" t="t" r="r" b="b"/>
                <a:pathLst>
                  <a:path w="15716" h="11715" extrusionOk="0">
                    <a:moveTo>
                      <a:pt x="0" y="10287"/>
                    </a:moveTo>
                    <a:lnTo>
                      <a:pt x="0" y="0"/>
                    </a:lnTo>
                    <a:lnTo>
                      <a:pt x="15716" y="1715"/>
                    </a:lnTo>
                    <a:lnTo>
                      <a:pt x="10668" y="11716"/>
                    </a:lnTo>
                    <a:lnTo>
                      <a:pt x="0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0" name="Google Shape;4000;p48"/>
              <p:cNvSpPr/>
              <p:nvPr/>
            </p:nvSpPr>
            <p:spPr>
              <a:xfrm>
                <a:off x="5379338" y="3570732"/>
                <a:ext cx="17907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7907" h="18097" extrusionOk="0">
                    <a:moveTo>
                      <a:pt x="0" y="10668"/>
                    </a:moveTo>
                    <a:lnTo>
                      <a:pt x="0" y="0"/>
                    </a:lnTo>
                    <a:lnTo>
                      <a:pt x="17907" y="0"/>
                    </a:lnTo>
                    <a:lnTo>
                      <a:pt x="13525" y="9525"/>
                    </a:lnTo>
                    <a:lnTo>
                      <a:pt x="5715" y="1809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1" name="Google Shape;4001;p48"/>
              <p:cNvSpPr/>
              <p:nvPr/>
            </p:nvSpPr>
            <p:spPr>
              <a:xfrm>
                <a:off x="5378958" y="3526345"/>
                <a:ext cx="176864" cy="110394"/>
              </a:xfrm>
              <a:custGeom>
                <a:avLst/>
                <a:gdLst/>
                <a:ahLst/>
                <a:cxnLst/>
                <a:rect l="l" t="t" r="r" b="b"/>
                <a:pathLst>
                  <a:path w="176864" h="110394" extrusionOk="0">
                    <a:moveTo>
                      <a:pt x="89345" y="17431"/>
                    </a:moveTo>
                    <a:cubicBezTo>
                      <a:pt x="87011" y="17393"/>
                      <a:pt x="84687" y="17583"/>
                      <a:pt x="82391" y="18002"/>
                    </a:cubicBezTo>
                    <a:cubicBezTo>
                      <a:pt x="79248" y="18479"/>
                      <a:pt x="75819" y="19050"/>
                      <a:pt x="71914" y="19907"/>
                    </a:cubicBezTo>
                    <a:cubicBezTo>
                      <a:pt x="68008" y="20764"/>
                      <a:pt x="64008" y="21717"/>
                      <a:pt x="59912" y="22955"/>
                    </a:cubicBezTo>
                    <a:cubicBezTo>
                      <a:pt x="55826" y="24146"/>
                      <a:pt x="51845" y="25679"/>
                      <a:pt x="48006" y="27527"/>
                    </a:cubicBezTo>
                    <a:lnTo>
                      <a:pt x="78867" y="45529"/>
                    </a:lnTo>
                    <a:lnTo>
                      <a:pt x="84296" y="43624"/>
                    </a:lnTo>
                    <a:cubicBezTo>
                      <a:pt x="92012" y="41053"/>
                      <a:pt x="99346" y="38862"/>
                      <a:pt x="106204" y="37052"/>
                    </a:cubicBezTo>
                    <a:cubicBezTo>
                      <a:pt x="112652" y="35328"/>
                      <a:pt x="119253" y="34242"/>
                      <a:pt x="125921" y="33814"/>
                    </a:cubicBezTo>
                    <a:cubicBezTo>
                      <a:pt x="131978" y="33404"/>
                      <a:pt x="138074" y="33814"/>
                      <a:pt x="144018" y="35052"/>
                    </a:cubicBezTo>
                    <a:cubicBezTo>
                      <a:pt x="150133" y="36319"/>
                      <a:pt x="155991" y="38605"/>
                      <a:pt x="161354" y="41815"/>
                    </a:cubicBezTo>
                    <a:cubicBezTo>
                      <a:pt x="166659" y="44453"/>
                      <a:pt x="171193" y="48425"/>
                      <a:pt x="174498" y="53340"/>
                    </a:cubicBezTo>
                    <a:cubicBezTo>
                      <a:pt x="176736" y="56883"/>
                      <a:pt x="177422" y="61179"/>
                      <a:pt x="176403" y="65246"/>
                    </a:cubicBezTo>
                    <a:cubicBezTo>
                      <a:pt x="175117" y="69723"/>
                      <a:pt x="172650" y="73771"/>
                      <a:pt x="169259" y="76962"/>
                    </a:cubicBezTo>
                    <a:cubicBezTo>
                      <a:pt x="164992" y="81039"/>
                      <a:pt x="160220" y="84563"/>
                      <a:pt x="155067" y="87439"/>
                    </a:cubicBezTo>
                    <a:lnTo>
                      <a:pt x="174117" y="98679"/>
                    </a:lnTo>
                    <a:lnTo>
                      <a:pt x="163544" y="104775"/>
                    </a:lnTo>
                    <a:lnTo>
                      <a:pt x="144494" y="93440"/>
                    </a:lnTo>
                    <a:cubicBezTo>
                      <a:pt x="135188" y="98031"/>
                      <a:pt x="125463" y="101698"/>
                      <a:pt x="115443" y="104394"/>
                    </a:cubicBezTo>
                    <a:cubicBezTo>
                      <a:pt x="104937" y="107337"/>
                      <a:pt x="94202" y="109347"/>
                      <a:pt x="83344" y="110395"/>
                    </a:cubicBezTo>
                    <a:lnTo>
                      <a:pt x="73152" y="92107"/>
                    </a:lnTo>
                    <a:cubicBezTo>
                      <a:pt x="76019" y="92050"/>
                      <a:pt x="78886" y="91830"/>
                      <a:pt x="81725" y="91440"/>
                    </a:cubicBezTo>
                    <a:cubicBezTo>
                      <a:pt x="86020" y="90964"/>
                      <a:pt x="90278" y="90230"/>
                      <a:pt x="94488" y="89249"/>
                    </a:cubicBezTo>
                    <a:cubicBezTo>
                      <a:pt x="99155" y="88297"/>
                      <a:pt x="104013" y="86963"/>
                      <a:pt x="109347" y="85439"/>
                    </a:cubicBezTo>
                    <a:cubicBezTo>
                      <a:pt x="114433" y="83991"/>
                      <a:pt x="119405" y="82144"/>
                      <a:pt x="124206" y="79915"/>
                    </a:cubicBezTo>
                    <a:lnTo>
                      <a:pt x="93917" y="62484"/>
                    </a:lnTo>
                    <a:lnTo>
                      <a:pt x="90011" y="63818"/>
                    </a:lnTo>
                    <a:lnTo>
                      <a:pt x="85820" y="65151"/>
                    </a:lnTo>
                    <a:cubicBezTo>
                      <a:pt x="78200" y="67628"/>
                      <a:pt x="71247" y="69532"/>
                      <a:pt x="64865" y="70961"/>
                    </a:cubicBezTo>
                    <a:cubicBezTo>
                      <a:pt x="59017" y="72342"/>
                      <a:pt x="53054" y="73171"/>
                      <a:pt x="47054" y="73438"/>
                    </a:cubicBezTo>
                    <a:cubicBezTo>
                      <a:pt x="41739" y="73581"/>
                      <a:pt x="36433" y="73066"/>
                      <a:pt x="31242" y="71914"/>
                    </a:cubicBezTo>
                    <a:cubicBezTo>
                      <a:pt x="26127" y="70647"/>
                      <a:pt x="21222" y="68666"/>
                      <a:pt x="16669" y="66008"/>
                    </a:cubicBezTo>
                    <a:cubicBezTo>
                      <a:pt x="11649" y="63437"/>
                      <a:pt x="7306" y="59712"/>
                      <a:pt x="4000" y="55150"/>
                    </a:cubicBezTo>
                    <a:cubicBezTo>
                      <a:pt x="1600" y="51730"/>
                      <a:pt x="400" y="47606"/>
                      <a:pt x="571" y="43434"/>
                    </a:cubicBezTo>
                    <a:cubicBezTo>
                      <a:pt x="1038" y="39053"/>
                      <a:pt x="2800" y="34909"/>
                      <a:pt x="5620" y="31528"/>
                    </a:cubicBezTo>
                    <a:cubicBezTo>
                      <a:pt x="9125" y="27203"/>
                      <a:pt x="13268" y="23451"/>
                      <a:pt x="17907" y="20383"/>
                    </a:cubicBezTo>
                    <a:lnTo>
                      <a:pt x="0" y="10001"/>
                    </a:lnTo>
                    <a:lnTo>
                      <a:pt x="10478" y="3905"/>
                    </a:lnTo>
                    <a:lnTo>
                      <a:pt x="28289" y="14192"/>
                    </a:lnTo>
                    <a:cubicBezTo>
                      <a:pt x="36633" y="10106"/>
                      <a:pt x="45377" y="6915"/>
                      <a:pt x="54388" y="4667"/>
                    </a:cubicBezTo>
                    <a:cubicBezTo>
                      <a:pt x="62998" y="2486"/>
                      <a:pt x="71752" y="924"/>
                      <a:pt x="80581" y="0"/>
                    </a:cubicBezTo>
                    <a:close/>
                    <a:moveTo>
                      <a:pt x="37624" y="49339"/>
                    </a:moveTo>
                    <a:cubicBezTo>
                      <a:pt x="41605" y="51626"/>
                      <a:pt x="46196" y="52626"/>
                      <a:pt x="50768" y="52197"/>
                    </a:cubicBezTo>
                    <a:cubicBezTo>
                      <a:pt x="56969" y="51530"/>
                      <a:pt x="63074" y="50159"/>
                      <a:pt x="68961" y="48101"/>
                    </a:cubicBezTo>
                    <a:lnTo>
                      <a:pt x="40386" y="31718"/>
                    </a:lnTo>
                    <a:cubicBezTo>
                      <a:pt x="30004" y="38481"/>
                      <a:pt x="29051" y="44387"/>
                      <a:pt x="37624" y="49339"/>
                    </a:cubicBezTo>
                    <a:close/>
                    <a:moveTo>
                      <a:pt x="137541" y="57721"/>
                    </a:moveTo>
                    <a:cubicBezTo>
                      <a:pt x="133226" y="55312"/>
                      <a:pt x="128235" y="54407"/>
                      <a:pt x="123349" y="55150"/>
                    </a:cubicBezTo>
                    <a:cubicBezTo>
                      <a:pt x="116596" y="56017"/>
                      <a:pt x="109937" y="57483"/>
                      <a:pt x="103442" y="59531"/>
                    </a:cubicBezTo>
                    <a:lnTo>
                      <a:pt x="132017" y="75914"/>
                    </a:lnTo>
                    <a:cubicBezTo>
                      <a:pt x="143828" y="68485"/>
                      <a:pt x="145542" y="62389"/>
                      <a:pt x="137541" y="5772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2" name="Google Shape;4002;p48"/>
            <p:cNvGrpSpPr/>
            <p:nvPr/>
          </p:nvGrpSpPr>
          <p:grpSpPr>
            <a:xfrm>
              <a:off x="3528852" y="2451777"/>
              <a:ext cx="529590" cy="371284"/>
              <a:chOff x="5190077" y="3353752"/>
              <a:chExt cx="529590" cy="371284"/>
            </a:xfrm>
          </p:grpSpPr>
          <p:sp>
            <p:nvSpPr>
              <p:cNvPr id="4003" name="Google Shape;4003;p48"/>
              <p:cNvSpPr/>
              <p:nvPr/>
            </p:nvSpPr>
            <p:spPr>
              <a:xfrm>
                <a:off x="5190077" y="3419284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4" name="Google Shape;4004;p48"/>
              <p:cNvSpPr/>
              <p:nvPr/>
            </p:nvSpPr>
            <p:spPr>
              <a:xfrm>
                <a:off x="5190077" y="3504818"/>
                <a:ext cx="52387" cy="69627"/>
              </a:xfrm>
              <a:custGeom>
                <a:avLst/>
                <a:gdLst/>
                <a:ahLst/>
                <a:cxnLst/>
                <a:rect l="l" t="t" r="r" b="b"/>
                <a:pathLst>
                  <a:path w="52387" h="69627" extrusionOk="0">
                    <a:moveTo>
                      <a:pt x="0" y="69628"/>
                    </a:moveTo>
                    <a:lnTo>
                      <a:pt x="0" y="0"/>
                    </a:lnTo>
                    <a:lnTo>
                      <a:pt x="52388" y="46577"/>
                    </a:lnTo>
                    <a:lnTo>
                      <a:pt x="0" y="69628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5" name="Google Shape;4005;p48"/>
              <p:cNvSpPr/>
              <p:nvPr/>
            </p:nvSpPr>
            <p:spPr>
              <a:xfrm>
                <a:off x="5679757" y="3506628"/>
                <a:ext cx="39909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93916" extrusionOk="0">
                    <a:moveTo>
                      <a:pt x="39910" y="0"/>
                    </a:moveTo>
                    <a:lnTo>
                      <a:pt x="39910" y="65532"/>
                    </a:lnTo>
                    <a:lnTo>
                      <a:pt x="13144" y="93917"/>
                    </a:lnTo>
                    <a:lnTo>
                      <a:pt x="0" y="18955"/>
                    </a:lnTo>
                    <a:lnTo>
                      <a:pt x="3991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6" name="Google Shape;4006;p48"/>
              <p:cNvSpPr/>
              <p:nvPr/>
            </p:nvSpPr>
            <p:spPr>
              <a:xfrm>
                <a:off x="5190077" y="3353752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7" name="Google Shape;4007;p48"/>
              <p:cNvSpPr/>
              <p:nvPr/>
            </p:nvSpPr>
            <p:spPr>
              <a:xfrm>
                <a:off x="5265341" y="3395400"/>
                <a:ext cx="379048" cy="218860"/>
              </a:xfrm>
              <a:custGeom>
                <a:avLst/>
                <a:gdLst/>
                <a:ahLst/>
                <a:cxnLst/>
                <a:rect l="l" t="t" r="r" b="b"/>
                <a:pathLst>
                  <a:path w="379048" h="218860" extrusionOk="0">
                    <a:moveTo>
                      <a:pt x="378697" y="115991"/>
                    </a:moveTo>
                    <a:cubicBezTo>
                      <a:pt x="376030" y="141708"/>
                      <a:pt x="357742" y="167140"/>
                      <a:pt x="323547" y="186857"/>
                    </a:cubicBezTo>
                    <a:cubicBezTo>
                      <a:pt x="249538" y="229529"/>
                      <a:pt x="129523" y="229529"/>
                      <a:pt x="55418" y="186857"/>
                    </a:cubicBezTo>
                    <a:cubicBezTo>
                      <a:pt x="21319" y="167140"/>
                      <a:pt x="2936" y="141708"/>
                      <a:pt x="364" y="115991"/>
                    </a:cubicBezTo>
                    <a:cubicBezTo>
                      <a:pt x="-2875" y="85892"/>
                      <a:pt x="15509" y="55031"/>
                      <a:pt x="55418" y="32075"/>
                    </a:cubicBezTo>
                    <a:cubicBezTo>
                      <a:pt x="129523" y="-10692"/>
                      <a:pt x="249538" y="-10692"/>
                      <a:pt x="323547" y="32075"/>
                    </a:cubicBezTo>
                    <a:cubicBezTo>
                      <a:pt x="363933" y="55031"/>
                      <a:pt x="381840" y="85892"/>
                      <a:pt x="378697" y="11599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8" name="Google Shape;4008;p48"/>
              <p:cNvSpPr/>
              <p:nvPr/>
            </p:nvSpPr>
            <p:spPr>
              <a:xfrm>
                <a:off x="5265705" y="3408449"/>
                <a:ext cx="378333" cy="205811"/>
              </a:xfrm>
              <a:custGeom>
                <a:avLst/>
                <a:gdLst/>
                <a:ahLst/>
                <a:cxnLst/>
                <a:rect l="l" t="t" r="r" b="b"/>
                <a:pathLst>
                  <a:path w="378333" h="205811" extrusionOk="0">
                    <a:moveTo>
                      <a:pt x="378333" y="102941"/>
                    </a:moveTo>
                    <a:cubicBezTo>
                      <a:pt x="375666" y="128659"/>
                      <a:pt x="357378" y="154091"/>
                      <a:pt x="323183" y="173807"/>
                    </a:cubicBezTo>
                    <a:cubicBezTo>
                      <a:pt x="249174" y="216479"/>
                      <a:pt x="129159" y="216479"/>
                      <a:pt x="55054" y="173807"/>
                    </a:cubicBezTo>
                    <a:cubicBezTo>
                      <a:pt x="20955" y="154091"/>
                      <a:pt x="2572" y="128659"/>
                      <a:pt x="0" y="102941"/>
                    </a:cubicBezTo>
                    <a:cubicBezTo>
                      <a:pt x="2572" y="77224"/>
                      <a:pt x="20955" y="51792"/>
                      <a:pt x="55054" y="32075"/>
                    </a:cubicBezTo>
                    <a:cubicBezTo>
                      <a:pt x="129159" y="-10692"/>
                      <a:pt x="249174" y="-10692"/>
                      <a:pt x="323183" y="32075"/>
                    </a:cubicBezTo>
                    <a:cubicBezTo>
                      <a:pt x="357378" y="51792"/>
                      <a:pt x="375666" y="77700"/>
                      <a:pt x="378333" y="1029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9" name="Google Shape;4009;p48"/>
              <p:cNvSpPr/>
              <p:nvPr/>
            </p:nvSpPr>
            <p:spPr>
              <a:xfrm>
                <a:off x="5362575" y="3458051"/>
                <a:ext cx="176618" cy="110489"/>
              </a:xfrm>
              <a:custGeom>
                <a:avLst/>
                <a:gdLst/>
                <a:ahLst/>
                <a:cxnLst/>
                <a:rect l="l" t="t" r="r" b="b"/>
                <a:pathLst>
                  <a:path w="176618" h="110489" extrusionOk="0">
                    <a:moveTo>
                      <a:pt x="89535" y="17526"/>
                    </a:moveTo>
                    <a:cubicBezTo>
                      <a:pt x="87201" y="17488"/>
                      <a:pt x="84877" y="17678"/>
                      <a:pt x="82582" y="18097"/>
                    </a:cubicBezTo>
                    <a:cubicBezTo>
                      <a:pt x="79438" y="18097"/>
                      <a:pt x="75914" y="19145"/>
                      <a:pt x="72104" y="20002"/>
                    </a:cubicBezTo>
                    <a:cubicBezTo>
                      <a:pt x="68294" y="20860"/>
                      <a:pt x="64199" y="21812"/>
                      <a:pt x="60008" y="23050"/>
                    </a:cubicBezTo>
                    <a:cubicBezTo>
                      <a:pt x="55921" y="24260"/>
                      <a:pt x="51940" y="25784"/>
                      <a:pt x="48101" y="27622"/>
                    </a:cubicBezTo>
                    <a:lnTo>
                      <a:pt x="78581" y="45149"/>
                    </a:lnTo>
                    <a:lnTo>
                      <a:pt x="84011" y="43243"/>
                    </a:lnTo>
                    <a:cubicBezTo>
                      <a:pt x="91821" y="40672"/>
                      <a:pt x="99060" y="38481"/>
                      <a:pt x="105918" y="36671"/>
                    </a:cubicBezTo>
                    <a:cubicBezTo>
                      <a:pt x="112366" y="34947"/>
                      <a:pt x="118967" y="33861"/>
                      <a:pt x="125635" y="33433"/>
                    </a:cubicBezTo>
                    <a:cubicBezTo>
                      <a:pt x="131731" y="33023"/>
                      <a:pt x="137846" y="33442"/>
                      <a:pt x="143828" y="34671"/>
                    </a:cubicBezTo>
                    <a:cubicBezTo>
                      <a:pt x="149933" y="35966"/>
                      <a:pt x="155791" y="38243"/>
                      <a:pt x="161163" y="41434"/>
                    </a:cubicBezTo>
                    <a:cubicBezTo>
                      <a:pt x="166421" y="44101"/>
                      <a:pt x="170917" y="48063"/>
                      <a:pt x="174212" y="52959"/>
                    </a:cubicBezTo>
                    <a:cubicBezTo>
                      <a:pt x="176441" y="56502"/>
                      <a:pt x="177155" y="60789"/>
                      <a:pt x="176213" y="64865"/>
                    </a:cubicBezTo>
                    <a:cubicBezTo>
                      <a:pt x="174850" y="69304"/>
                      <a:pt x="172393" y="73333"/>
                      <a:pt x="169069" y="76581"/>
                    </a:cubicBezTo>
                    <a:cubicBezTo>
                      <a:pt x="164868" y="80753"/>
                      <a:pt x="160201" y="84430"/>
                      <a:pt x="155162" y="87535"/>
                    </a:cubicBezTo>
                    <a:lnTo>
                      <a:pt x="174212" y="98679"/>
                    </a:lnTo>
                    <a:lnTo>
                      <a:pt x="163639" y="104775"/>
                    </a:lnTo>
                    <a:lnTo>
                      <a:pt x="144113" y="93535"/>
                    </a:lnTo>
                    <a:cubicBezTo>
                      <a:pt x="134969" y="98117"/>
                      <a:pt x="125397" y="101784"/>
                      <a:pt x="115538" y="104489"/>
                    </a:cubicBezTo>
                    <a:cubicBezTo>
                      <a:pt x="105070" y="107423"/>
                      <a:pt x="94355" y="109433"/>
                      <a:pt x="83534" y="110490"/>
                    </a:cubicBezTo>
                    <a:lnTo>
                      <a:pt x="73342" y="92202"/>
                    </a:lnTo>
                    <a:cubicBezTo>
                      <a:pt x="76181" y="92145"/>
                      <a:pt x="79010" y="91926"/>
                      <a:pt x="81820" y="91535"/>
                    </a:cubicBezTo>
                    <a:cubicBezTo>
                      <a:pt x="86116" y="91059"/>
                      <a:pt x="90373" y="90325"/>
                      <a:pt x="94583" y="89344"/>
                    </a:cubicBezTo>
                    <a:cubicBezTo>
                      <a:pt x="99346" y="88392"/>
                      <a:pt x="104108" y="87058"/>
                      <a:pt x="109442" y="85534"/>
                    </a:cubicBezTo>
                    <a:cubicBezTo>
                      <a:pt x="114557" y="84068"/>
                      <a:pt x="119558" y="82220"/>
                      <a:pt x="124396" y="80010"/>
                    </a:cubicBezTo>
                    <a:lnTo>
                      <a:pt x="94107" y="62579"/>
                    </a:lnTo>
                    <a:lnTo>
                      <a:pt x="90107" y="63913"/>
                    </a:lnTo>
                    <a:lnTo>
                      <a:pt x="86011" y="65151"/>
                    </a:lnTo>
                    <a:cubicBezTo>
                      <a:pt x="79134" y="67475"/>
                      <a:pt x="72133" y="69447"/>
                      <a:pt x="65056" y="71057"/>
                    </a:cubicBezTo>
                    <a:cubicBezTo>
                      <a:pt x="59179" y="72409"/>
                      <a:pt x="53178" y="73209"/>
                      <a:pt x="47149" y="73438"/>
                    </a:cubicBezTo>
                    <a:cubicBezTo>
                      <a:pt x="41872" y="73647"/>
                      <a:pt x="36586" y="73171"/>
                      <a:pt x="31433" y="72009"/>
                    </a:cubicBezTo>
                    <a:cubicBezTo>
                      <a:pt x="26308" y="70780"/>
                      <a:pt x="21393" y="68790"/>
                      <a:pt x="16859" y="66103"/>
                    </a:cubicBezTo>
                    <a:cubicBezTo>
                      <a:pt x="11887" y="63465"/>
                      <a:pt x="7563" y="59760"/>
                      <a:pt x="4191" y="55245"/>
                    </a:cubicBezTo>
                    <a:cubicBezTo>
                      <a:pt x="1695" y="51864"/>
                      <a:pt x="448" y="47730"/>
                      <a:pt x="667" y="43529"/>
                    </a:cubicBezTo>
                    <a:cubicBezTo>
                      <a:pt x="1162" y="39157"/>
                      <a:pt x="2915" y="35023"/>
                      <a:pt x="5715" y="31623"/>
                    </a:cubicBezTo>
                    <a:cubicBezTo>
                      <a:pt x="9220" y="27299"/>
                      <a:pt x="13364" y="23546"/>
                      <a:pt x="18002" y="20479"/>
                    </a:cubicBezTo>
                    <a:lnTo>
                      <a:pt x="0" y="10096"/>
                    </a:lnTo>
                    <a:lnTo>
                      <a:pt x="10573" y="4000"/>
                    </a:lnTo>
                    <a:lnTo>
                      <a:pt x="28384" y="14288"/>
                    </a:lnTo>
                    <a:cubicBezTo>
                      <a:pt x="36700" y="10144"/>
                      <a:pt x="45453" y="6944"/>
                      <a:pt x="54483" y="4763"/>
                    </a:cubicBezTo>
                    <a:cubicBezTo>
                      <a:pt x="63065" y="2600"/>
                      <a:pt x="71790" y="1010"/>
                      <a:pt x="80582" y="0"/>
                    </a:cubicBezTo>
                    <a:close/>
                    <a:moveTo>
                      <a:pt x="38100" y="49435"/>
                    </a:moveTo>
                    <a:cubicBezTo>
                      <a:pt x="42110" y="51730"/>
                      <a:pt x="46739" y="52721"/>
                      <a:pt x="51340" y="52292"/>
                    </a:cubicBezTo>
                    <a:cubicBezTo>
                      <a:pt x="57502" y="51578"/>
                      <a:pt x="63570" y="50206"/>
                      <a:pt x="69437" y="48196"/>
                    </a:cubicBezTo>
                    <a:lnTo>
                      <a:pt x="40862" y="31718"/>
                    </a:lnTo>
                    <a:cubicBezTo>
                      <a:pt x="30194" y="38576"/>
                      <a:pt x="29270" y="44482"/>
                      <a:pt x="38100" y="49435"/>
                    </a:cubicBezTo>
                    <a:close/>
                    <a:moveTo>
                      <a:pt x="138113" y="57721"/>
                    </a:moveTo>
                    <a:cubicBezTo>
                      <a:pt x="133750" y="55350"/>
                      <a:pt x="128730" y="54483"/>
                      <a:pt x="123825" y="55245"/>
                    </a:cubicBezTo>
                    <a:cubicBezTo>
                      <a:pt x="117062" y="56074"/>
                      <a:pt x="110404" y="57541"/>
                      <a:pt x="103918" y="59626"/>
                    </a:cubicBezTo>
                    <a:lnTo>
                      <a:pt x="132493" y="75914"/>
                    </a:lnTo>
                    <a:cubicBezTo>
                      <a:pt x="144018" y="68580"/>
                      <a:pt x="145923" y="62484"/>
                      <a:pt x="137732" y="5772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0" name="Google Shape;4010;p48"/>
              <p:cNvSpPr/>
              <p:nvPr/>
            </p:nvSpPr>
            <p:spPr>
              <a:xfrm>
                <a:off x="5435726" y="3539966"/>
                <a:ext cx="1162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5240" extrusionOk="0">
                    <a:moveTo>
                      <a:pt x="0" y="10287"/>
                    </a:moveTo>
                    <a:cubicBezTo>
                      <a:pt x="0" y="9525"/>
                      <a:pt x="0" y="0"/>
                      <a:pt x="0" y="0"/>
                    </a:cubicBezTo>
                    <a:lnTo>
                      <a:pt x="11621" y="7525"/>
                    </a:lnTo>
                    <a:lnTo>
                      <a:pt x="6572" y="15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1" name="Google Shape;4011;p48"/>
              <p:cNvSpPr/>
              <p:nvPr/>
            </p:nvSpPr>
            <p:spPr>
              <a:xfrm>
                <a:off x="5511926" y="3546443"/>
                <a:ext cx="25146" cy="11811"/>
              </a:xfrm>
              <a:custGeom>
                <a:avLst/>
                <a:gdLst/>
                <a:ahLst/>
                <a:cxnLst/>
                <a:rect l="l" t="t" r="r" b="b"/>
                <a:pathLst>
                  <a:path w="25146" h="11811" extrusionOk="0">
                    <a:moveTo>
                      <a:pt x="25146" y="10287"/>
                    </a:moveTo>
                    <a:lnTo>
                      <a:pt x="25146" y="0"/>
                    </a:lnTo>
                    <a:lnTo>
                      <a:pt x="0" y="2000"/>
                    </a:lnTo>
                    <a:lnTo>
                      <a:pt x="14383" y="11811"/>
                    </a:lnTo>
                    <a:lnTo>
                      <a:pt x="25146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2" name="Google Shape;4012;p48"/>
              <p:cNvSpPr/>
              <p:nvPr/>
            </p:nvSpPr>
            <p:spPr>
              <a:xfrm>
                <a:off x="5520308" y="3508724"/>
                <a:ext cx="18859" cy="10382"/>
              </a:xfrm>
              <a:custGeom>
                <a:avLst/>
                <a:gdLst/>
                <a:ahLst/>
                <a:cxnLst/>
                <a:rect l="l" t="t" r="r" b="b"/>
                <a:pathLst>
                  <a:path w="18859" h="10382" extrusionOk="0">
                    <a:moveTo>
                      <a:pt x="18859" y="10382"/>
                    </a:moveTo>
                    <a:lnTo>
                      <a:pt x="18859" y="0"/>
                    </a:lnTo>
                    <a:lnTo>
                      <a:pt x="0" y="6763"/>
                    </a:lnTo>
                    <a:lnTo>
                      <a:pt x="18859" y="1038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3" name="Google Shape;4013;p48"/>
              <p:cNvSpPr/>
              <p:nvPr/>
            </p:nvSpPr>
            <p:spPr>
              <a:xfrm>
                <a:off x="5461063" y="3512534"/>
                <a:ext cx="28479" cy="19812"/>
              </a:xfrm>
              <a:custGeom>
                <a:avLst/>
                <a:gdLst/>
                <a:ahLst/>
                <a:cxnLst/>
                <a:rect l="l" t="t" r="r" b="b"/>
                <a:pathLst>
                  <a:path w="28479" h="19812" extrusionOk="0">
                    <a:moveTo>
                      <a:pt x="0" y="6001"/>
                    </a:moveTo>
                    <a:lnTo>
                      <a:pt x="6287" y="0"/>
                    </a:lnTo>
                    <a:lnTo>
                      <a:pt x="28480" y="15240"/>
                    </a:lnTo>
                    <a:lnTo>
                      <a:pt x="27051" y="19812"/>
                    </a:lnTo>
                    <a:cubicBezTo>
                      <a:pt x="27051" y="19812"/>
                      <a:pt x="10573" y="12859"/>
                      <a:pt x="10001" y="123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4" name="Google Shape;4014;p48"/>
              <p:cNvSpPr/>
              <p:nvPr/>
            </p:nvSpPr>
            <p:spPr>
              <a:xfrm>
                <a:off x="5403246" y="3479482"/>
                <a:ext cx="35337" cy="23336"/>
              </a:xfrm>
              <a:custGeom>
                <a:avLst/>
                <a:gdLst/>
                <a:ahLst/>
                <a:cxnLst/>
                <a:rect l="l" t="t" r="r" b="b"/>
                <a:pathLst>
                  <a:path w="35337" h="23336" extrusionOk="0">
                    <a:moveTo>
                      <a:pt x="0" y="6667"/>
                    </a:moveTo>
                    <a:lnTo>
                      <a:pt x="29337" y="23336"/>
                    </a:lnTo>
                    <a:lnTo>
                      <a:pt x="35338" y="18955"/>
                    </a:lnTo>
                    <a:lnTo>
                      <a:pt x="31337" y="14383"/>
                    </a:lnTo>
                    <a:cubicBezTo>
                      <a:pt x="28613" y="11297"/>
                      <a:pt x="25394" y="8687"/>
                      <a:pt x="21812" y="6667"/>
                    </a:cubicBezTo>
                    <a:cubicBezTo>
                      <a:pt x="19717" y="6667"/>
                      <a:pt x="5715" y="0"/>
                      <a:pt x="5715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48"/>
              <p:cNvSpPr/>
              <p:nvPr/>
            </p:nvSpPr>
            <p:spPr>
              <a:xfrm>
                <a:off x="5435726" y="3460908"/>
                <a:ext cx="16383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4668" extrusionOk="0">
                    <a:moveTo>
                      <a:pt x="16383" y="14668"/>
                    </a:moveTo>
                    <a:lnTo>
                      <a:pt x="16383" y="4381"/>
                    </a:lnTo>
                    <a:lnTo>
                      <a:pt x="2858" y="0"/>
                    </a:lnTo>
                    <a:lnTo>
                      <a:pt x="0" y="8096"/>
                    </a:lnTo>
                    <a:lnTo>
                      <a:pt x="667" y="11716"/>
                    </a:lnTo>
                    <a:lnTo>
                      <a:pt x="16383" y="14668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6" name="Google Shape;4016;p48"/>
              <p:cNvSpPr/>
              <p:nvPr/>
            </p:nvSpPr>
            <p:spPr>
              <a:xfrm>
                <a:off x="5362479" y="3457860"/>
                <a:ext cx="15620" cy="11620"/>
              </a:xfrm>
              <a:custGeom>
                <a:avLst/>
                <a:gdLst/>
                <a:ahLst/>
                <a:cxnLst/>
                <a:rect l="l" t="t" r="r" b="b"/>
                <a:pathLst>
                  <a:path w="15620" h="11620" extrusionOk="0">
                    <a:moveTo>
                      <a:pt x="0" y="10287"/>
                    </a:moveTo>
                    <a:lnTo>
                      <a:pt x="0" y="0"/>
                    </a:lnTo>
                    <a:lnTo>
                      <a:pt x="15621" y="1715"/>
                    </a:lnTo>
                    <a:lnTo>
                      <a:pt x="10573" y="11621"/>
                    </a:lnTo>
                    <a:lnTo>
                      <a:pt x="0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48"/>
              <p:cNvSpPr/>
              <p:nvPr/>
            </p:nvSpPr>
            <p:spPr>
              <a:xfrm>
                <a:off x="5363051" y="3492341"/>
                <a:ext cx="17906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7906" h="18097" extrusionOk="0">
                    <a:moveTo>
                      <a:pt x="0" y="10668"/>
                    </a:moveTo>
                    <a:lnTo>
                      <a:pt x="0" y="0"/>
                    </a:lnTo>
                    <a:lnTo>
                      <a:pt x="17907" y="0"/>
                    </a:lnTo>
                    <a:lnTo>
                      <a:pt x="13525" y="9525"/>
                    </a:lnTo>
                    <a:lnTo>
                      <a:pt x="5810" y="1809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8" name="Google Shape;4018;p48"/>
              <p:cNvSpPr/>
              <p:nvPr/>
            </p:nvSpPr>
            <p:spPr>
              <a:xfrm>
                <a:off x="5362575" y="3447573"/>
                <a:ext cx="176612" cy="110680"/>
              </a:xfrm>
              <a:custGeom>
                <a:avLst/>
                <a:gdLst/>
                <a:ahLst/>
                <a:cxnLst/>
                <a:rect l="l" t="t" r="r" b="b"/>
                <a:pathLst>
                  <a:path w="176612" h="110680" extrusionOk="0">
                    <a:moveTo>
                      <a:pt x="89535" y="17717"/>
                    </a:moveTo>
                    <a:cubicBezTo>
                      <a:pt x="87201" y="17678"/>
                      <a:pt x="84877" y="17869"/>
                      <a:pt x="82582" y="18288"/>
                    </a:cubicBezTo>
                    <a:cubicBezTo>
                      <a:pt x="79438" y="18288"/>
                      <a:pt x="75914" y="19336"/>
                      <a:pt x="72104" y="20193"/>
                    </a:cubicBezTo>
                    <a:cubicBezTo>
                      <a:pt x="68294" y="21050"/>
                      <a:pt x="64199" y="22003"/>
                      <a:pt x="60008" y="23241"/>
                    </a:cubicBezTo>
                    <a:cubicBezTo>
                      <a:pt x="55921" y="24451"/>
                      <a:pt x="51940" y="25975"/>
                      <a:pt x="48101" y="27813"/>
                    </a:cubicBezTo>
                    <a:lnTo>
                      <a:pt x="78581" y="45339"/>
                    </a:lnTo>
                    <a:lnTo>
                      <a:pt x="84011" y="43434"/>
                    </a:lnTo>
                    <a:cubicBezTo>
                      <a:pt x="91821" y="40862"/>
                      <a:pt x="99060" y="38672"/>
                      <a:pt x="105918" y="36862"/>
                    </a:cubicBezTo>
                    <a:cubicBezTo>
                      <a:pt x="112366" y="35138"/>
                      <a:pt x="118967" y="34052"/>
                      <a:pt x="125635" y="33623"/>
                    </a:cubicBezTo>
                    <a:cubicBezTo>
                      <a:pt x="131731" y="33214"/>
                      <a:pt x="137846" y="33633"/>
                      <a:pt x="143828" y="34862"/>
                    </a:cubicBezTo>
                    <a:cubicBezTo>
                      <a:pt x="149933" y="36157"/>
                      <a:pt x="155791" y="38443"/>
                      <a:pt x="161163" y="41624"/>
                    </a:cubicBezTo>
                    <a:cubicBezTo>
                      <a:pt x="166421" y="44291"/>
                      <a:pt x="170917" y="48254"/>
                      <a:pt x="174212" y="53150"/>
                    </a:cubicBezTo>
                    <a:cubicBezTo>
                      <a:pt x="176432" y="56693"/>
                      <a:pt x="177146" y="60979"/>
                      <a:pt x="176213" y="65056"/>
                    </a:cubicBezTo>
                    <a:cubicBezTo>
                      <a:pt x="174850" y="69494"/>
                      <a:pt x="172393" y="73524"/>
                      <a:pt x="169069" y="76772"/>
                    </a:cubicBezTo>
                    <a:cubicBezTo>
                      <a:pt x="164897" y="80972"/>
                      <a:pt x="160230" y="84649"/>
                      <a:pt x="155162" y="87725"/>
                    </a:cubicBezTo>
                    <a:lnTo>
                      <a:pt x="174212" y="98965"/>
                    </a:lnTo>
                    <a:lnTo>
                      <a:pt x="163639" y="105061"/>
                    </a:lnTo>
                    <a:lnTo>
                      <a:pt x="144113" y="93726"/>
                    </a:lnTo>
                    <a:cubicBezTo>
                      <a:pt x="134969" y="98308"/>
                      <a:pt x="125397" y="101975"/>
                      <a:pt x="115538" y="104680"/>
                    </a:cubicBezTo>
                    <a:cubicBezTo>
                      <a:pt x="105070" y="107613"/>
                      <a:pt x="94355" y="109623"/>
                      <a:pt x="83534" y="110681"/>
                    </a:cubicBezTo>
                    <a:lnTo>
                      <a:pt x="73342" y="92392"/>
                    </a:lnTo>
                    <a:cubicBezTo>
                      <a:pt x="76181" y="92336"/>
                      <a:pt x="79010" y="92107"/>
                      <a:pt x="81820" y="91726"/>
                    </a:cubicBezTo>
                    <a:cubicBezTo>
                      <a:pt x="86116" y="91250"/>
                      <a:pt x="90373" y="90516"/>
                      <a:pt x="94583" y="89535"/>
                    </a:cubicBezTo>
                    <a:cubicBezTo>
                      <a:pt x="99346" y="88583"/>
                      <a:pt x="104108" y="87249"/>
                      <a:pt x="109442" y="85725"/>
                    </a:cubicBezTo>
                    <a:cubicBezTo>
                      <a:pt x="114557" y="84258"/>
                      <a:pt x="119558" y="82410"/>
                      <a:pt x="124396" y="80200"/>
                    </a:cubicBezTo>
                    <a:lnTo>
                      <a:pt x="94107" y="62770"/>
                    </a:lnTo>
                    <a:lnTo>
                      <a:pt x="90107" y="64103"/>
                    </a:lnTo>
                    <a:lnTo>
                      <a:pt x="86011" y="65342"/>
                    </a:lnTo>
                    <a:cubicBezTo>
                      <a:pt x="79134" y="67665"/>
                      <a:pt x="72133" y="69637"/>
                      <a:pt x="65056" y="71247"/>
                    </a:cubicBezTo>
                    <a:cubicBezTo>
                      <a:pt x="59179" y="72647"/>
                      <a:pt x="53188" y="73447"/>
                      <a:pt x="47149" y="73628"/>
                    </a:cubicBezTo>
                    <a:cubicBezTo>
                      <a:pt x="41872" y="73838"/>
                      <a:pt x="36586" y="73362"/>
                      <a:pt x="31433" y="72200"/>
                    </a:cubicBezTo>
                    <a:cubicBezTo>
                      <a:pt x="26308" y="70971"/>
                      <a:pt x="21393" y="68980"/>
                      <a:pt x="16859" y="66294"/>
                    </a:cubicBezTo>
                    <a:cubicBezTo>
                      <a:pt x="11859" y="63694"/>
                      <a:pt x="7525" y="59979"/>
                      <a:pt x="4191" y="55435"/>
                    </a:cubicBezTo>
                    <a:cubicBezTo>
                      <a:pt x="1695" y="52054"/>
                      <a:pt x="448" y="47911"/>
                      <a:pt x="667" y="43720"/>
                    </a:cubicBezTo>
                    <a:cubicBezTo>
                      <a:pt x="1181" y="39348"/>
                      <a:pt x="2934" y="35223"/>
                      <a:pt x="5715" y="31813"/>
                    </a:cubicBezTo>
                    <a:cubicBezTo>
                      <a:pt x="9220" y="27489"/>
                      <a:pt x="13364" y="23736"/>
                      <a:pt x="18002" y="20669"/>
                    </a:cubicBezTo>
                    <a:lnTo>
                      <a:pt x="0" y="10001"/>
                    </a:lnTo>
                    <a:lnTo>
                      <a:pt x="10573" y="3905"/>
                    </a:lnTo>
                    <a:lnTo>
                      <a:pt x="28384" y="14192"/>
                    </a:lnTo>
                    <a:cubicBezTo>
                      <a:pt x="36719" y="10087"/>
                      <a:pt x="45463" y="6896"/>
                      <a:pt x="54483" y="4667"/>
                    </a:cubicBezTo>
                    <a:cubicBezTo>
                      <a:pt x="63055" y="2486"/>
                      <a:pt x="71780" y="924"/>
                      <a:pt x="80582" y="0"/>
                    </a:cubicBezTo>
                    <a:close/>
                    <a:moveTo>
                      <a:pt x="38100" y="49625"/>
                    </a:moveTo>
                    <a:cubicBezTo>
                      <a:pt x="42110" y="51921"/>
                      <a:pt x="46739" y="52911"/>
                      <a:pt x="51340" y="52483"/>
                    </a:cubicBezTo>
                    <a:cubicBezTo>
                      <a:pt x="57502" y="51768"/>
                      <a:pt x="63570" y="50397"/>
                      <a:pt x="69437" y="48387"/>
                    </a:cubicBezTo>
                    <a:lnTo>
                      <a:pt x="40862" y="31909"/>
                    </a:lnTo>
                    <a:cubicBezTo>
                      <a:pt x="30194" y="38767"/>
                      <a:pt x="29270" y="44672"/>
                      <a:pt x="38100" y="49625"/>
                    </a:cubicBezTo>
                    <a:close/>
                    <a:moveTo>
                      <a:pt x="138113" y="58007"/>
                    </a:moveTo>
                    <a:cubicBezTo>
                      <a:pt x="133760" y="55607"/>
                      <a:pt x="128740" y="54702"/>
                      <a:pt x="123825" y="55435"/>
                    </a:cubicBezTo>
                    <a:cubicBezTo>
                      <a:pt x="117072" y="56312"/>
                      <a:pt x="110414" y="57779"/>
                      <a:pt x="103918" y="59817"/>
                    </a:cubicBezTo>
                    <a:lnTo>
                      <a:pt x="132493" y="76200"/>
                    </a:lnTo>
                    <a:cubicBezTo>
                      <a:pt x="144018" y="68771"/>
                      <a:pt x="145923" y="62675"/>
                      <a:pt x="137732" y="5762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19" name="Google Shape;4019;p48"/>
            <p:cNvSpPr/>
            <p:nvPr/>
          </p:nvSpPr>
          <p:spPr>
            <a:xfrm>
              <a:off x="5771792" y="3977849"/>
              <a:ext cx="617525" cy="382903"/>
            </a:xfrm>
            <a:custGeom>
              <a:avLst/>
              <a:gdLst/>
              <a:ahLst/>
              <a:cxnLst/>
              <a:rect l="l" t="t" r="r" b="b"/>
              <a:pathLst>
                <a:path w="617525" h="382903" extrusionOk="0">
                  <a:moveTo>
                    <a:pt x="570840" y="378738"/>
                  </a:moveTo>
                  <a:lnTo>
                    <a:pt x="15532" y="58221"/>
                  </a:lnTo>
                  <a:cubicBezTo>
                    <a:pt x="616" y="49544"/>
                    <a:pt x="-4432" y="30418"/>
                    <a:pt x="4245" y="15502"/>
                  </a:cubicBezTo>
                  <a:cubicBezTo>
                    <a:pt x="6960" y="10825"/>
                    <a:pt x="10856" y="6939"/>
                    <a:pt x="15532" y="4215"/>
                  </a:cubicBezTo>
                  <a:lnTo>
                    <a:pt x="15532" y="4215"/>
                  </a:lnTo>
                  <a:cubicBezTo>
                    <a:pt x="25191" y="-1405"/>
                    <a:pt x="37116" y="-1405"/>
                    <a:pt x="46774" y="4215"/>
                  </a:cubicBezTo>
                  <a:lnTo>
                    <a:pt x="601987" y="324731"/>
                  </a:lnTo>
                  <a:cubicBezTo>
                    <a:pt x="616903" y="333408"/>
                    <a:pt x="621960" y="352525"/>
                    <a:pt x="613283" y="367441"/>
                  </a:cubicBezTo>
                  <a:cubicBezTo>
                    <a:pt x="609873" y="373318"/>
                    <a:pt x="604634" y="377918"/>
                    <a:pt x="598367" y="380547"/>
                  </a:cubicBezTo>
                  <a:lnTo>
                    <a:pt x="598367" y="380547"/>
                  </a:lnTo>
                  <a:cubicBezTo>
                    <a:pt x="589404" y="384234"/>
                    <a:pt x="579241" y="383567"/>
                    <a:pt x="570840" y="37873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0" name="Google Shape;4020;p48"/>
            <p:cNvSpPr/>
            <p:nvPr/>
          </p:nvSpPr>
          <p:spPr>
            <a:xfrm>
              <a:off x="5742557" y="3281451"/>
              <a:ext cx="721042" cy="930362"/>
            </a:xfrm>
            <a:custGeom>
              <a:avLst/>
              <a:gdLst/>
              <a:ahLst/>
              <a:cxnLst/>
              <a:rect l="l" t="t" r="r" b="b"/>
              <a:pathLst>
                <a:path w="721042" h="930362" extrusionOk="0">
                  <a:moveTo>
                    <a:pt x="360331" y="881302"/>
                  </a:moveTo>
                  <a:cubicBezTo>
                    <a:pt x="161639" y="766526"/>
                    <a:pt x="0" y="486586"/>
                    <a:pt x="0" y="257129"/>
                  </a:cubicBezTo>
                  <a:cubicBezTo>
                    <a:pt x="0" y="27671"/>
                    <a:pt x="161925" y="-65674"/>
                    <a:pt x="360331" y="49103"/>
                  </a:cubicBezTo>
                  <a:cubicBezTo>
                    <a:pt x="558737" y="163879"/>
                    <a:pt x="721043" y="443819"/>
                    <a:pt x="721043" y="673276"/>
                  </a:cubicBezTo>
                  <a:cubicBezTo>
                    <a:pt x="721043" y="902733"/>
                    <a:pt x="559118" y="995983"/>
                    <a:pt x="360331" y="881302"/>
                  </a:cubicBezTo>
                  <a:close/>
                  <a:moveTo>
                    <a:pt x="360331" y="123588"/>
                  </a:moveTo>
                  <a:cubicBezTo>
                    <a:pt x="197263" y="29386"/>
                    <a:pt x="64484" y="105967"/>
                    <a:pt x="64484" y="294371"/>
                  </a:cubicBezTo>
                  <a:cubicBezTo>
                    <a:pt x="64484" y="482776"/>
                    <a:pt x="197168" y="712424"/>
                    <a:pt x="360331" y="806817"/>
                  </a:cubicBezTo>
                  <a:cubicBezTo>
                    <a:pt x="523494" y="901209"/>
                    <a:pt x="656273" y="824342"/>
                    <a:pt x="656273" y="636224"/>
                  </a:cubicBezTo>
                  <a:cubicBezTo>
                    <a:pt x="656273" y="448105"/>
                    <a:pt x="523494" y="217695"/>
                    <a:pt x="360331" y="1235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1" name="Google Shape;4021;p48"/>
            <p:cNvSpPr/>
            <p:nvPr/>
          </p:nvSpPr>
          <p:spPr>
            <a:xfrm>
              <a:off x="5798755" y="3297121"/>
              <a:ext cx="66103" cy="45243"/>
            </a:xfrm>
            <a:custGeom>
              <a:avLst/>
              <a:gdLst/>
              <a:ahLst/>
              <a:cxnLst/>
              <a:rect l="l" t="t" r="r" b="b"/>
              <a:pathLst>
                <a:path w="66103" h="45243" extrusionOk="0">
                  <a:moveTo>
                    <a:pt x="0" y="36004"/>
                  </a:moveTo>
                  <a:lnTo>
                    <a:pt x="66104" y="0"/>
                  </a:lnTo>
                  <a:lnTo>
                    <a:pt x="56197" y="45244"/>
                  </a:lnTo>
                  <a:lnTo>
                    <a:pt x="0" y="36004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2" name="Google Shape;4022;p48"/>
            <p:cNvSpPr/>
            <p:nvPr/>
          </p:nvSpPr>
          <p:spPr>
            <a:xfrm>
              <a:off x="6296341" y="4172183"/>
              <a:ext cx="72199" cy="48958"/>
            </a:xfrm>
            <a:custGeom>
              <a:avLst/>
              <a:gdLst/>
              <a:ahLst/>
              <a:cxnLst/>
              <a:rect l="l" t="t" r="r" b="b"/>
              <a:pathLst>
                <a:path w="72199" h="48958" extrusionOk="0">
                  <a:moveTo>
                    <a:pt x="0" y="48958"/>
                  </a:moveTo>
                  <a:cubicBezTo>
                    <a:pt x="1619" y="48196"/>
                    <a:pt x="72199" y="8763"/>
                    <a:pt x="72199" y="8763"/>
                  </a:cubicBezTo>
                  <a:lnTo>
                    <a:pt x="17621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3" name="Google Shape;4023;p48"/>
            <p:cNvSpPr/>
            <p:nvPr/>
          </p:nvSpPr>
          <p:spPr>
            <a:xfrm rot="-1801764">
              <a:off x="5788987" y="3308087"/>
              <a:ext cx="535400" cy="927291"/>
            </a:xfrm>
            <a:custGeom>
              <a:avLst/>
              <a:gdLst/>
              <a:ahLst/>
              <a:cxnLst/>
              <a:rect l="l" t="t" r="r" b="b"/>
              <a:pathLst>
                <a:path w="535876" h="928115" extrusionOk="0">
                  <a:moveTo>
                    <a:pt x="535876" y="464058"/>
                  </a:moveTo>
                  <a:cubicBezTo>
                    <a:pt x="535876" y="720350"/>
                    <a:pt x="415916" y="928116"/>
                    <a:pt x="267938" y="928116"/>
                  </a:cubicBezTo>
                  <a:cubicBezTo>
                    <a:pt x="119960" y="928116"/>
                    <a:pt x="0" y="720350"/>
                    <a:pt x="0" y="464058"/>
                  </a:cubicBezTo>
                  <a:cubicBezTo>
                    <a:pt x="0" y="207766"/>
                    <a:pt x="119960" y="0"/>
                    <a:pt x="267938" y="0"/>
                  </a:cubicBezTo>
                  <a:cubicBezTo>
                    <a:pt x="415916" y="0"/>
                    <a:pt x="535876" y="207766"/>
                    <a:pt x="535876" y="46405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4" name="Google Shape;4024;p48"/>
            <p:cNvSpPr/>
            <p:nvPr/>
          </p:nvSpPr>
          <p:spPr>
            <a:xfrm>
              <a:off x="5696551" y="3306978"/>
              <a:ext cx="720756" cy="930362"/>
            </a:xfrm>
            <a:custGeom>
              <a:avLst/>
              <a:gdLst/>
              <a:ahLst/>
              <a:cxnLst/>
              <a:rect l="l" t="t" r="r" b="b"/>
              <a:pathLst>
                <a:path w="720756" h="930362" extrusionOk="0">
                  <a:moveTo>
                    <a:pt x="360426" y="881302"/>
                  </a:moveTo>
                  <a:cubicBezTo>
                    <a:pt x="161735" y="766526"/>
                    <a:pt x="0" y="486586"/>
                    <a:pt x="0" y="257129"/>
                  </a:cubicBezTo>
                  <a:cubicBezTo>
                    <a:pt x="0" y="27671"/>
                    <a:pt x="161925" y="-65674"/>
                    <a:pt x="360426" y="49103"/>
                  </a:cubicBezTo>
                  <a:cubicBezTo>
                    <a:pt x="558927" y="163879"/>
                    <a:pt x="720757" y="443819"/>
                    <a:pt x="720757" y="673276"/>
                  </a:cubicBezTo>
                  <a:cubicBezTo>
                    <a:pt x="720757" y="902733"/>
                    <a:pt x="559118" y="995983"/>
                    <a:pt x="360426" y="881302"/>
                  </a:cubicBezTo>
                  <a:close/>
                  <a:moveTo>
                    <a:pt x="360426" y="123588"/>
                  </a:moveTo>
                  <a:cubicBezTo>
                    <a:pt x="197263" y="29386"/>
                    <a:pt x="64579" y="105967"/>
                    <a:pt x="64579" y="294371"/>
                  </a:cubicBezTo>
                  <a:cubicBezTo>
                    <a:pt x="64579" y="482776"/>
                    <a:pt x="197263" y="712614"/>
                    <a:pt x="360426" y="806816"/>
                  </a:cubicBezTo>
                  <a:cubicBezTo>
                    <a:pt x="523589" y="901019"/>
                    <a:pt x="656272" y="824342"/>
                    <a:pt x="656272" y="636033"/>
                  </a:cubicBezTo>
                  <a:cubicBezTo>
                    <a:pt x="656272" y="447724"/>
                    <a:pt x="523589" y="217695"/>
                    <a:pt x="360426" y="1235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5" name="Google Shape;4025;p48"/>
            <p:cNvSpPr/>
            <p:nvPr/>
          </p:nvSpPr>
          <p:spPr>
            <a:xfrm>
              <a:off x="5833711" y="3483953"/>
              <a:ext cx="446532" cy="576393"/>
            </a:xfrm>
            <a:custGeom>
              <a:avLst/>
              <a:gdLst/>
              <a:ahLst/>
              <a:cxnLst/>
              <a:rect l="l" t="t" r="r" b="b"/>
              <a:pathLst>
                <a:path w="446532" h="576393" extrusionOk="0">
                  <a:moveTo>
                    <a:pt x="223266" y="546022"/>
                  </a:moveTo>
                  <a:cubicBezTo>
                    <a:pt x="100108" y="474870"/>
                    <a:pt x="0" y="301420"/>
                    <a:pt x="0" y="159307"/>
                  </a:cubicBezTo>
                  <a:cubicBezTo>
                    <a:pt x="0" y="17194"/>
                    <a:pt x="100108" y="-40718"/>
                    <a:pt x="223266" y="30433"/>
                  </a:cubicBezTo>
                  <a:cubicBezTo>
                    <a:pt x="346424" y="101585"/>
                    <a:pt x="446532" y="274940"/>
                    <a:pt x="446532" y="417053"/>
                  </a:cubicBezTo>
                  <a:cubicBezTo>
                    <a:pt x="446532" y="559166"/>
                    <a:pt x="346329" y="617078"/>
                    <a:pt x="223266" y="546022"/>
                  </a:cubicBezTo>
                  <a:close/>
                  <a:moveTo>
                    <a:pt x="223266" y="104919"/>
                  </a:moveTo>
                  <a:cubicBezTo>
                    <a:pt x="135731" y="54341"/>
                    <a:pt x="64484" y="95394"/>
                    <a:pt x="64484" y="196549"/>
                  </a:cubicBezTo>
                  <a:cubicBezTo>
                    <a:pt x="64484" y="297705"/>
                    <a:pt x="135731" y="420958"/>
                    <a:pt x="223266" y="471536"/>
                  </a:cubicBezTo>
                  <a:cubicBezTo>
                    <a:pt x="310801" y="522114"/>
                    <a:pt x="382238" y="481347"/>
                    <a:pt x="382238" y="379810"/>
                  </a:cubicBezTo>
                  <a:cubicBezTo>
                    <a:pt x="382238" y="278274"/>
                    <a:pt x="310801" y="155401"/>
                    <a:pt x="223266" y="1049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6" name="Google Shape;4026;p48"/>
            <p:cNvSpPr/>
            <p:nvPr/>
          </p:nvSpPr>
          <p:spPr>
            <a:xfrm>
              <a:off x="5968681" y="3658196"/>
              <a:ext cx="176593" cy="227948"/>
            </a:xfrm>
            <a:custGeom>
              <a:avLst/>
              <a:gdLst/>
              <a:ahLst/>
              <a:cxnLst/>
              <a:rect l="l" t="t" r="r" b="b"/>
              <a:pathLst>
                <a:path w="176593" h="227948" extrusionOk="0">
                  <a:moveTo>
                    <a:pt x="88297" y="215949"/>
                  </a:moveTo>
                  <a:cubicBezTo>
                    <a:pt x="39624" y="187374"/>
                    <a:pt x="0" y="119175"/>
                    <a:pt x="0" y="62978"/>
                  </a:cubicBezTo>
                  <a:cubicBezTo>
                    <a:pt x="0" y="6780"/>
                    <a:pt x="39624" y="-16080"/>
                    <a:pt x="88297" y="12019"/>
                  </a:cubicBezTo>
                  <a:cubicBezTo>
                    <a:pt x="136970" y="40118"/>
                    <a:pt x="176593" y="108698"/>
                    <a:pt x="176593" y="164895"/>
                  </a:cubicBezTo>
                  <a:cubicBezTo>
                    <a:pt x="176593" y="221093"/>
                    <a:pt x="136970" y="244048"/>
                    <a:pt x="88297" y="215949"/>
                  </a:cubicBezTo>
                  <a:close/>
                  <a:moveTo>
                    <a:pt x="88297" y="86504"/>
                  </a:moveTo>
                  <a:cubicBezTo>
                    <a:pt x="75152" y="78884"/>
                    <a:pt x="64484" y="85076"/>
                    <a:pt x="64484" y="100220"/>
                  </a:cubicBezTo>
                  <a:cubicBezTo>
                    <a:pt x="65418" y="116975"/>
                    <a:pt x="74257" y="132281"/>
                    <a:pt x="88297" y="141463"/>
                  </a:cubicBezTo>
                  <a:cubicBezTo>
                    <a:pt x="101441" y="148988"/>
                    <a:pt x="112109" y="142892"/>
                    <a:pt x="112109" y="127652"/>
                  </a:cubicBezTo>
                  <a:cubicBezTo>
                    <a:pt x="111195" y="110917"/>
                    <a:pt x="102346" y="95629"/>
                    <a:pt x="88297" y="86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7" name="Google Shape;4027;p48"/>
            <p:cNvSpPr/>
            <p:nvPr/>
          </p:nvSpPr>
          <p:spPr>
            <a:xfrm>
              <a:off x="5409944" y="4076361"/>
              <a:ext cx="107251" cy="45529"/>
            </a:xfrm>
            <a:custGeom>
              <a:avLst/>
              <a:gdLst/>
              <a:ahLst/>
              <a:cxnLst/>
              <a:rect l="l" t="t" r="r" b="b"/>
              <a:pathLst>
                <a:path w="107251" h="45529" extrusionOk="0">
                  <a:moveTo>
                    <a:pt x="33052" y="45148"/>
                  </a:moveTo>
                  <a:lnTo>
                    <a:pt x="0" y="45529"/>
                  </a:lnTo>
                  <a:lnTo>
                    <a:pt x="107252" y="0"/>
                  </a:lnTo>
                  <a:lnTo>
                    <a:pt x="45053" y="38671"/>
                  </a:lnTo>
                  <a:lnTo>
                    <a:pt x="33052" y="45148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8" name="Google Shape;4028;p48"/>
            <p:cNvSpPr/>
            <p:nvPr/>
          </p:nvSpPr>
          <p:spPr>
            <a:xfrm rot="-1801764">
              <a:off x="5444439" y="4114607"/>
              <a:ext cx="13703" cy="23791"/>
            </a:xfrm>
            <a:custGeom>
              <a:avLst/>
              <a:gdLst/>
              <a:ahLst/>
              <a:cxnLst/>
              <a:rect l="l" t="t" r="r" b="b"/>
              <a:pathLst>
                <a:path w="13715" h="23812" extrusionOk="0">
                  <a:moveTo>
                    <a:pt x="13716" y="11906"/>
                  </a:moveTo>
                  <a:cubicBezTo>
                    <a:pt x="13716" y="18482"/>
                    <a:pt x="10646" y="23813"/>
                    <a:pt x="6858" y="23813"/>
                  </a:cubicBezTo>
                  <a:cubicBezTo>
                    <a:pt x="3071" y="23813"/>
                    <a:pt x="0" y="18482"/>
                    <a:pt x="0" y="11906"/>
                  </a:cubicBezTo>
                  <a:cubicBezTo>
                    <a:pt x="0" y="5331"/>
                    <a:pt x="3071" y="0"/>
                    <a:pt x="6858" y="0"/>
                  </a:cubicBezTo>
                  <a:cubicBezTo>
                    <a:pt x="10646" y="0"/>
                    <a:pt x="13716" y="5331"/>
                    <a:pt x="13716" y="11906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9" name="Google Shape;4029;p48"/>
            <p:cNvSpPr/>
            <p:nvPr/>
          </p:nvSpPr>
          <p:spPr>
            <a:xfrm rot="-1801764">
              <a:off x="6051614" y="3763417"/>
              <a:ext cx="13703" cy="23791"/>
            </a:xfrm>
            <a:custGeom>
              <a:avLst/>
              <a:gdLst/>
              <a:ahLst/>
              <a:cxnLst/>
              <a:rect l="l" t="t" r="r" b="b"/>
              <a:pathLst>
                <a:path w="13715" h="23812" extrusionOk="0">
                  <a:moveTo>
                    <a:pt x="13716" y="11906"/>
                  </a:moveTo>
                  <a:cubicBezTo>
                    <a:pt x="13716" y="18482"/>
                    <a:pt x="10646" y="23813"/>
                    <a:pt x="6858" y="23813"/>
                  </a:cubicBezTo>
                  <a:cubicBezTo>
                    <a:pt x="3070" y="23813"/>
                    <a:pt x="0" y="18482"/>
                    <a:pt x="0" y="11906"/>
                  </a:cubicBezTo>
                  <a:cubicBezTo>
                    <a:pt x="0" y="5331"/>
                    <a:pt x="3070" y="0"/>
                    <a:pt x="6858" y="0"/>
                  </a:cubicBezTo>
                  <a:cubicBezTo>
                    <a:pt x="10646" y="0"/>
                    <a:pt x="13716" y="5331"/>
                    <a:pt x="13716" y="11906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0" name="Google Shape;4030;p48"/>
            <p:cNvSpPr/>
            <p:nvPr/>
          </p:nvSpPr>
          <p:spPr>
            <a:xfrm>
              <a:off x="5457664" y="4081409"/>
              <a:ext cx="86296" cy="87915"/>
            </a:xfrm>
            <a:custGeom>
              <a:avLst/>
              <a:gdLst/>
              <a:ahLst/>
              <a:cxnLst/>
              <a:rect l="l" t="t" r="r" b="b"/>
              <a:pathLst>
                <a:path w="86296" h="87915" extrusionOk="0">
                  <a:moveTo>
                    <a:pt x="7906" y="87916"/>
                  </a:moveTo>
                  <a:lnTo>
                    <a:pt x="0" y="55054"/>
                  </a:lnTo>
                  <a:lnTo>
                    <a:pt x="86296" y="0"/>
                  </a:lnTo>
                  <a:lnTo>
                    <a:pt x="82582" y="7811"/>
                  </a:lnTo>
                  <a:lnTo>
                    <a:pt x="790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1" name="Google Shape;4031;p48"/>
            <p:cNvSpPr/>
            <p:nvPr/>
          </p:nvSpPr>
          <p:spPr>
            <a:xfrm>
              <a:off x="5445377" y="3764798"/>
              <a:ext cx="619125" cy="371951"/>
            </a:xfrm>
            <a:custGeom>
              <a:avLst/>
              <a:gdLst/>
              <a:ahLst/>
              <a:cxnLst/>
              <a:rect l="l" t="t" r="r" b="b"/>
              <a:pathLst>
                <a:path w="619125" h="371951" extrusionOk="0">
                  <a:moveTo>
                    <a:pt x="12287" y="371951"/>
                  </a:moveTo>
                  <a:cubicBezTo>
                    <a:pt x="13049" y="371284"/>
                    <a:pt x="619125" y="20955"/>
                    <a:pt x="619125" y="20955"/>
                  </a:cubicBezTo>
                  <a:lnTo>
                    <a:pt x="607981" y="0"/>
                  </a:lnTo>
                  <a:lnTo>
                    <a:pt x="0" y="351282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2" name="Google Shape;4032;p48"/>
            <p:cNvSpPr/>
            <p:nvPr/>
          </p:nvSpPr>
          <p:spPr>
            <a:xfrm>
              <a:off x="4826180" y="148719"/>
              <a:ext cx="204333" cy="298673"/>
            </a:xfrm>
            <a:custGeom>
              <a:avLst/>
              <a:gdLst/>
              <a:ahLst/>
              <a:cxnLst/>
              <a:rect l="l" t="t" r="r" b="b"/>
              <a:pathLst>
                <a:path w="204333" h="298673" extrusionOk="0">
                  <a:moveTo>
                    <a:pt x="72081" y="9724"/>
                  </a:moveTo>
                  <a:cubicBezTo>
                    <a:pt x="80177" y="-2944"/>
                    <a:pt x="141994" y="-11898"/>
                    <a:pt x="162663" y="40680"/>
                  </a:cubicBezTo>
                  <a:cubicBezTo>
                    <a:pt x="170474" y="60683"/>
                    <a:pt x="169235" y="111642"/>
                    <a:pt x="175713" y="143646"/>
                  </a:cubicBezTo>
                  <a:cubicBezTo>
                    <a:pt x="182190" y="175650"/>
                    <a:pt x="197430" y="193842"/>
                    <a:pt x="202954" y="219846"/>
                  </a:cubicBezTo>
                  <a:cubicBezTo>
                    <a:pt x="208479" y="245849"/>
                    <a:pt x="199525" y="289378"/>
                    <a:pt x="136851" y="297093"/>
                  </a:cubicBezTo>
                  <a:cubicBezTo>
                    <a:pt x="74176" y="304809"/>
                    <a:pt x="26075" y="282806"/>
                    <a:pt x="11216" y="262803"/>
                  </a:cubicBezTo>
                  <a:cubicBezTo>
                    <a:pt x="-3643" y="242801"/>
                    <a:pt x="-3834" y="200415"/>
                    <a:pt x="11216" y="177650"/>
                  </a:cubicBezTo>
                  <a:cubicBezTo>
                    <a:pt x="26265" y="154885"/>
                    <a:pt x="38267" y="136311"/>
                    <a:pt x="37886" y="106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3" name="Google Shape;4033;p48"/>
            <p:cNvSpPr/>
            <p:nvPr/>
          </p:nvSpPr>
          <p:spPr>
            <a:xfrm>
              <a:off x="4841878" y="145922"/>
              <a:ext cx="97721" cy="120542"/>
            </a:xfrm>
            <a:custGeom>
              <a:avLst/>
              <a:gdLst/>
              <a:ahLst/>
              <a:cxnLst/>
              <a:rect l="l" t="t" r="r" b="b"/>
              <a:pathLst>
                <a:path w="97721" h="120542" extrusionOk="0">
                  <a:moveTo>
                    <a:pt x="97722" y="3472"/>
                  </a:moveTo>
                  <a:cubicBezTo>
                    <a:pt x="97722" y="3472"/>
                    <a:pt x="50573" y="-9672"/>
                    <a:pt x="22189" y="15188"/>
                  </a:cubicBezTo>
                  <a:cubicBezTo>
                    <a:pt x="3234" y="32836"/>
                    <a:pt x="-4367" y="59548"/>
                    <a:pt x="2472" y="84530"/>
                  </a:cubicBezTo>
                  <a:cubicBezTo>
                    <a:pt x="6187" y="99294"/>
                    <a:pt x="13807" y="119392"/>
                    <a:pt x="25522" y="120535"/>
                  </a:cubicBezTo>
                  <a:cubicBezTo>
                    <a:pt x="37238" y="121678"/>
                    <a:pt x="97722" y="3472"/>
                    <a:pt x="97722" y="3472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4" name="Google Shape;4034;p48"/>
            <p:cNvSpPr/>
            <p:nvPr/>
          </p:nvSpPr>
          <p:spPr>
            <a:xfrm>
              <a:off x="4860888" y="276839"/>
              <a:ext cx="120648" cy="135031"/>
            </a:xfrm>
            <a:custGeom>
              <a:avLst/>
              <a:gdLst/>
              <a:ahLst/>
              <a:cxnLst/>
              <a:rect l="l" t="t" r="r" b="b"/>
              <a:pathLst>
                <a:path w="120648" h="135031" extrusionOk="0">
                  <a:moveTo>
                    <a:pt x="96238" y="0"/>
                  </a:moveTo>
                  <a:cubicBezTo>
                    <a:pt x="96238" y="0"/>
                    <a:pt x="93095" y="52102"/>
                    <a:pt x="94047" y="56007"/>
                  </a:cubicBezTo>
                  <a:cubicBezTo>
                    <a:pt x="95000" y="59912"/>
                    <a:pt x="114526" y="63532"/>
                    <a:pt x="120050" y="68104"/>
                  </a:cubicBezTo>
                  <a:cubicBezTo>
                    <a:pt x="125575" y="72676"/>
                    <a:pt x="91475" y="125254"/>
                    <a:pt x="74521" y="133255"/>
                  </a:cubicBezTo>
                  <a:cubicBezTo>
                    <a:pt x="57566" y="141256"/>
                    <a:pt x="4036" y="121158"/>
                    <a:pt x="416" y="94679"/>
                  </a:cubicBezTo>
                  <a:cubicBezTo>
                    <a:pt x="-3013" y="70294"/>
                    <a:pt x="15656" y="51340"/>
                    <a:pt x="22800" y="44672"/>
                  </a:cubicBezTo>
                  <a:cubicBezTo>
                    <a:pt x="27686" y="44416"/>
                    <a:pt x="32582" y="44416"/>
                    <a:pt x="37469" y="44672"/>
                  </a:cubicBezTo>
                  <a:lnTo>
                    <a:pt x="38992" y="19431"/>
                  </a:lnTo>
                  <a:cubicBezTo>
                    <a:pt x="62329" y="11811"/>
                    <a:pt x="96238" y="0"/>
                    <a:pt x="96238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5" name="Google Shape;4035;p48"/>
            <p:cNvSpPr/>
            <p:nvPr/>
          </p:nvSpPr>
          <p:spPr>
            <a:xfrm>
              <a:off x="4654628" y="329607"/>
              <a:ext cx="228170" cy="325384"/>
            </a:xfrm>
            <a:custGeom>
              <a:avLst/>
              <a:gdLst/>
              <a:ahLst/>
              <a:cxnLst/>
              <a:rect l="l" t="t" r="r" b="b"/>
              <a:pathLst>
                <a:path w="228170" h="325384" extrusionOk="0">
                  <a:moveTo>
                    <a:pt x="149145" y="225743"/>
                  </a:moveTo>
                  <a:cubicBezTo>
                    <a:pt x="134400" y="246042"/>
                    <a:pt x="116931" y="264215"/>
                    <a:pt x="97234" y="279749"/>
                  </a:cubicBezTo>
                  <a:cubicBezTo>
                    <a:pt x="90976" y="286259"/>
                    <a:pt x="85061" y="293094"/>
                    <a:pt x="79517" y="300228"/>
                  </a:cubicBezTo>
                  <a:cubicBezTo>
                    <a:pt x="70211" y="310964"/>
                    <a:pt x="58162" y="318965"/>
                    <a:pt x="44656" y="323374"/>
                  </a:cubicBezTo>
                  <a:cubicBezTo>
                    <a:pt x="32845" y="326422"/>
                    <a:pt x="27892" y="325660"/>
                    <a:pt x="25606" y="323374"/>
                  </a:cubicBezTo>
                  <a:cubicBezTo>
                    <a:pt x="23320" y="321088"/>
                    <a:pt x="24558" y="317849"/>
                    <a:pt x="29606" y="315849"/>
                  </a:cubicBezTo>
                  <a:cubicBezTo>
                    <a:pt x="37969" y="313275"/>
                    <a:pt x="45741" y="309066"/>
                    <a:pt x="52466" y="303467"/>
                  </a:cubicBezTo>
                  <a:cubicBezTo>
                    <a:pt x="52466" y="303467"/>
                    <a:pt x="41512" y="308610"/>
                    <a:pt x="34654" y="310991"/>
                  </a:cubicBezTo>
                  <a:cubicBezTo>
                    <a:pt x="28511" y="313135"/>
                    <a:pt x="22100" y="314417"/>
                    <a:pt x="15604" y="314801"/>
                  </a:cubicBezTo>
                  <a:cubicBezTo>
                    <a:pt x="9127" y="314801"/>
                    <a:pt x="2365" y="307277"/>
                    <a:pt x="7508" y="305276"/>
                  </a:cubicBezTo>
                  <a:cubicBezTo>
                    <a:pt x="12652" y="303276"/>
                    <a:pt x="17033" y="302800"/>
                    <a:pt x="27415" y="299085"/>
                  </a:cubicBezTo>
                  <a:cubicBezTo>
                    <a:pt x="32778" y="297192"/>
                    <a:pt x="37874" y="294599"/>
                    <a:pt x="42560" y="291370"/>
                  </a:cubicBezTo>
                  <a:cubicBezTo>
                    <a:pt x="35512" y="293389"/>
                    <a:pt x="28311" y="294854"/>
                    <a:pt x="21034" y="295751"/>
                  </a:cubicBezTo>
                  <a:cubicBezTo>
                    <a:pt x="14985" y="296741"/>
                    <a:pt x="8784" y="296015"/>
                    <a:pt x="3127" y="293656"/>
                  </a:cubicBezTo>
                  <a:cubicBezTo>
                    <a:pt x="79" y="292418"/>
                    <a:pt x="-2493" y="286893"/>
                    <a:pt x="4270" y="285083"/>
                  </a:cubicBezTo>
                  <a:cubicBezTo>
                    <a:pt x="13099" y="284210"/>
                    <a:pt x="21777" y="282192"/>
                    <a:pt x="30082" y="279083"/>
                  </a:cubicBezTo>
                  <a:cubicBezTo>
                    <a:pt x="38083" y="275463"/>
                    <a:pt x="43036" y="271653"/>
                    <a:pt x="41322" y="270891"/>
                  </a:cubicBezTo>
                  <a:cubicBezTo>
                    <a:pt x="39607" y="270129"/>
                    <a:pt x="35035" y="272606"/>
                    <a:pt x="27034" y="272034"/>
                  </a:cubicBezTo>
                  <a:cubicBezTo>
                    <a:pt x="19033" y="271463"/>
                    <a:pt x="11604" y="266319"/>
                    <a:pt x="11699" y="262509"/>
                  </a:cubicBezTo>
                  <a:cubicBezTo>
                    <a:pt x="11794" y="258699"/>
                    <a:pt x="13414" y="260604"/>
                    <a:pt x="21224" y="259937"/>
                  </a:cubicBezTo>
                  <a:cubicBezTo>
                    <a:pt x="29616" y="257435"/>
                    <a:pt x="38179" y="255557"/>
                    <a:pt x="46846" y="254318"/>
                  </a:cubicBezTo>
                  <a:cubicBezTo>
                    <a:pt x="55209" y="254634"/>
                    <a:pt x="63563" y="253637"/>
                    <a:pt x="71611" y="251365"/>
                  </a:cubicBezTo>
                  <a:cubicBezTo>
                    <a:pt x="80184" y="248793"/>
                    <a:pt x="99139" y="225933"/>
                    <a:pt x="113807" y="204978"/>
                  </a:cubicBezTo>
                  <a:cubicBezTo>
                    <a:pt x="129685" y="181614"/>
                    <a:pt x="142249" y="156162"/>
                    <a:pt x="151145" y="129350"/>
                  </a:cubicBezTo>
                  <a:cubicBezTo>
                    <a:pt x="159908" y="100775"/>
                    <a:pt x="170195" y="46482"/>
                    <a:pt x="177815" y="27718"/>
                  </a:cubicBezTo>
                  <a:cubicBezTo>
                    <a:pt x="185435" y="8954"/>
                    <a:pt x="198103" y="381"/>
                    <a:pt x="210391" y="0"/>
                  </a:cubicBezTo>
                  <a:cubicBezTo>
                    <a:pt x="224773" y="0"/>
                    <a:pt x="230869" y="18479"/>
                    <a:pt x="227059" y="34766"/>
                  </a:cubicBezTo>
                  <a:cubicBezTo>
                    <a:pt x="220106" y="63818"/>
                    <a:pt x="188197" y="174117"/>
                    <a:pt x="149145" y="2257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6" name="Google Shape;4036;p48"/>
            <p:cNvSpPr/>
            <p:nvPr/>
          </p:nvSpPr>
          <p:spPr>
            <a:xfrm>
              <a:off x="4825802" y="321035"/>
              <a:ext cx="175746" cy="232044"/>
            </a:xfrm>
            <a:custGeom>
              <a:avLst/>
              <a:gdLst/>
              <a:ahLst/>
              <a:cxnLst/>
              <a:rect l="l" t="t" r="r" b="b"/>
              <a:pathLst>
                <a:path w="175746" h="232044" extrusionOk="0">
                  <a:moveTo>
                    <a:pt x="138467" y="16859"/>
                  </a:moveTo>
                  <a:cubicBezTo>
                    <a:pt x="153040" y="19049"/>
                    <a:pt x="169804" y="26955"/>
                    <a:pt x="172090" y="34956"/>
                  </a:cubicBezTo>
                  <a:cubicBezTo>
                    <a:pt x="178119" y="63828"/>
                    <a:pt x="176672" y="93761"/>
                    <a:pt x="167899" y="121919"/>
                  </a:cubicBezTo>
                  <a:cubicBezTo>
                    <a:pt x="155231" y="155447"/>
                    <a:pt x="140943" y="215931"/>
                    <a:pt x="133609" y="230409"/>
                  </a:cubicBezTo>
                  <a:cubicBezTo>
                    <a:pt x="95890" y="235669"/>
                    <a:pt x="57504" y="228158"/>
                    <a:pt x="24548" y="209073"/>
                  </a:cubicBezTo>
                  <a:cubicBezTo>
                    <a:pt x="24548" y="209073"/>
                    <a:pt x="21500" y="150780"/>
                    <a:pt x="21214" y="131540"/>
                  </a:cubicBezTo>
                  <a:cubicBezTo>
                    <a:pt x="-25840" y="90392"/>
                    <a:pt x="14451" y="39719"/>
                    <a:pt x="54361" y="285"/>
                  </a:cubicBezTo>
                  <a:cubicBezTo>
                    <a:pt x="59152" y="-95"/>
                    <a:pt x="63953" y="-95"/>
                    <a:pt x="68744" y="285"/>
                  </a:cubicBezTo>
                  <a:cubicBezTo>
                    <a:pt x="68744" y="285"/>
                    <a:pt x="33120" y="42481"/>
                    <a:pt x="57885" y="66389"/>
                  </a:cubicBezTo>
                  <a:cubicBezTo>
                    <a:pt x="110940" y="50196"/>
                    <a:pt x="121512" y="26288"/>
                    <a:pt x="138467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7" name="Google Shape;4037;p48"/>
            <p:cNvSpPr/>
            <p:nvPr/>
          </p:nvSpPr>
          <p:spPr>
            <a:xfrm>
              <a:off x="4857002" y="155665"/>
              <a:ext cx="128729" cy="159467"/>
            </a:xfrm>
            <a:custGeom>
              <a:avLst/>
              <a:gdLst/>
              <a:ahLst/>
              <a:cxnLst/>
              <a:rect l="l" t="t" r="r" b="b"/>
              <a:pathLst>
                <a:path w="128729" h="159467" extrusionOk="0">
                  <a:moveTo>
                    <a:pt x="2778" y="56785"/>
                  </a:moveTo>
                  <a:lnTo>
                    <a:pt x="2778" y="56785"/>
                  </a:lnTo>
                  <a:cubicBezTo>
                    <a:pt x="8017" y="23352"/>
                    <a:pt x="32210" y="-1889"/>
                    <a:pt x="66691" y="111"/>
                  </a:cubicBezTo>
                  <a:cubicBezTo>
                    <a:pt x="103429" y="2671"/>
                    <a:pt x="131127" y="34525"/>
                    <a:pt x="128565" y="71260"/>
                  </a:cubicBezTo>
                  <a:cubicBezTo>
                    <a:pt x="127165" y="91407"/>
                    <a:pt x="116706" y="109833"/>
                    <a:pt x="100123" y="121364"/>
                  </a:cubicBezTo>
                  <a:cubicBezTo>
                    <a:pt x="98923" y="126444"/>
                    <a:pt x="97133" y="131367"/>
                    <a:pt x="94789" y="136033"/>
                  </a:cubicBezTo>
                  <a:cubicBezTo>
                    <a:pt x="82502" y="150320"/>
                    <a:pt x="50022" y="159274"/>
                    <a:pt x="39354" y="159464"/>
                  </a:cubicBezTo>
                  <a:cubicBezTo>
                    <a:pt x="28686" y="159655"/>
                    <a:pt x="22114" y="150892"/>
                    <a:pt x="13351" y="136509"/>
                  </a:cubicBezTo>
                  <a:cubicBezTo>
                    <a:pt x="-4747" y="106410"/>
                    <a:pt x="-175" y="73168"/>
                    <a:pt x="2778" y="567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8" name="Google Shape;4038;p48"/>
            <p:cNvSpPr/>
            <p:nvPr/>
          </p:nvSpPr>
          <p:spPr>
            <a:xfrm>
              <a:off x="4862352" y="154515"/>
              <a:ext cx="129836" cy="122323"/>
            </a:xfrm>
            <a:custGeom>
              <a:avLst/>
              <a:gdLst/>
              <a:ahLst/>
              <a:cxnLst/>
              <a:rect l="l" t="t" r="r" b="b"/>
              <a:pathLst>
                <a:path w="129836" h="122323" extrusionOk="0">
                  <a:moveTo>
                    <a:pt x="72104" y="1641"/>
                  </a:moveTo>
                  <a:cubicBezTo>
                    <a:pt x="96298" y="6404"/>
                    <a:pt x="116205" y="13167"/>
                    <a:pt x="122777" y="36979"/>
                  </a:cubicBezTo>
                  <a:cubicBezTo>
                    <a:pt x="127254" y="53362"/>
                    <a:pt x="133159" y="84604"/>
                    <a:pt x="127540" y="97749"/>
                  </a:cubicBezTo>
                  <a:lnTo>
                    <a:pt x="124111" y="107274"/>
                  </a:lnTo>
                  <a:lnTo>
                    <a:pt x="94774" y="122323"/>
                  </a:lnTo>
                  <a:cubicBezTo>
                    <a:pt x="94774" y="122323"/>
                    <a:pt x="81058" y="110988"/>
                    <a:pt x="85249" y="77556"/>
                  </a:cubicBezTo>
                  <a:cubicBezTo>
                    <a:pt x="85125" y="73028"/>
                    <a:pt x="83696" y="68632"/>
                    <a:pt x="81153" y="64887"/>
                  </a:cubicBezTo>
                  <a:cubicBezTo>
                    <a:pt x="79324" y="61752"/>
                    <a:pt x="78000" y="58343"/>
                    <a:pt x="77248" y="54791"/>
                  </a:cubicBezTo>
                  <a:cubicBezTo>
                    <a:pt x="73742" y="45761"/>
                    <a:pt x="66932" y="38404"/>
                    <a:pt x="58198" y="34217"/>
                  </a:cubicBezTo>
                  <a:cubicBezTo>
                    <a:pt x="39443" y="25914"/>
                    <a:pt x="17878" y="26938"/>
                    <a:pt x="0" y="36979"/>
                  </a:cubicBezTo>
                  <a:cubicBezTo>
                    <a:pt x="12630" y="9606"/>
                    <a:pt x="42729" y="-5148"/>
                    <a:pt x="72104" y="164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9" name="Google Shape;4039;p48"/>
            <p:cNvSpPr/>
            <p:nvPr/>
          </p:nvSpPr>
          <p:spPr>
            <a:xfrm>
              <a:off x="4706279" y="957495"/>
              <a:ext cx="102161" cy="77983"/>
            </a:xfrm>
            <a:custGeom>
              <a:avLst/>
              <a:gdLst/>
              <a:ahLst/>
              <a:cxnLst/>
              <a:rect l="l" t="t" r="r" b="b"/>
              <a:pathLst>
                <a:path w="102161" h="77983" extrusionOk="0">
                  <a:moveTo>
                    <a:pt x="94827" y="0"/>
                  </a:moveTo>
                  <a:cubicBezTo>
                    <a:pt x="82540" y="9525"/>
                    <a:pt x="63490" y="3048"/>
                    <a:pt x="62537" y="4000"/>
                  </a:cubicBezTo>
                  <a:cubicBezTo>
                    <a:pt x="48212" y="16225"/>
                    <a:pt x="33229" y="27671"/>
                    <a:pt x="17674" y="38290"/>
                  </a:cubicBezTo>
                  <a:cubicBezTo>
                    <a:pt x="10054" y="44291"/>
                    <a:pt x="-1852" y="52292"/>
                    <a:pt x="243" y="63913"/>
                  </a:cubicBezTo>
                  <a:cubicBezTo>
                    <a:pt x="4149" y="84487"/>
                    <a:pt x="37201" y="78200"/>
                    <a:pt x="49678" y="71819"/>
                  </a:cubicBezTo>
                  <a:cubicBezTo>
                    <a:pt x="62156" y="65437"/>
                    <a:pt x="72348" y="55054"/>
                    <a:pt x="84159" y="47720"/>
                  </a:cubicBezTo>
                  <a:cubicBezTo>
                    <a:pt x="92541" y="42481"/>
                    <a:pt x="100827" y="39815"/>
                    <a:pt x="102161" y="28670"/>
                  </a:cubicBezTo>
                  <a:cubicBezTo>
                    <a:pt x="101856" y="18691"/>
                    <a:pt x="99351" y="8901"/>
                    <a:pt x="94827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0" name="Google Shape;4040;p48"/>
            <p:cNvSpPr/>
            <p:nvPr/>
          </p:nvSpPr>
          <p:spPr>
            <a:xfrm>
              <a:off x="4706713" y="982355"/>
              <a:ext cx="101737" cy="53117"/>
            </a:xfrm>
            <a:custGeom>
              <a:avLst/>
              <a:gdLst/>
              <a:ahLst/>
              <a:cxnLst/>
              <a:rect l="l" t="t" r="r" b="b"/>
              <a:pathLst>
                <a:path w="101737" h="53117" extrusionOk="0">
                  <a:moveTo>
                    <a:pt x="101537" y="0"/>
                  </a:moveTo>
                  <a:cubicBezTo>
                    <a:pt x="99917" y="10192"/>
                    <a:pt x="92012" y="12954"/>
                    <a:pt x="83344" y="18193"/>
                  </a:cubicBezTo>
                  <a:cubicBezTo>
                    <a:pt x="71438" y="25622"/>
                    <a:pt x="60865" y="36385"/>
                    <a:pt x="48387" y="42672"/>
                  </a:cubicBezTo>
                  <a:cubicBezTo>
                    <a:pt x="35909" y="48958"/>
                    <a:pt x="8096" y="54292"/>
                    <a:pt x="0" y="39624"/>
                  </a:cubicBezTo>
                  <a:cubicBezTo>
                    <a:pt x="4382" y="59531"/>
                    <a:pt x="36862" y="53245"/>
                    <a:pt x="49244" y="46958"/>
                  </a:cubicBezTo>
                  <a:cubicBezTo>
                    <a:pt x="61627" y="40672"/>
                    <a:pt x="71914" y="30194"/>
                    <a:pt x="83725" y="22860"/>
                  </a:cubicBezTo>
                  <a:cubicBezTo>
                    <a:pt x="92107" y="17621"/>
                    <a:pt x="100394" y="14954"/>
                    <a:pt x="101727" y="3810"/>
                  </a:cubicBezTo>
                  <a:cubicBezTo>
                    <a:pt x="101765" y="2537"/>
                    <a:pt x="101698" y="1263"/>
                    <a:pt x="1015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1" name="Google Shape;4041;p48"/>
            <p:cNvSpPr/>
            <p:nvPr/>
          </p:nvSpPr>
          <p:spPr>
            <a:xfrm>
              <a:off x="4655133" y="923967"/>
              <a:ext cx="93585" cy="72574"/>
            </a:xfrm>
            <a:custGeom>
              <a:avLst/>
              <a:gdLst/>
              <a:ahLst/>
              <a:cxnLst/>
              <a:rect l="l" t="t" r="r" b="b"/>
              <a:pathLst>
                <a:path w="93585" h="72574" extrusionOk="0">
                  <a:moveTo>
                    <a:pt x="86251" y="0"/>
                  </a:moveTo>
                  <a:cubicBezTo>
                    <a:pt x="75011" y="9525"/>
                    <a:pt x="57676" y="4001"/>
                    <a:pt x="57200" y="4858"/>
                  </a:cubicBezTo>
                  <a:cubicBezTo>
                    <a:pt x="44141" y="16067"/>
                    <a:pt x="30434" y="26499"/>
                    <a:pt x="16147" y="36100"/>
                  </a:cubicBezTo>
                  <a:cubicBezTo>
                    <a:pt x="9194" y="41624"/>
                    <a:pt x="-1760" y="49054"/>
                    <a:pt x="240" y="59627"/>
                  </a:cubicBezTo>
                  <a:cubicBezTo>
                    <a:pt x="3764" y="78677"/>
                    <a:pt x="34054" y="72676"/>
                    <a:pt x="45484" y="66866"/>
                  </a:cubicBezTo>
                  <a:cubicBezTo>
                    <a:pt x="56914" y="61055"/>
                    <a:pt x="66248" y="51530"/>
                    <a:pt x="77012" y="44768"/>
                  </a:cubicBezTo>
                  <a:cubicBezTo>
                    <a:pt x="84727" y="40005"/>
                    <a:pt x="92347" y="37529"/>
                    <a:pt x="93585" y="27813"/>
                  </a:cubicBezTo>
                  <a:cubicBezTo>
                    <a:pt x="93195" y="18119"/>
                    <a:pt x="90690" y="8627"/>
                    <a:pt x="86251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2" name="Google Shape;4042;p48"/>
            <p:cNvSpPr/>
            <p:nvPr/>
          </p:nvSpPr>
          <p:spPr>
            <a:xfrm>
              <a:off x="4655564" y="947875"/>
              <a:ext cx="93179" cy="48581"/>
            </a:xfrm>
            <a:custGeom>
              <a:avLst/>
              <a:gdLst/>
              <a:ahLst/>
              <a:cxnLst/>
              <a:rect l="l" t="t" r="r" b="b"/>
              <a:pathLst>
                <a:path w="93179" h="48581" extrusionOk="0">
                  <a:moveTo>
                    <a:pt x="92964" y="0"/>
                  </a:moveTo>
                  <a:cubicBezTo>
                    <a:pt x="91535" y="9525"/>
                    <a:pt x="84011" y="11906"/>
                    <a:pt x="76391" y="16573"/>
                  </a:cubicBezTo>
                  <a:cubicBezTo>
                    <a:pt x="65342" y="23431"/>
                    <a:pt x="55721" y="33242"/>
                    <a:pt x="44291" y="39052"/>
                  </a:cubicBezTo>
                  <a:cubicBezTo>
                    <a:pt x="32861" y="44863"/>
                    <a:pt x="7430" y="49721"/>
                    <a:pt x="0" y="36195"/>
                  </a:cubicBezTo>
                  <a:cubicBezTo>
                    <a:pt x="4001" y="54483"/>
                    <a:pt x="33719" y="48673"/>
                    <a:pt x="45053" y="42958"/>
                  </a:cubicBezTo>
                  <a:cubicBezTo>
                    <a:pt x="56388" y="37243"/>
                    <a:pt x="65818" y="27623"/>
                    <a:pt x="76581" y="20860"/>
                  </a:cubicBezTo>
                  <a:cubicBezTo>
                    <a:pt x="84296" y="16097"/>
                    <a:pt x="91916" y="13621"/>
                    <a:pt x="93154" y="3905"/>
                  </a:cubicBezTo>
                  <a:cubicBezTo>
                    <a:pt x="93221" y="2600"/>
                    <a:pt x="93154" y="1293"/>
                    <a:pt x="9296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48"/>
            <p:cNvSpPr/>
            <p:nvPr/>
          </p:nvSpPr>
          <p:spPr>
            <a:xfrm>
              <a:off x="4689759" y="550206"/>
              <a:ext cx="222664" cy="383543"/>
            </a:xfrm>
            <a:custGeom>
              <a:avLst/>
              <a:gdLst/>
              <a:ahLst/>
              <a:cxnLst/>
              <a:rect l="l" t="t" r="r" b="b"/>
              <a:pathLst>
                <a:path w="222664" h="383543" extrusionOk="0">
                  <a:moveTo>
                    <a:pt x="221266" y="14097"/>
                  </a:moveTo>
                  <a:cubicBezTo>
                    <a:pt x="188014" y="18477"/>
                    <a:pt x="154200" y="13599"/>
                    <a:pt x="123539" y="0"/>
                  </a:cubicBezTo>
                  <a:cubicBezTo>
                    <a:pt x="124111" y="10287"/>
                    <a:pt x="124682" y="19050"/>
                    <a:pt x="124682" y="19050"/>
                  </a:cubicBezTo>
                  <a:cubicBezTo>
                    <a:pt x="84963" y="47625"/>
                    <a:pt x="5144" y="94488"/>
                    <a:pt x="0" y="127064"/>
                  </a:cubicBezTo>
                  <a:cubicBezTo>
                    <a:pt x="5144" y="230124"/>
                    <a:pt x="20860" y="377381"/>
                    <a:pt x="25337" y="379571"/>
                  </a:cubicBezTo>
                  <a:cubicBezTo>
                    <a:pt x="37814" y="385477"/>
                    <a:pt x="46482" y="384524"/>
                    <a:pt x="52388" y="378523"/>
                  </a:cubicBezTo>
                  <a:cubicBezTo>
                    <a:pt x="52388" y="378523"/>
                    <a:pt x="77438" y="291179"/>
                    <a:pt x="70104" y="163068"/>
                  </a:cubicBezTo>
                  <a:cubicBezTo>
                    <a:pt x="70104" y="163068"/>
                    <a:pt x="209169" y="101537"/>
                    <a:pt x="218218" y="67818"/>
                  </a:cubicBezTo>
                  <a:cubicBezTo>
                    <a:pt x="222285" y="54246"/>
                    <a:pt x="223581" y="39992"/>
                    <a:pt x="222028" y="25908"/>
                  </a:cubicBezTo>
                  <a:cubicBezTo>
                    <a:pt x="222028" y="22289"/>
                    <a:pt x="221742" y="18193"/>
                    <a:pt x="221266" y="14097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4" name="Google Shape;4044;p48"/>
            <p:cNvSpPr/>
            <p:nvPr/>
          </p:nvSpPr>
          <p:spPr>
            <a:xfrm>
              <a:off x="4750147" y="550873"/>
              <a:ext cx="221772" cy="415907"/>
            </a:xfrm>
            <a:custGeom>
              <a:avLst/>
              <a:gdLst/>
              <a:ahLst/>
              <a:cxnLst/>
              <a:rect l="l" t="t" r="r" b="b"/>
              <a:pathLst>
                <a:path w="221772" h="415907" extrusionOk="0">
                  <a:moveTo>
                    <a:pt x="207074" y="0"/>
                  </a:moveTo>
                  <a:cubicBezTo>
                    <a:pt x="180670" y="11879"/>
                    <a:pt x="151372" y="15786"/>
                    <a:pt x="122777" y="11240"/>
                  </a:cubicBezTo>
                  <a:cubicBezTo>
                    <a:pt x="122777" y="25051"/>
                    <a:pt x="124683" y="50959"/>
                    <a:pt x="124683" y="50959"/>
                  </a:cubicBezTo>
                  <a:cubicBezTo>
                    <a:pt x="84963" y="79058"/>
                    <a:pt x="5239" y="126397"/>
                    <a:pt x="0" y="158972"/>
                  </a:cubicBezTo>
                  <a:cubicBezTo>
                    <a:pt x="5239" y="262128"/>
                    <a:pt x="14859" y="411385"/>
                    <a:pt x="19050" y="413290"/>
                  </a:cubicBezTo>
                  <a:cubicBezTo>
                    <a:pt x="29956" y="417859"/>
                    <a:pt x="42463" y="416377"/>
                    <a:pt x="52007" y="409385"/>
                  </a:cubicBezTo>
                  <a:cubicBezTo>
                    <a:pt x="52007" y="409385"/>
                    <a:pt x="77058" y="323183"/>
                    <a:pt x="69818" y="195072"/>
                  </a:cubicBezTo>
                  <a:cubicBezTo>
                    <a:pt x="69818" y="192596"/>
                    <a:pt x="188976" y="133922"/>
                    <a:pt x="204026" y="118872"/>
                  </a:cubicBezTo>
                  <a:cubicBezTo>
                    <a:pt x="219075" y="103823"/>
                    <a:pt x="222123" y="80296"/>
                    <a:pt x="221742" y="58388"/>
                  </a:cubicBezTo>
                  <a:cubicBezTo>
                    <a:pt x="220914" y="38124"/>
                    <a:pt x="215922" y="18248"/>
                    <a:pt x="207074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5" name="Google Shape;4045;p48"/>
            <p:cNvSpPr/>
            <p:nvPr/>
          </p:nvSpPr>
          <p:spPr>
            <a:xfrm>
              <a:off x="4667800" y="524108"/>
              <a:ext cx="331739" cy="305664"/>
            </a:xfrm>
            <a:custGeom>
              <a:avLst/>
              <a:gdLst/>
              <a:ahLst/>
              <a:cxnLst/>
              <a:rect l="l" t="t" r="r" b="b"/>
              <a:pathLst>
                <a:path w="331739" h="305664" extrusionOk="0">
                  <a:moveTo>
                    <a:pt x="318663" y="48673"/>
                  </a:moveTo>
                  <a:cubicBezTo>
                    <a:pt x="318663" y="48673"/>
                    <a:pt x="362668" y="126682"/>
                    <a:pt x="289230" y="166783"/>
                  </a:cubicBezTo>
                  <a:cubicBezTo>
                    <a:pt x="211697" y="209169"/>
                    <a:pt x="164548" y="219075"/>
                    <a:pt x="164548" y="219075"/>
                  </a:cubicBezTo>
                  <a:lnTo>
                    <a:pt x="152928" y="221837"/>
                  </a:lnTo>
                  <a:cubicBezTo>
                    <a:pt x="156595" y="248732"/>
                    <a:pt x="156595" y="276000"/>
                    <a:pt x="152928" y="302895"/>
                  </a:cubicBezTo>
                  <a:cubicBezTo>
                    <a:pt x="152928" y="302895"/>
                    <a:pt x="97587" y="321945"/>
                    <a:pt x="27102" y="260128"/>
                  </a:cubicBezTo>
                  <a:lnTo>
                    <a:pt x="3766" y="184880"/>
                  </a:lnTo>
                  <a:lnTo>
                    <a:pt x="814" y="164592"/>
                  </a:lnTo>
                  <a:cubicBezTo>
                    <a:pt x="-1958" y="150729"/>
                    <a:pt x="2452" y="136403"/>
                    <a:pt x="12529" y="126492"/>
                  </a:cubicBezTo>
                  <a:cubicBezTo>
                    <a:pt x="29484" y="111157"/>
                    <a:pt x="83110" y="71914"/>
                    <a:pt x="116447" y="49435"/>
                  </a:cubicBezTo>
                  <a:cubicBezTo>
                    <a:pt x="149785" y="26956"/>
                    <a:pt x="176454" y="5429"/>
                    <a:pt x="176454" y="5429"/>
                  </a:cubicBezTo>
                  <a:lnTo>
                    <a:pt x="182265" y="0"/>
                  </a:lnTo>
                  <a:cubicBezTo>
                    <a:pt x="182265" y="0"/>
                    <a:pt x="221794" y="31528"/>
                    <a:pt x="294088" y="20955"/>
                  </a:cubicBezTo>
                  <a:cubicBezTo>
                    <a:pt x="303709" y="28824"/>
                    <a:pt x="312005" y="38181"/>
                    <a:pt x="318663" y="48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6" name="Google Shape;4046;p48"/>
            <p:cNvSpPr/>
            <p:nvPr/>
          </p:nvSpPr>
          <p:spPr>
            <a:xfrm>
              <a:off x="4934583" y="344330"/>
              <a:ext cx="115253" cy="404460"/>
            </a:xfrm>
            <a:custGeom>
              <a:avLst/>
              <a:gdLst/>
              <a:ahLst/>
              <a:cxnLst/>
              <a:rect l="l" t="t" r="r" b="b"/>
              <a:pathLst>
                <a:path w="115253" h="404460" extrusionOk="0">
                  <a:moveTo>
                    <a:pt x="8160" y="344370"/>
                  </a:moveTo>
                  <a:cubicBezTo>
                    <a:pt x="14904" y="338294"/>
                    <a:pt x="22029" y="332663"/>
                    <a:pt x="29496" y="327511"/>
                  </a:cubicBezTo>
                  <a:cubicBezTo>
                    <a:pt x="37392" y="323547"/>
                    <a:pt x="44622" y="318373"/>
                    <a:pt x="50927" y="312175"/>
                  </a:cubicBezTo>
                  <a:cubicBezTo>
                    <a:pt x="57690" y="305413"/>
                    <a:pt x="67691" y="277123"/>
                    <a:pt x="72930" y="249501"/>
                  </a:cubicBezTo>
                  <a:cubicBezTo>
                    <a:pt x="77683" y="218583"/>
                    <a:pt x="77140" y="187081"/>
                    <a:pt x="71311" y="156346"/>
                  </a:cubicBezTo>
                  <a:cubicBezTo>
                    <a:pt x="62186" y="119587"/>
                    <a:pt x="49851" y="83699"/>
                    <a:pt x="34449" y="49095"/>
                  </a:cubicBezTo>
                  <a:cubicBezTo>
                    <a:pt x="24924" y="28330"/>
                    <a:pt x="30163" y="15757"/>
                    <a:pt x="39116" y="6518"/>
                  </a:cubicBezTo>
                  <a:cubicBezTo>
                    <a:pt x="49594" y="-4245"/>
                    <a:pt x="60548" y="-3959"/>
                    <a:pt x="73026" y="24997"/>
                  </a:cubicBezTo>
                  <a:cubicBezTo>
                    <a:pt x="90609" y="65456"/>
                    <a:pt x="103610" y="107756"/>
                    <a:pt x="111792" y="151108"/>
                  </a:cubicBezTo>
                  <a:cubicBezTo>
                    <a:pt x="116821" y="182699"/>
                    <a:pt x="116364" y="214919"/>
                    <a:pt x="110459" y="246358"/>
                  </a:cubicBezTo>
                  <a:cubicBezTo>
                    <a:pt x="105277" y="273851"/>
                    <a:pt x="96809" y="300618"/>
                    <a:pt x="85218" y="326082"/>
                  </a:cubicBezTo>
                  <a:cubicBezTo>
                    <a:pt x="81979" y="333511"/>
                    <a:pt x="81407" y="339798"/>
                    <a:pt x="76931" y="354657"/>
                  </a:cubicBezTo>
                  <a:cubicBezTo>
                    <a:pt x="72673" y="369631"/>
                    <a:pt x="64862" y="383357"/>
                    <a:pt x="54166" y="394662"/>
                  </a:cubicBezTo>
                  <a:cubicBezTo>
                    <a:pt x="44641" y="403520"/>
                    <a:pt x="39783" y="405235"/>
                    <a:pt x="37116" y="404187"/>
                  </a:cubicBezTo>
                  <a:cubicBezTo>
                    <a:pt x="34449" y="403139"/>
                    <a:pt x="34068" y="399329"/>
                    <a:pt x="37973" y="394662"/>
                  </a:cubicBezTo>
                  <a:cubicBezTo>
                    <a:pt x="44631" y="387879"/>
                    <a:pt x="50051" y="379980"/>
                    <a:pt x="53976" y="371326"/>
                  </a:cubicBezTo>
                  <a:cubicBezTo>
                    <a:pt x="53976" y="371326"/>
                    <a:pt x="45974" y="381708"/>
                    <a:pt x="40640" y="387518"/>
                  </a:cubicBezTo>
                  <a:cubicBezTo>
                    <a:pt x="35887" y="392688"/>
                    <a:pt x="30430" y="397176"/>
                    <a:pt x="24448" y="400853"/>
                  </a:cubicBezTo>
                  <a:cubicBezTo>
                    <a:pt x="18638" y="404377"/>
                    <a:pt x="9494" y="400282"/>
                    <a:pt x="13304" y="395614"/>
                  </a:cubicBezTo>
                  <a:cubicBezTo>
                    <a:pt x="17114" y="390947"/>
                    <a:pt x="21305" y="388280"/>
                    <a:pt x="29115" y="379612"/>
                  </a:cubicBezTo>
                  <a:cubicBezTo>
                    <a:pt x="33306" y="375022"/>
                    <a:pt x="36926" y="369936"/>
                    <a:pt x="39878" y="364468"/>
                  </a:cubicBezTo>
                  <a:cubicBezTo>
                    <a:pt x="34335" y="369996"/>
                    <a:pt x="28344" y="375060"/>
                    <a:pt x="21971" y="379612"/>
                  </a:cubicBezTo>
                  <a:cubicBezTo>
                    <a:pt x="17047" y="383554"/>
                    <a:pt x="11094" y="386000"/>
                    <a:pt x="4827" y="386661"/>
                  </a:cubicBezTo>
                  <a:cubicBezTo>
                    <a:pt x="1588" y="386661"/>
                    <a:pt x="-2889" y="382851"/>
                    <a:pt x="2540" y="377707"/>
                  </a:cubicBezTo>
                  <a:cubicBezTo>
                    <a:pt x="10370" y="372249"/>
                    <a:pt x="17504" y="365851"/>
                    <a:pt x="23781" y="358657"/>
                  </a:cubicBezTo>
                  <a:cubicBezTo>
                    <a:pt x="29687" y="351133"/>
                    <a:pt x="32735" y="345037"/>
                    <a:pt x="30830" y="345132"/>
                  </a:cubicBezTo>
                  <a:cubicBezTo>
                    <a:pt x="28925" y="345227"/>
                    <a:pt x="25781" y="349990"/>
                    <a:pt x="18257" y="353419"/>
                  </a:cubicBezTo>
                  <a:cubicBezTo>
                    <a:pt x="10732" y="356848"/>
                    <a:pt x="1969" y="355705"/>
                    <a:pt x="445" y="351514"/>
                  </a:cubicBezTo>
                  <a:cubicBezTo>
                    <a:pt x="-1079" y="347323"/>
                    <a:pt x="1302" y="348847"/>
                    <a:pt x="8160" y="34437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7" name="Google Shape;4047;p48"/>
            <p:cNvSpPr/>
            <p:nvPr/>
          </p:nvSpPr>
          <p:spPr>
            <a:xfrm>
              <a:off x="4957330" y="339243"/>
              <a:ext cx="69518" cy="88698"/>
            </a:xfrm>
            <a:custGeom>
              <a:avLst/>
              <a:gdLst/>
              <a:ahLst/>
              <a:cxnLst/>
              <a:rect l="l" t="t" r="r" b="b"/>
              <a:pathLst>
                <a:path w="69518" h="88698" extrusionOk="0">
                  <a:moveTo>
                    <a:pt x="69519" y="69040"/>
                  </a:moveTo>
                  <a:cubicBezTo>
                    <a:pt x="69519" y="69040"/>
                    <a:pt x="42848" y="92757"/>
                    <a:pt x="13130" y="88090"/>
                  </a:cubicBezTo>
                  <a:lnTo>
                    <a:pt x="1320" y="38179"/>
                  </a:lnTo>
                  <a:cubicBezTo>
                    <a:pt x="1320" y="38179"/>
                    <a:pt x="-6491" y="11985"/>
                    <a:pt x="15893" y="2079"/>
                  </a:cubicBezTo>
                  <a:cubicBezTo>
                    <a:pt x="38277" y="-7827"/>
                    <a:pt x="59898" y="18177"/>
                    <a:pt x="69519" y="6904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8" name="Google Shape;4048;p48"/>
            <p:cNvSpPr/>
            <p:nvPr/>
          </p:nvSpPr>
          <p:spPr>
            <a:xfrm>
              <a:off x="4820537" y="320915"/>
              <a:ext cx="59626" cy="62603"/>
            </a:xfrm>
            <a:custGeom>
              <a:avLst/>
              <a:gdLst/>
              <a:ahLst/>
              <a:cxnLst/>
              <a:rect l="l" t="t" r="r" b="b"/>
              <a:pathLst>
                <a:path w="59626" h="62603" extrusionOk="0">
                  <a:moveTo>
                    <a:pt x="59627" y="405"/>
                  </a:moveTo>
                  <a:cubicBezTo>
                    <a:pt x="59627" y="405"/>
                    <a:pt x="31052" y="-8358"/>
                    <a:pt x="0" y="55650"/>
                  </a:cubicBezTo>
                  <a:lnTo>
                    <a:pt x="11430" y="62603"/>
                  </a:lnTo>
                  <a:cubicBezTo>
                    <a:pt x="25775" y="40593"/>
                    <a:pt x="41891" y="19791"/>
                    <a:pt x="59627" y="40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9" name="Google Shape;4049;p48"/>
            <p:cNvSpPr/>
            <p:nvPr/>
          </p:nvSpPr>
          <p:spPr>
            <a:xfrm>
              <a:off x="2491198" y="3393133"/>
              <a:ext cx="385953" cy="222884"/>
            </a:xfrm>
            <a:custGeom>
              <a:avLst/>
              <a:gdLst/>
              <a:ahLst/>
              <a:cxnLst/>
              <a:rect l="l" t="t" r="r" b="b"/>
              <a:pathLst>
                <a:path w="385953" h="222884" extrusionOk="0">
                  <a:moveTo>
                    <a:pt x="192976" y="222885"/>
                  </a:moveTo>
                  <a:lnTo>
                    <a:pt x="0" y="111443"/>
                  </a:lnTo>
                  <a:lnTo>
                    <a:pt x="192976" y="0"/>
                  </a:lnTo>
                  <a:lnTo>
                    <a:pt x="385953" y="111443"/>
                  </a:lnTo>
                  <a:lnTo>
                    <a:pt x="192976" y="222885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0" name="Google Shape;4050;p48"/>
            <p:cNvSpPr/>
            <p:nvPr/>
          </p:nvSpPr>
          <p:spPr>
            <a:xfrm>
              <a:off x="2797046" y="3214634"/>
              <a:ext cx="385953" cy="222789"/>
            </a:xfrm>
            <a:custGeom>
              <a:avLst/>
              <a:gdLst/>
              <a:ahLst/>
              <a:cxnLst/>
              <a:rect l="l" t="t" r="r" b="b"/>
              <a:pathLst>
                <a:path w="385953" h="222789" extrusionOk="0">
                  <a:moveTo>
                    <a:pt x="192976" y="222790"/>
                  </a:moveTo>
                  <a:lnTo>
                    <a:pt x="0" y="111443"/>
                  </a:lnTo>
                  <a:lnTo>
                    <a:pt x="192976" y="0"/>
                  </a:lnTo>
                  <a:lnTo>
                    <a:pt x="385953" y="111443"/>
                  </a:lnTo>
                  <a:lnTo>
                    <a:pt x="192976" y="222790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1" name="Google Shape;4051;p48"/>
            <p:cNvSpPr/>
            <p:nvPr/>
          </p:nvSpPr>
          <p:spPr>
            <a:xfrm>
              <a:off x="2911632" y="2431203"/>
              <a:ext cx="385953" cy="222884"/>
            </a:xfrm>
            <a:custGeom>
              <a:avLst/>
              <a:gdLst/>
              <a:ahLst/>
              <a:cxnLst/>
              <a:rect l="l" t="t" r="r" b="b"/>
              <a:pathLst>
                <a:path w="385953" h="222884" extrusionOk="0">
                  <a:moveTo>
                    <a:pt x="192977" y="222885"/>
                  </a:moveTo>
                  <a:lnTo>
                    <a:pt x="0" y="111442"/>
                  </a:lnTo>
                  <a:lnTo>
                    <a:pt x="192977" y="0"/>
                  </a:lnTo>
                  <a:lnTo>
                    <a:pt x="385953" y="111442"/>
                  </a:lnTo>
                  <a:lnTo>
                    <a:pt x="192977" y="222885"/>
                  </a:lnTo>
                  <a:close/>
                </a:path>
              </a:pathLst>
            </a:custGeom>
            <a:solidFill>
              <a:srgbClr val="70B6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2" name="Google Shape;4052;p48"/>
            <p:cNvSpPr/>
            <p:nvPr/>
          </p:nvSpPr>
          <p:spPr>
            <a:xfrm>
              <a:off x="2911632" y="2542645"/>
              <a:ext cx="192976" cy="830294"/>
            </a:xfrm>
            <a:custGeom>
              <a:avLst/>
              <a:gdLst/>
              <a:ahLst/>
              <a:cxnLst/>
              <a:rect l="l" t="t" r="r" b="b"/>
              <a:pathLst>
                <a:path w="192976" h="830294" extrusionOk="0">
                  <a:moveTo>
                    <a:pt x="192977" y="830294"/>
                  </a:moveTo>
                  <a:lnTo>
                    <a:pt x="0" y="718852"/>
                  </a:lnTo>
                  <a:lnTo>
                    <a:pt x="0" y="0"/>
                  </a:lnTo>
                  <a:lnTo>
                    <a:pt x="192977" y="111442"/>
                  </a:lnTo>
                  <a:lnTo>
                    <a:pt x="192977" y="830294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3" name="Google Shape;4053;p48"/>
            <p:cNvSpPr/>
            <p:nvPr/>
          </p:nvSpPr>
          <p:spPr>
            <a:xfrm>
              <a:off x="3104608" y="2542645"/>
              <a:ext cx="192976" cy="830294"/>
            </a:xfrm>
            <a:custGeom>
              <a:avLst/>
              <a:gdLst/>
              <a:ahLst/>
              <a:cxnLst/>
              <a:rect l="l" t="t" r="r" b="b"/>
              <a:pathLst>
                <a:path w="192976" h="830294" extrusionOk="0">
                  <a:moveTo>
                    <a:pt x="192977" y="718852"/>
                  </a:moveTo>
                  <a:lnTo>
                    <a:pt x="0" y="830294"/>
                  </a:lnTo>
                  <a:lnTo>
                    <a:pt x="0" y="111442"/>
                  </a:lnTo>
                  <a:lnTo>
                    <a:pt x="192977" y="0"/>
                  </a:lnTo>
                  <a:lnTo>
                    <a:pt x="192977" y="718852"/>
                  </a:lnTo>
                  <a:close/>
                </a:path>
              </a:pathLst>
            </a:custGeom>
            <a:solidFill>
              <a:srgbClr val="3E7E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4" name="Google Shape;4054;p48"/>
            <p:cNvSpPr/>
            <p:nvPr/>
          </p:nvSpPr>
          <p:spPr>
            <a:xfrm>
              <a:off x="2622167" y="2797249"/>
              <a:ext cx="385953" cy="222789"/>
            </a:xfrm>
            <a:custGeom>
              <a:avLst/>
              <a:gdLst/>
              <a:ahLst/>
              <a:cxnLst/>
              <a:rect l="l" t="t" r="r" b="b"/>
              <a:pathLst>
                <a:path w="385953" h="222789" extrusionOk="0">
                  <a:moveTo>
                    <a:pt x="192976" y="222790"/>
                  </a:moveTo>
                  <a:lnTo>
                    <a:pt x="0" y="111347"/>
                  </a:lnTo>
                  <a:lnTo>
                    <a:pt x="192976" y="0"/>
                  </a:lnTo>
                  <a:lnTo>
                    <a:pt x="385953" y="111347"/>
                  </a:lnTo>
                  <a:lnTo>
                    <a:pt x="192976" y="222790"/>
                  </a:ln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5" name="Google Shape;4055;p48"/>
            <p:cNvSpPr/>
            <p:nvPr/>
          </p:nvSpPr>
          <p:spPr>
            <a:xfrm>
              <a:off x="2622167" y="2908596"/>
              <a:ext cx="192976" cy="630555"/>
            </a:xfrm>
            <a:custGeom>
              <a:avLst/>
              <a:gdLst/>
              <a:ahLst/>
              <a:cxnLst/>
              <a:rect l="l" t="t" r="r" b="b"/>
              <a:pathLst>
                <a:path w="192976" h="630555" extrusionOk="0">
                  <a:moveTo>
                    <a:pt x="192976" y="630555"/>
                  </a:moveTo>
                  <a:lnTo>
                    <a:pt x="0" y="519113"/>
                  </a:lnTo>
                  <a:lnTo>
                    <a:pt x="0" y="0"/>
                  </a:lnTo>
                  <a:lnTo>
                    <a:pt x="192976" y="111443"/>
                  </a:lnTo>
                  <a:lnTo>
                    <a:pt x="192976" y="630555"/>
                  </a:ln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6" name="Google Shape;4056;p48"/>
            <p:cNvSpPr/>
            <p:nvPr/>
          </p:nvSpPr>
          <p:spPr>
            <a:xfrm>
              <a:off x="2622167" y="2908596"/>
              <a:ext cx="192976" cy="630555"/>
            </a:xfrm>
            <a:custGeom>
              <a:avLst/>
              <a:gdLst/>
              <a:ahLst/>
              <a:cxnLst/>
              <a:rect l="l" t="t" r="r" b="b"/>
              <a:pathLst>
                <a:path w="192976" h="630555" extrusionOk="0">
                  <a:moveTo>
                    <a:pt x="192976" y="630555"/>
                  </a:moveTo>
                  <a:lnTo>
                    <a:pt x="0" y="519113"/>
                  </a:lnTo>
                  <a:lnTo>
                    <a:pt x="0" y="0"/>
                  </a:lnTo>
                  <a:lnTo>
                    <a:pt x="192976" y="111443"/>
                  </a:lnTo>
                  <a:lnTo>
                    <a:pt x="192976" y="630555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7" name="Google Shape;4057;p48"/>
            <p:cNvSpPr/>
            <p:nvPr/>
          </p:nvSpPr>
          <p:spPr>
            <a:xfrm>
              <a:off x="2815143" y="2908596"/>
              <a:ext cx="192976" cy="630555"/>
            </a:xfrm>
            <a:custGeom>
              <a:avLst/>
              <a:gdLst/>
              <a:ahLst/>
              <a:cxnLst/>
              <a:rect l="l" t="t" r="r" b="b"/>
              <a:pathLst>
                <a:path w="192976" h="630555" extrusionOk="0">
                  <a:moveTo>
                    <a:pt x="192977" y="519113"/>
                  </a:moveTo>
                  <a:lnTo>
                    <a:pt x="0" y="630555"/>
                  </a:lnTo>
                  <a:lnTo>
                    <a:pt x="0" y="111443"/>
                  </a:lnTo>
                  <a:lnTo>
                    <a:pt x="192977" y="0"/>
                  </a:lnTo>
                  <a:lnTo>
                    <a:pt x="192977" y="519113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8" name="Google Shape;4058;p48"/>
            <p:cNvSpPr/>
            <p:nvPr/>
          </p:nvSpPr>
          <p:spPr>
            <a:xfrm>
              <a:off x="2244025" y="3539151"/>
              <a:ext cx="385953" cy="222884"/>
            </a:xfrm>
            <a:custGeom>
              <a:avLst/>
              <a:gdLst/>
              <a:ahLst/>
              <a:cxnLst/>
              <a:rect l="l" t="t" r="r" b="b"/>
              <a:pathLst>
                <a:path w="385953" h="222884" extrusionOk="0">
                  <a:moveTo>
                    <a:pt x="192977" y="222885"/>
                  </a:moveTo>
                  <a:lnTo>
                    <a:pt x="0" y="111442"/>
                  </a:lnTo>
                  <a:lnTo>
                    <a:pt x="192977" y="0"/>
                  </a:lnTo>
                  <a:lnTo>
                    <a:pt x="385953" y="111442"/>
                  </a:lnTo>
                  <a:lnTo>
                    <a:pt x="192977" y="222885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9" name="Google Shape;4059;p48"/>
            <p:cNvSpPr/>
            <p:nvPr/>
          </p:nvSpPr>
          <p:spPr>
            <a:xfrm>
              <a:off x="2313938" y="3177773"/>
              <a:ext cx="385953" cy="222789"/>
            </a:xfrm>
            <a:custGeom>
              <a:avLst/>
              <a:gdLst/>
              <a:ahLst/>
              <a:cxnLst/>
              <a:rect l="l" t="t" r="r" b="b"/>
              <a:pathLst>
                <a:path w="385953" h="222789" extrusionOk="0">
                  <a:moveTo>
                    <a:pt x="192977" y="222790"/>
                  </a:moveTo>
                  <a:lnTo>
                    <a:pt x="0" y="111347"/>
                  </a:lnTo>
                  <a:lnTo>
                    <a:pt x="192977" y="0"/>
                  </a:lnTo>
                  <a:lnTo>
                    <a:pt x="385953" y="111347"/>
                  </a:lnTo>
                  <a:lnTo>
                    <a:pt x="192977" y="222790"/>
                  </a:lnTo>
                  <a:close/>
                </a:path>
              </a:pathLst>
            </a:custGeom>
            <a:solidFill>
              <a:srgbClr val="B7E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0" name="Google Shape;4060;p48"/>
            <p:cNvSpPr/>
            <p:nvPr/>
          </p:nvSpPr>
          <p:spPr>
            <a:xfrm>
              <a:off x="2313938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430816"/>
                  </a:moveTo>
                  <a:lnTo>
                    <a:pt x="0" y="319468"/>
                  </a:lnTo>
                  <a:lnTo>
                    <a:pt x="0" y="0"/>
                  </a:lnTo>
                  <a:lnTo>
                    <a:pt x="192977" y="111442"/>
                  </a:lnTo>
                  <a:lnTo>
                    <a:pt x="192977" y="430816"/>
                  </a:lnTo>
                  <a:close/>
                </a:path>
              </a:pathLst>
            </a:custGeom>
            <a:solidFill>
              <a:srgbClr val="B7E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1" name="Google Shape;4061;p48"/>
            <p:cNvSpPr/>
            <p:nvPr/>
          </p:nvSpPr>
          <p:spPr>
            <a:xfrm>
              <a:off x="2313938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430816"/>
                  </a:moveTo>
                  <a:lnTo>
                    <a:pt x="0" y="319468"/>
                  </a:lnTo>
                  <a:lnTo>
                    <a:pt x="0" y="0"/>
                  </a:lnTo>
                  <a:lnTo>
                    <a:pt x="192977" y="111442"/>
                  </a:lnTo>
                  <a:lnTo>
                    <a:pt x="192977" y="430816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2" name="Google Shape;4062;p48"/>
            <p:cNvSpPr/>
            <p:nvPr/>
          </p:nvSpPr>
          <p:spPr>
            <a:xfrm>
              <a:off x="2506915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319468"/>
                  </a:moveTo>
                  <a:lnTo>
                    <a:pt x="0" y="430816"/>
                  </a:lnTo>
                  <a:lnTo>
                    <a:pt x="0" y="111442"/>
                  </a:lnTo>
                  <a:lnTo>
                    <a:pt x="192977" y="0"/>
                  </a:lnTo>
                  <a:lnTo>
                    <a:pt x="192977" y="319468"/>
                  </a:lnTo>
                  <a:close/>
                </a:path>
              </a:pathLst>
            </a:custGeom>
            <a:solidFill>
              <a:srgbClr val="B7E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3" name="Google Shape;4063;p48"/>
            <p:cNvSpPr/>
            <p:nvPr/>
          </p:nvSpPr>
          <p:spPr>
            <a:xfrm>
              <a:off x="2506915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319468"/>
                  </a:moveTo>
                  <a:lnTo>
                    <a:pt x="0" y="430816"/>
                  </a:lnTo>
                  <a:lnTo>
                    <a:pt x="0" y="111442"/>
                  </a:lnTo>
                  <a:lnTo>
                    <a:pt x="192977" y="0"/>
                  </a:lnTo>
                  <a:lnTo>
                    <a:pt x="192977" y="31946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4" name="Google Shape;4064;p48"/>
            <p:cNvSpPr/>
            <p:nvPr/>
          </p:nvSpPr>
          <p:spPr>
            <a:xfrm>
              <a:off x="3217241" y="3786325"/>
              <a:ext cx="1277540" cy="681323"/>
            </a:xfrm>
            <a:custGeom>
              <a:avLst/>
              <a:gdLst/>
              <a:ahLst/>
              <a:cxnLst/>
              <a:rect l="l" t="t" r="r" b="b"/>
              <a:pathLst>
                <a:path w="1277540" h="681323" extrusionOk="0">
                  <a:moveTo>
                    <a:pt x="1277541" y="681323"/>
                  </a:moveTo>
                  <a:lnTo>
                    <a:pt x="1153716" y="503015"/>
                  </a:lnTo>
                  <a:lnTo>
                    <a:pt x="1093708" y="476155"/>
                  </a:lnTo>
                  <a:cubicBezTo>
                    <a:pt x="1048160" y="465620"/>
                    <a:pt x="1001582" y="460258"/>
                    <a:pt x="954834" y="460153"/>
                  </a:cubicBezTo>
                  <a:cubicBezTo>
                    <a:pt x="898922" y="516541"/>
                    <a:pt x="546306" y="531590"/>
                    <a:pt x="406289" y="462058"/>
                  </a:cubicBezTo>
                  <a:cubicBezTo>
                    <a:pt x="247507" y="383191"/>
                    <a:pt x="164259" y="286893"/>
                    <a:pt x="138351" y="227933"/>
                  </a:cubicBezTo>
                  <a:cubicBezTo>
                    <a:pt x="92250" y="123158"/>
                    <a:pt x="180165" y="0"/>
                    <a:pt x="180165" y="0"/>
                  </a:cubicBezTo>
                  <a:cubicBezTo>
                    <a:pt x="-60055" y="138684"/>
                    <a:pt x="-60055" y="364427"/>
                    <a:pt x="180165" y="503111"/>
                  </a:cubicBezTo>
                  <a:cubicBezTo>
                    <a:pt x="405336" y="633127"/>
                    <a:pt x="762905" y="641223"/>
                    <a:pt x="1004649" y="527495"/>
                  </a:cubicBezTo>
                  <a:lnTo>
                    <a:pt x="1004649" y="52749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5" name="Google Shape;4065;p48"/>
            <p:cNvSpPr/>
            <p:nvPr/>
          </p:nvSpPr>
          <p:spPr>
            <a:xfrm>
              <a:off x="4341906" y="4346681"/>
              <a:ext cx="972788" cy="561593"/>
            </a:xfrm>
            <a:custGeom>
              <a:avLst/>
              <a:gdLst/>
              <a:ahLst/>
              <a:cxnLst/>
              <a:rect l="l" t="t" r="r" b="b"/>
              <a:pathLst>
                <a:path w="972788" h="561593" extrusionOk="0">
                  <a:moveTo>
                    <a:pt x="831532" y="561594"/>
                  </a:moveTo>
                  <a:lnTo>
                    <a:pt x="0" y="81534"/>
                  </a:lnTo>
                  <a:lnTo>
                    <a:pt x="141256" y="0"/>
                  </a:lnTo>
                  <a:lnTo>
                    <a:pt x="972788" y="480060"/>
                  </a:lnTo>
                  <a:lnTo>
                    <a:pt x="831532" y="56159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6" name="Google Shape;4066;p48"/>
            <p:cNvSpPr/>
            <p:nvPr/>
          </p:nvSpPr>
          <p:spPr>
            <a:xfrm>
              <a:off x="3246959" y="3638497"/>
              <a:ext cx="1231677" cy="711112"/>
            </a:xfrm>
            <a:custGeom>
              <a:avLst/>
              <a:gdLst/>
              <a:ahLst/>
              <a:cxnLst/>
              <a:rect l="l" t="t" r="r" b="b"/>
              <a:pathLst>
                <a:path w="1231677" h="711112" extrusionOk="0">
                  <a:moveTo>
                    <a:pt x="180165" y="607029"/>
                  </a:moveTo>
                  <a:cubicBezTo>
                    <a:pt x="-60055" y="468344"/>
                    <a:pt x="-60055" y="242697"/>
                    <a:pt x="180165" y="104013"/>
                  </a:cubicBezTo>
                  <a:cubicBezTo>
                    <a:pt x="420386" y="-34671"/>
                    <a:pt x="811292" y="-34671"/>
                    <a:pt x="1051512" y="104013"/>
                  </a:cubicBezTo>
                  <a:cubicBezTo>
                    <a:pt x="1291733" y="242697"/>
                    <a:pt x="1291733" y="468344"/>
                    <a:pt x="1051512" y="607029"/>
                  </a:cubicBezTo>
                  <a:cubicBezTo>
                    <a:pt x="811292" y="745713"/>
                    <a:pt x="420386" y="745903"/>
                    <a:pt x="180165" y="607029"/>
                  </a:cubicBezTo>
                  <a:close/>
                  <a:moveTo>
                    <a:pt x="945213" y="165354"/>
                  </a:moveTo>
                  <a:cubicBezTo>
                    <a:pt x="763572" y="60579"/>
                    <a:pt x="468011" y="60579"/>
                    <a:pt x="286464" y="165354"/>
                  </a:cubicBezTo>
                  <a:cubicBezTo>
                    <a:pt x="104918" y="270129"/>
                    <a:pt x="104823" y="441103"/>
                    <a:pt x="286464" y="545878"/>
                  </a:cubicBezTo>
                  <a:cubicBezTo>
                    <a:pt x="468106" y="650653"/>
                    <a:pt x="763572" y="650653"/>
                    <a:pt x="945213" y="545878"/>
                  </a:cubicBezTo>
                  <a:cubicBezTo>
                    <a:pt x="1126855" y="441103"/>
                    <a:pt x="1126855" y="270224"/>
                    <a:pt x="945213" y="16535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7" name="Google Shape;4067;p48"/>
            <p:cNvSpPr/>
            <p:nvPr/>
          </p:nvSpPr>
          <p:spPr>
            <a:xfrm>
              <a:off x="3247293" y="3898053"/>
              <a:ext cx="108013" cy="106584"/>
            </a:xfrm>
            <a:custGeom>
              <a:avLst/>
              <a:gdLst/>
              <a:ahLst/>
              <a:cxnLst/>
              <a:rect l="l" t="t" r="r" b="b"/>
              <a:pathLst>
                <a:path w="108013" h="106584" extrusionOk="0">
                  <a:moveTo>
                    <a:pt x="0" y="106585"/>
                  </a:moveTo>
                  <a:lnTo>
                    <a:pt x="0" y="0"/>
                  </a:lnTo>
                  <a:lnTo>
                    <a:pt x="108013" y="53245"/>
                  </a:lnTo>
                  <a:lnTo>
                    <a:pt x="0" y="1065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8" name="Google Shape;4068;p48"/>
            <p:cNvSpPr/>
            <p:nvPr/>
          </p:nvSpPr>
          <p:spPr>
            <a:xfrm>
              <a:off x="3553141" y="4166849"/>
              <a:ext cx="622063" cy="123348"/>
            </a:xfrm>
            <a:custGeom>
              <a:avLst/>
              <a:gdLst/>
              <a:ahLst/>
              <a:cxnLst/>
              <a:rect l="l" t="t" r="r" b="b"/>
              <a:pathLst>
                <a:path w="622063" h="123348" extrusionOk="0">
                  <a:moveTo>
                    <a:pt x="0" y="13525"/>
                  </a:moveTo>
                  <a:cubicBezTo>
                    <a:pt x="4381" y="18955"/>
                    <a:pt x="19812" y="123349"/>
                    <a:pt x="327470" y="123349"/>
                  </a:cubicBezTo>
                  <a:cubicBezTo>
                    <a:pt x="635127" y="123349"/>
                    <a:pt x="621983" y="0"/>
                    <a:pt x="621983" y="0"/>
                  </a:cubicBezTo>
                  <a:cubicBezTo>
                    <a:pt x="621983" y="0"/>
                    <a:pt x="331851" y="39910"/>
                    <a:pt x="327470" y="39910"/>
                  </a:cubicBezTo>
                  <a:cubicBezTo>
                    <a:pt x="323088" y="39910"/>
                    <a:pt x="0" y="13525"/>
                    <a:pt x="0" y="13525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9" name="Google Shape;4069;p48"/>
            <p:cNvSpPr/>
            <p:nvPr/>
          </p:nvSpPr>
          <p:spPr>
            <a:xfrm>
              <a:off x="4390007" y="3898053"/>
              <a:ext cx="88582" cy="95916"/>
            </a:xfrm>
            <a:custGeom>
              <a:avLst/>
              <a:gdLst/>
              <a:ahLst/>
              <a:cxnLst/>
              <a:rect l="l" t="t" r="r" b="b"/>
              <a:pathLst>
                <a:path w="88582" h="95916" extrusionOk="0">
                  <a:moveTo>
                    <a:pt x="88583" y="0"/>
                  </a:moveTo>
                  <a:lnTo>
                    <a:pt x="88583" y="95917"/>
                  </a:lnTo>
                  <a:lnTo>
                    <a:pt x="0" y="39433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0" name="Google Shape;4070;p48"/>
            <p:cNvSpPr/>
            <p:nvPr/>
          </p:nvSpPr>
          <p:spPr>
            <a:xfrm>
              <a:off x="3582763" y="3612208"/>
              <a:ext cx="550640" cy="90297"/>
            </a:xfrm>
            <a:custGeom>
              <a:avLst/>
              <a:gdLst/>
              <a:ahLst/>
              <a:cxnLst/>
              <a:rect l="l" t="t" r="r" b="b"/>
              <a:pathLst>
                <a:path w="550640" h="90297" extrusionOk="0">
                  <a:moveTo>
                    <a:pt x="0" y="53816"/>
                  </a:moveTo>
                  <a:cubicBezTo>
                    <a:pt x="89316" y="19079"/>
                    <a:pt x="184204" y="838"/>
                    <a:pt x="280035" y="0"/>
                  </a:cubicBezTo>
                  <a:cubicBezTo>
                    <a:pt x="373275" y="295"/>
                    <a:pt x="465430" y="19984"/>
                    <a:pt x="550640" y="57817"/>
                  </a:cubicBezTo>
                  <a:lnTo>
                    <a:pt x="531114" y="90297"/>
                  </a:lnTo>
                  <a:lnTo>
                    <a:pt x="16764" y="902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1" name="Google Shape;4071;p48"/>
            <p:cNvSpPr/>
            <p:nvPr/>
          </p:nvSpPr>
          <p:spPr>
            <a:xfrm>
              <a:off x="3404265" y="3670120"/>
              <a:ext cx="917257" cy="529590"/>
            </a:xfrm>
            <a:custGeom>
              <a:avLst/>
              <a:gdLst/>
              <a:ahLst/>
              <a:cxnLst/>
              <a:rect l="l" t="t" r="r" b="b"/>
              <a:pathLst>
                <a:path w="917257" h="529590" extrusionOk="0">
                  <a:moveTo>
                    <a:pt x="917258" y="264795"/>
                  </a:moveTo>
                  <a:cubicBezTo>
                    <a:pt x="917258" y="411037"/>
                    <a:pt x="711922" y="529590"/>
                    <a:pt x="458629" y="529590"/>
                  </a:cubicBezTo>
                  <a:cubicBezTo>
                    <a:pt x="205335" y="529590"/>
                    <a:pt x="0" y="411037"/>
                    <a:pt x="0" y="264795"/>
                  </a:cubicBezTo>
                  <a:cubicBezTo>
                    <a:pt x="0" y="118553"/>
                    <a:pt x="205335" y="0"/>
                    <a:pt x="458629" y="0"/>
                  </a:cubicBezTo>
                  <a:cubicBezTo>
                    <a:pt x="711923" y="0"/>
                    <a:pt x="917258" y="118553"/>
                    <a:pt x="917258" y="264795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2" name="Google Shape;4072;p48"/>
            <p:cNvSpPr/>
            <p:nvPr/>
          </p:nvSpPr>
          <p:spPr>
            <a:xfrm>
              <a:off x="3246959" y="3542485"/>
              <a:ext cx="1231677" cy="711136"/>
            </a:xfrm>
            <a:custGeom>
              <a:avLst/>
              <a:gdLst/>
              <a:ahLst/>
              <a:cxnLst/>
              <a:rect l="l" t="t" r="r" b="b"/>
              <a:pathLst>
                <a:path w="1231677" h="711136" extrusionOk="0">
                  <a:moveTo>
                    <a:pt x="180165" y="607124"/>
                  </a:moveTo>
                  <a:cubicBezTo>
                    <a:pt x="-60055" y="468440"/>
                    <a:pt x="-60055" y="242697"/>
                    <a:pt x="180165" y="104013"/>
                  </a:cubicBezTo>
                  <a:cubicBezTo>
                    <a:pt x="420386" y="-34671"/>
                    <a:pt x="811292" y="-34671"/>
                    <a:pt x="1051512" y="104013"/>
                  </a:cubicBezTo>
                  <a:cubicBezTo>
                    <a:pt x="1291733" y="242697"/>
                    <a:pt x="1291733" y="468440"/>
                    <a:pt x="1051512" y="607124"/>
                  </a:cubicBezTo>
                  <a:cubicBezTo>
                    <a:pt x="811292" y="745808"/>
                    <a:pt x="420386" y="745808"/>
                    <a:pt x="180165" y="607124"/>
                  </a:cubicBezTo>
                  <a:close/>
                  <a:moveTo>
                    <a:pt x="945213" y="165640"/>
                  </a:moveTo>
                  <a:cubicBezTo>
                    <a:pt x="763572" y="60865"/>
                    <a:pt x="468011" y="60865"/>
                    <a:pt x="286464" y="165640"/>
                  </a:cubicBezTo>
                  <a:cubicBezTo>
                    <a:pt x="104918" y="270415"/>
                    <a:pt x="104823" y="441198"/>
                    <a:pt x="286464" y="546068"/>
                  </a:cubicBezTo>
                  <a:cubicBezTo>
                    <a:pt x="468106" y="650939"/>
                    <a:pt x="763572" y="650843"/>
                    <a:pt x="945213" y="546068"/>
                  </a:cubicBezTo>
                  <a:cubicBezTo>
                    <a:pt x="1126855" y="441293"/>
                    <a:pt x="1126855" y="270415"/>
                    <a:pt x="945213" y="165640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3" name="Google Shape;4073;p48"/>
            <p:cNvSpPr/>
            <p:nvPr/>
          </p:nvSpPr>
          <p:spPr>
            <a:xfrm>
              <a:off x="4233892" y="4110556"/>
              <a:ext cx="329469" cy="191071"/>
            </a:xfrm>
            <a:custGeom>
              <a:avLst/>
              <a:gdLst/>
              <a:ahLst/>
              <a:cxnLst/>
              <a:rect l="l" t="t" r="r" b="b"/>
              <a:pathLst>
                <a:path w="329469" h="191071" extrusionOk="0">
                  <a:moveTo>
                    <a:pt x="208407" y="191071"/>
                  </a:moveTo>
                  <a:lnTo>
                    <a:pt x="0" y="69818"/>
                  </a:lnTo>
                  <a:lnTo>
                    <a:pt x="121063" y="0"/>
                  </a:lnTo>
                  <a:lnTo>
                    <a:pt x="329470" y="121158"/>
                  </a:lnTo>
                  <a:lnTo>
                    <a:pt x="208407" y="19107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4" name="Google Shape;4074;p48"/>
            <p:cNvSpPr/>
            <p:nvPr/>
          </p:nvSpPr>
          <p:spPr>
            <a:xfrm>
              <a:off x="4234083" y="4180469"/>
              <a:ext cx="208216" cy="217741"/>
            </a:xfrm>
            <a:custGeom>
              <a:avLst/>
              <a:gdLst/>
              <a:ahLst/>
              <a:cxnLst/>
              <a:rect l="l" t="t" r="r" b="b"/>
              <a:pathLst>
                <a:path w="208216" h="217741" extrusionOk="0">
                  <a:moveTo>
                    <a:pt x="208217" y="217742"/>
                  </a:moveTo>
                  <a:lnTo>
                    <a:pt x="0" y="97250"/>
                  </a:lnTo>
                  <a:lnTo>
                    <a:pt x="0" y="0"/>
                  </a:lnTo>
                  <a:lnTo>
                    <a:pt x="208217" y="120491"/>
                  </a:lnTo>
                  <a:lnTo>
                    <a:pt x="208217" y="21774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5" name="Google Shape;4075;p48"/>
            <p:cNvSpPr/>
            <p:nvPr/>
          </p:nvSpPr>
          <p:spPr>
            <a:xfrm>
              <a:off x="4368385" y="4248383"/>
              <a:ext cx="831437" cy="643127"/>
            </a:xfrm>
            <a:custGeom>
              <a:avLst/>
              <a:gdLst/>
              <a:ahLst/>
              <a:cxnLst/>
              <a:rect l="l" t="t" r="r" b="b"/>
              <a:pathLst>
                <a:path w="831437" h="643127" extrusionOk="0">
                  <a:moveTo>
                    <a:pt x="831437" y="643128"/>
                  </a:moveTo>
                  <a:lnTo>
                    <a:pt x="0" y="163068"/>
                  </a:lnTo>
                  <a:lnTo>
                    <a:pt x="0" y="0"/>
                  </a:lnTo>
                  <a:lnTo>
                    <a:pt x="831437" y="480060"/>
                  </a:lnTo>
                  <a:lnTo>
                    <a:pt x="831437" y="643128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6" name="Google Shape;4076;p48"/>
            <p:cNvSpPr/>
            <p:nvPr/>
          </p:nvSpPr>
          <p:spPr>
            <a:xfrm>
              <a:off x="4368385" y="4166944"/>
              <a:ext cx="972788" cy="561593"/>
            </a:xfrm>
            <a:custGeom>
              <a:avLst/>
              <a:gdLst/>
              <a:ahLst/>
              <a:cxnLst/>
              <a:rect l="l" t="t" r="r" b="b"/>
              <a:pathLst>
                <a:path w="972788" h="561593" extrusionOk="0">
                  <a:moveTo>
                    <a:pt x="831532" y="561594"/>
                  </a:moveTo>
                  <a:lnTo>
                    <a:pt x="0" y="81534"/>
                  </a:lnTo>
                  <a:lnTo>
                    <a:pt x="141256" y="0"/>
                  </a:lnTo>
                  <a:lnTo>
                    <a:pt x="972788" y="479965"/>
                  </a:lnTo>
                  <a:lnTo>
                    <a:pt x="831532" y="561594"/>
                  </a:lnTo>
                  <a:close/>
                </a:path>
              </a:pathLst>
            </a:custGeom>
            <a:solidFill>
              <a:srgbClr val="39405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7" name="Google Shape;4077;p48"/>
            <p:cNvSpPr/>
            <p:nvPr/>
          </p:nvSpPr>
          <p:spPr>
            <a:xfrm>
              <a:off x="5199823" y="4646908"/>
              <a:ext cx="141350" cy="244601"/>
            </a:xfrm>
            <a:custGeom>
              <a:avLst/>
              <a:gdLst/>
              <a:ahLst/>
              <a:cxnLst/>
              <a:rect l="l" t="t" r="r" b="b"/>
              <a:pathLst>
                <a:path w="141350" h="244601" extrusionOk="0">
                  <a:moveTo>
                    <a:pt x="0" y="244602"/>
                  </a:moveTo>
                  <a:cubicBezTo>
                    <a:pt x="8572" y="243650"/>
                    <a:pt x="141351" y="165068"/>
                    <a:pt x="141351" y="165068"/>
                  </a:cubicBezTo>
                  <a:lnTo>
                    <a:pt x="141351" y="0"/>
                  </a:lnTo>
                  <a:lnTo>
                    <a:pt x="95" y="81629"/>
                  </a:lnTo>
                  <a:close/>
                </a:path>
              </a:pathLst>
            </a:custGeom>
            <a:solidFill>
              <a:srgbClr val="2327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8" name="Google Shape;4078;p48"/>
            <p:cNvSpPr/>
            <p:nvPr/>
          </p:nvSpPr>
          <p:spPr>
            <a:xfrm>
              <a:off x="2764672" y="2500358"/>
              <a:ext cx="158537" cy="311524"/>
            </a:xfrm>
            <a:custGeom>
              <a:avLst/>
              <a:gdLst/>
              <a:ahLst/>
              <a:cxnLst/>
              <a:rect l="l" t="t" r="r" b="b"/>
              <a:pathLst>
                <a:path w="158537" h="311524" extrusionOk="0">
                  <a:moveTo>
                    <a:pt x="67807" y="240979"/>
                  </a:moveTo>
                  <a:cubicBezTo>
                    <a:pt x="81791" y="265992"/>
                    <a:pt x="98811" y="289195"/>
                    <a:pt x="118480" y="310035"/>
                  </a:cubicBezTo>
                  <a:cubicBezTo>
                    <a:pt x="124004" y="316417"/>
                    <a:pt x="166105" y="300510"/>
                    <a:pt x="157342" y="295748"/>
                  </a:cubicBezTo>
                  <a:cubicBezTo>
                    <a:pt x="148579" y="290985"/>
                    <a:pt x="120861" y="252695"/>
                    <a:pt x="107050" y="227073"/>
                  </a:cubicBezTo>
                  <a:cubicBezTo>
                    <a:pt x="95443" y="196383"/>
                    <a:pt x="85585" y="165055"/>
                    <a:pt x="77522" y="133251"/>
                  </a:cubicBezTo>
                  <a:cubicBezTo>
                    <a:pt x="68855" y="101819"/>
                    <a:pt x="61330" y="55718"/>
                    <a:pt x="55043" y="34001"/>
                  </a:cubicBezTo>
                  <a:cubicBezTo>
                    <a:pt x="51648" y="17665"/>
                    <a:pt x="39025" y="4826"/>
                    <a:pt x="22754" y="1140"/>
                  </a:cubicBezTo>
                  <a:cubicBezTo>
                    <a:pt x="7514" y="-2385"/>
                    <a:pt x="-2297" y="1806"/>
                    <a:pt x="465" y="20190"/>
                  </a:cubicBezTo>
                  <a:cubicBezTo>
                    <a:pt x="5323" y="52384"/>
                    <a:pt x="30564" y="177638"/>
                    <a:pt x="67807" y="24097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9" name="Google Shape;4079;p48"/>
            <p:cNvSpPr/>
            <p:nvPr/>
          </p:nvSpPr>
          <p:spPr>
            <a:xfrm>
              <a:off x="2800168" y="3231875"/>
              <a:ext cx="108892" cy="84472"/>
            </a:xfrm>
            <a:custGeom>
              <a:avLst/>
              <a:gdLst/>
              <a:ahLst/>
              <a:cxnLst/>
              <a:rect l="l" t="t" r="r" b="b"/>
              <a:pathLst>
                <a:path w="108892" h="84472" extrusionOk="0">
                  <a:moveTo>
                    <a:pt x="8117" y="0"/>
                  </a:moveTo>
                  <a:cubicBezTo>
                    <a:pt x="21166" y="10668"/>
                    <a:pt x="40502" y="953"/>
                    <a:pt x="41455" y="1905"/>
                  </a:cubicBezTo>
                  <a:cubicBezTo>
                    <a:pt x="56774" y="16173"/>
                    <a:pt x="72863" y="29594"/>
                    <a:pt x="89651" y="42101"/>
                  </a:cubicBezTo>
                  <a:cubicBezTo>
                    <a:pt x="97843" y="48482"/>
                    <a:pt x="110606" y="57055"/>
                    <a:pt x="108701" y="69437"/>
                  </a:cubicBezTo>
                  <a:cubicBezTo>
                    <a:pt x="104605" y="91440"/>
                    <a:pt x="69363" y="84677"/>
                    <a:pt x="56028" y="77914"/>
                  </a:cubicBezTo>
                  <a:cubicBezTo>
                    <a:pt x="42693" y="71152"/>
                    <a:pt x="31834" y="60007"/>
                    <a:pt x="19261" y="52197"/>
                  </a:cubicBezTo>
                  <a:cubicBezTo>
                    <a:pt x="10308" y="46577"/>
                    <a:pt x="1450" y="43720"/>
                    <a:pt x="211" y="32385"/>
                  </a:cubicBezTo>
                  <a:cubicBezTo>
                    <a:pt x="-1313" y="25622"/>
                    <a:pt x="5831" y="0"/>
                    <a:pt x="8117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0" name="Google Shape;4080;p48"/>
            <p:cNvSpPr/>
            <p:nvPr/>
          </p:nvSpPr>
          <p:spPr>
            <a:xfrm>
              <a:off x="2799603" y="3259783"/>
              <a:ext cx="108313" cy="56238"/>
            </a:xfrm>
            <a:custGeom>
              <a:avLst/>
              <a:gdLst/>
              <a:ahLst/>
              <a:cxnLst/>
              <a:rect l="l" t="t" r="r" b="b"/>
              <a:pathLst>
                <a:path w="108313" h="56238" extrusionOk="0">
                  <a:moveTo>
                    <a:pt x="300" y="0"/>
                  </a:moveTo>
                  <a:cubicBezTo>
                    <a:pt x="2015" y="10859"/>
                    <a:pt x="10778" y="13811"/>
                    <a:pt x="19350" y="19050"/>
                  </a:cubicBezTo>
                  <a:cubicBezTo>
                    <a:pt x="32209" y="26956"/>
                    <a:pt x="43449" y="38100"/>
                    <a:pt x="56784" y="45149"/>
                  </a:cubicBezTo>
                  <a:cubicBezTo>
                    <a:pt x="70119" y="52197"/>
                    <a:pt x="99741" y="57626"/>
                    <a:pt x="108314" y="41815"/>
                  </a:cubicBezTo>
                  <a:cubicBezTo>
                    <a:pt x="103647" y="63055"/>
                    <a:pt x="68976" y="56388"/>
                    <a:pt x="55831" y="49721"/>
                  </a:cubicBezTo>
                  <a:cubicBezTo>
                    <a:pt x="42687" y="43053"/>
                    <a:pt x="31638" y="31813"/>
                    <a:pt x="19065" y="24003"/>
                  </a:cubicBezTo>
                  <a:cubicBezTo>
                    <a:pt x="10111" y="18383"/>
                    <a:pt x="1253" y="15526"/>
                    <a:pt x="15" y="4191"/>
                  </a:cubicBezTo>
                  <a:cubicBezTo>
                    <a:pt x="-40" y="2791"/>
                    <a:pt x="57" y="1381"/>
                    <a:pt x="30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48"/>
            <p:cNvSpPr/>
            <p:nvPr/>
          </p:nvSpPr>
          <p:spPr>
            <a:xfrm>
              <a:off x="2931444" y="3155618"/>
              <a:ext cx="108758" cy="81374"/>
            </a:xfrm>
            <a:custGeom>
              <a:avLst/>
              <a:gdLst/>
              <a:ahLst/>
              <a:cxnLst/>
              <a:rect l="l" t="t" r="r" b="b"/>
              <a:pathLst>
                <a:path w="108758" h="81374" extrusionOk="0">
                  <a:moveTo>
                    <a:pt x="9430" y="56"/>
                  </a:moveTo>
                  <a:cubicBezTo>
                    <a:pt x="22574" y="10724"/>
                    <a:pt x="45434" y="-896"/>
                    <a:pt x="46387" y="56"/>
                  </a:cubicBezTo>
                  <a:cubicBezTo>
                    <a:pt x="60035" y="13829"/>
                    <a:pt x="74440" y="26841"/>
                    <a:pt x="89535" y="39013"/>
                  </a:cubicBezTo>
                  <a:cubicBezTo>
                    <a:pt x="97631" y="45395"/>
                    <a:pt x="110395" y="53968"/>
                    <a:pt x="108585" y="66255"/>
                  </a:cubicBezTo>
                  <a:cubicBezTo>
                    <a:pt x="104489" y="88353"/>
                    <a:pt x="69152" y="81590"/>
                    <a:pt x="55817" y="74827"/>
                  </a:cubicBezTo>
                  <a:cubicBezTo>
                    <a:pt x="42481" y="68065"/>
                    <a:pt x="31623" y="56920"/>
                    <a:pt x="19050" y="49110"/>
                  </a:cubicBezTo>
                  <a:cubicBezTo>
                    <a:pt x="10097" y="43490"/>
                    <a:pt x="1238" y="40633"/>
                    <a:pt x="0" y="29298"/>
                  </a:cubicBezTo>
                  <a:cubicBezTo>
                    <a:pt x="599" y="18906"/>
                    <a:pt x="3845" y="8838"/>
                    <a:pt x="9430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48"/>
            <p:cNvSpPr/>
            <p:nvPr/>
          </p:nvSpPr>
          <p:spPr>
            <a:xfrm>
              <a:off x="2931020" y="3181773"/>
              <a:ext cx="108151" cy="56575"/>
            </a:xfrm>
            <a:custGeom>
              <a:avLst/>
              <a:gdLst/>
              <a:ahLst/>
              <a:cxnLst/>
              <a:rect l="l" t="t" r="r" b="b"/>
              <a:pathLst>
                <a:path w="108151" h="56575" extrusionOk="0">
                  <a:moveTo>
                    <a:pt x="138" y="0"/>
                  </a:moveTo>
                  <a:cubicBezTo>
                    <a:pt x="1948" y="10859"/>
                    <a:pt x="10615" y="13811"/>
                    <a:pt x="19188" y="19050"/>
                  </a:cubicBezTo>
                  <a:cubicBezTo>
                    <a:pt x="31951" y="26956"/>
                    <a:pt x="43286" y="38100"/>
                    <a:pt x="56526" y="45149"/>
                  </a:cubicBezTo>
                  <a:cubicBezTo>
                    <a:pt x="69766" y="52197"/>
                    <a:pt x="99579" y="57626"/>
                    <a:pt x="108151" y="41815"/>
                  </a:cubicBezTo>
                  <a:cubicBezTo>
                    <a:pt x="103579" y="63437"/>
                    <a:pt x="69194" y="56769"/>
                    <a:pt x="55954" y="50102"/>
                  </a:cubicBezTo>
                  <a:cubicBezTo>
                    <a:pt x="42715" y="43434"/>
                    <a:pt x="31761" y="32195"/>
                    <a:pt x="19188" y="24384"/>
                  </a:cubicBezTo>
                  <a:cubicBezTo>
                    <a:pt x="9663" y="18764"/>
                    <a:pt x="1281" y="15907"/>
                    <a:pt x="138" y="4572"/>
                  </a:cubicBezTo>
                  <a:cubicBezTo>
                    <a:pt x="-46" y="3058"/>
                    <a:pt x="-46" y="1514"/>
                    <a:pt x="13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48"/>
            <p:cNvSpPr/>
            <p:nvPr/>
          </p:nvSpPr>
          <p:spPr>
            <a:xfrm>
              <a:off x="2630424" y="2780976"/>
              <a:ext cx="382278" cy="462504"/>
            </a:xfrm>
            <a:custGeom>
              <a:avLst/>
              <a:gdLst/>
              <a:ahLst/>
              <a:cxnLst/>
              <a:rect l="l" t="t" r="r" b="b"/>
              <a:pathLst>
                <a:path w="382278" h="462504" extrusionOk="0">
                  <a:moveTo>
                    <a:pt x="2983" y="31799"/>
                  </a:moveTo>
                  <a:cubicBezTo>
                    <a:pt x="-11495" y="122381"/>
                    <a:pt x="28700" y="156100"/>
                    <a:pt x="80993" y="175435"/>
                  </a:cubicBezTo>
                  <a:cubicBezTo>
                    <a:pt x="118521" y="189247"/>
                    <a:pt x="172337" y="210488"/>
                    <a:pt x="172337" y="210488"/>
                  </a:cubicBezTo>
                  <a:cubicBezTo>
                    <a:pt x="172337" y="210488"/>
                    <a:pt x="171575" y="230395"/>
                    <a:pt x="171194" y="274972"/>
                  </a:cubicBezTo>
                  <a:cubicBezTo>
                    <a:pt x="171194" y="314310"/>
                    <a:pt x="175957" y="457661"/>
                    <a:pt x="175957" y="457661"/>
                  </a:cubicBezTo>
                  <a:cubicBezTo>
                    <a:pt x="188510" y="464119"/>
                    <a:pt x="203409" y="464119"/>
                    <a:pt x="215962" y="457661"/>
                  </a:cubicBezTo>
                  <a:cubicBezTo>
                    <a:pt x="215962" y="457661"/>
                    <a:pt x="237107" y="347743"/>
                    <a:pt x="241584" y="298213"/>
                  </a:cubicBezTo>
                  <a:cubicBezTo>
                    <a:pt x="247585" y="231062"/>
                    <a:pt x="257967" y="187056"/>
                    <a:pt x="254538" y="172578"/>
                  </a:cubicBezTo>
                  <a:cubicBezTo>
                    <a:pt x="251490" y="159815"/>
                    <a:pt x="178338" y="123715"/>
                    <a:pt x="154716" y="104379"/>
                  </a:cubicBezTo>
                  <a:lnTo>
                    <a:pt x="308926" y="155624"/>
                  </a:lnTo>
                  <a:cubicBezTo>
                    <a:pt x="305837" y="172302"/>
                    <a:pt x="304338" y="189237"/>
                    <a:pt x="304449" y="206201"/>
                  </a:cubicBezTo>
                  <a:cubicBezTo>
                    <a:pt x="305878" y="259541"/>
                    <a:pt x="308735" y="374889"/>
                    <a:pt x="308735" y="374889"/>
                  </a:cubicBezTo>
                  <a:cubicBezTo>
                    <a:pt x="308735" y="374889"/>
                    <a:pt x="329881" y="390129"/>
                    <a:pt x="347883" y="374889"/>
                  </a:cubicBezTo>
                  <a:cubicBezTo>
                    <a:pt x="347883" y="374889"/>
                    <a:pt x="386555" y="146289"/>
                    <a:pt x="381887" y="116190"/>
                  </a:cubicBezTo>
                  <a:cubicBezTo>
                    <a:pt x="377411" y="87615"/>
                    <a:pt x="241870" y="28846"/>
                    <a:pt x="217962" y="8653"/>
                  </a:cubicBezTo>
                  <a:cubicBezTo>
                    <a:pt x="209558" y="1757"/>
                    <a:pt x="198605" y="-1225"/>
                    <a:pt x="187863" y="4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48"/>
            <p:cNvSpPr/>
            <p:nvPr/>
          </p:nvSpPr>
          <p:spPr>
            <a:xfrm>
              <a:off x="2662372" y="2471875"/>
              <a:ext cx="120066" cy="117360"/>
            </a:xfrm>
            <a:custGeom>
              <a:avLst/>
              <a:gdLst/>
              <a:ahLst/>
              <a:cxnLst/>
              <a:rect l="l" t="t" r="r" b="b"/>
              <a:pathLst>
                <a:path w="120066" h="117360" extrusionOk="0">
                  <a:moveTo>
                    <a:pt x="24565" y="0"/>
                  </a:moveTo>
                  <a:cubicBezTo>
                    <a:pt x="24565" y="0"/>
                    <a:pt x="26756" y="43148"/>
                    <a:pt x="25804" y="46958"/>
                  </a:cubicBezTo>
                  <a:cubicBezTo>
                    <a:pt x="24851" y="50768"/>
                    <a:pt x="5992" y="63436"/>
                    <a:pt x="562" y="67913"/>
                  </a:cubicBezTo>
                  <a:cubicBezTo>
                    <a:pt x="-4867" y="72390"/>
                    <a:pt x="30376" y="107251"/>
                    <a:pt x="47521" y="115538"/>
                  </a:cubicBezTo>
                  <a:cubicBezTo>
                    <a:pt x="64666" y="123825"/>
                    <a:pt x="119053" y="102679"/>
                    <a:pt x="120006" y="75914"/>
                  </a:cubicBezTo>
                  <a:cubicBezTo>
                    <a:pt x="120958" y="49149"/>
                    <a:pt x="110481" y="26765"/>
                    <a:pt x="102385" y="25622"/>
                  </a:cubicBezTo>
                  <a:cubicBezTo>
                    <a:pt x="94288" y="24479"/>
                    <a:pt x="24565" y="0"/>
                    <a:pt x="24565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5" name="Google Shape;4085;p48"/>
            <p:cNvSpPr/>
            <p:nvPr/>
          </p:nvSpPr>
          <p:spPr>
            <a:xfrm>
              <a:off x="2630208" y="2488280"/>
              <a:ext cx="194941" cy="380900"/>
            </a:xfrm>
            <a:custGeom>
              <a:avLst/>
              <a:gdLst/>
              <a:ahLst/>
              <a:cxnLst/>
              <a:rect l="l" t="t" r="r" b="b"/>
              <a:pathLst>
                <a:path w="194941" h="380900" extrusionOk="0">
                  <a:moveTo>
                    <a:pt x="51967" y="37982"/>
                  </a:moveTo>
                  <a:cubicBezTo>
                    <a:pt x="51967" y="37982"/>
                    <a:pt x="83304" y="84655"/>
                    <a:pt x="126928" y="89036"/>
                  </a:cubicBezTo>
                  <a:cubicBezTo>
                    <a:pt x="140740" y="75416"/>
                    <a:pt x="141978" y="27124"/>
                    <a:pt x="122928" y="11694"/>
                  </a:cubicBezTo>
                  <a:cubicBezTo>
                    <a:pt x="122928" y="11694"/>
                    <a:pt x="140454" y="-2404"/>
                    <a:pt x="152455" y="359"/>
                  </a:cubicBezTo>
                  <a:cubicBezTo>
                    <a:pt x="165339" y="8141"/>
                    <a:pt x="174927" y="20371"/>
                    <a:pt x="179411" y="34744"/>
                  </a:cubicBezTo>
                  <a:cubicBezTo>
                    <a:pt x="190515" y="66815"/>
                    <a:pt x="195743" y="100638"/>
                    <a:pt x="194842" y="134566"/>
                  </a:cubicBezTo>
                  <a:cubicBezTo>
                    <a:pt x="194175" y="180286"/>
                    <a:pt x="194842" y="296015"/>
                    <a:pt x="194842" y="296015"/>
                  </a:cubicBezTo>
                  <a:cubicBezTo>
                    <a:pt x="189720" y="323790"/>
                    <a:pt x="172934" y="348031"/>
                    <a:pt x="148741" y="362594"/>
                  </a:cubicBezTo>
                  <a:cubicBezTo>
                    <a:pt x="117245" y="380282"/>
                    <a:pt x="80217" y="385388"/>
                    <a:pt x="45109" y="376882"/>
                  </a:cubicBezTo>
                  <a:cubicBezTo>
                    <a:pt x="23011" y="371738"/>
                    <a:pt x="14724" y="359356"/>
                    <a:pt x="7009" y="343259"/>
                  </a:cubicBezTo>
                  <a:cubicBezTo>
                    <a:pt x="9009" y="311255"/>
                    <a:pt x="21677" y="245246"/>
                    <a:pt x="16534" y="204861"/>
                  </a:cubicBezTo>
                  <a:cubicBezTo>
                    <a:pt x="11390" y="164475"/>
                    <a:pt x="2722" y="134471"/>
                    <a:pt x="436" y="101800"/>
                  </a:cubicBezTo>
                  <a:cubicBezTo>
                    <a:pt x="-1850" y="69129"/>
                    <a:pt x="4818" y="69891"/>
                    <a:pt x="21106" y="58271"/>
                  </a:cubicBezTo>
                  <a:cubicBezTo>
                    <a:pt x="30902" y="50794"/>
                    <a:pt x="41215" y="44012"/>
                    <a:pt x="51967" y="3798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6" name="Google Shape;4086;p48"/>
            <p:cNvSpPr/>
            <p:nvPr/>
          </p:nvSpPr>
          <p:spPr>
            <a:xfrm>
              <a:off x="2658361" y="2350349"/>
              <a:ext cx="128870" cy="157700"/>
            </a:xfrm>
            <a:custGeom>
              <a:avLst/>
              <a:gdLst/>
              <a:ahLst/>
              <a:cxnLst/>
              <a:rect l="l" t="t" r="r" b="b"/>
              <a:pathLst>
                <a:path w="128870" h="157700" extrusionOk="0">
                  <a:moveTo>
                    <a:pt x="126208" y="57232"/>
                  </a:moveTo>
                  <a:lnTo>
                    <a:pt x="126208" y="57232"/>
                  </a:lnTo>
                  <a:cubicBezTo>
                    <a:pt x="121064" y="23704"/>
                    <a:pt x="96871" y="-1632"/>
                    <a:pt x="62390" y="82"/>
                  </a:cubicBezTo>
                  <a:cubicBezTo>
                    <a:pt x="25643" y="2454"/>
                    <a:pt x="-2228" y="34162"/>
                    <a:pt x="140" y="70910"/>
                  </a:cubicBezTo>
                  <a:cubicBezTo>
                    <a:pt x="1446" y="91170"/>
                    <a:pt x="11913" y="109734"/>
                    <a:pt x="28576" y="121335"/>
                  </a:cubicBezTo>
                  <a:cubicBezTo>
                    <a:pt x="29769" y="126384"/>
                    <a:pt x="31560" y="131279"/>
                    <a:pt x="33910" y="135909"/>
                  </a:cubicBezTo>
                  <a:cubicBezTo>
                    <a:pt x="46102" y="150196"/>
                    <a:pt x="83059" y="159054"/>
                    <a:pt x="93632" y="157530"/>
                  </a:cubicBezTo>
                  <a:cubicBezTo>
                    <a:pt x="106549" y="156387"/>
                    <a:pt x="117460" y="147481"/>
                    <a:pt x="121159" y="135051"/>
                  </a:cubicBezTo>
                  <a:cubicBezTo>
                    <a:pt x="132589" y="108953"/>
                    <a:pt x="128589" y="73806"/>
                    <a:pt x="126208" y="5723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7" name="Google Shape;4087;p48"/>
            <p:cNvSpPr/>
            <p:nvPr/>
          </p:nvSpPr>
          <p:spPr>
            <a:xfrm>
              <a:off x="2645583" y="2336673"/>
              <a:ext cx="136833" cy="135201"/>
            </a:xfrm>
            <a:custGeom>
              <a:avLst/>
              <a:gdLst/>
              <a:ahLst/>
              <a:cxnLst/>
              <a:rect l="l" t="t" r="r" b="b"/>
              <a:pathLst>
                <a:path w="136833" h="135201" extrusionOk="0">
                  <a:moveTo>
                    <a:pt x="41354" y="135202"/>
                  </a:moveTo>
                  <a:lnTo>
                    <a:pt x="41354" y="135202"/>
                  </a:lnTo>
                  <a:lnTo>
                    <a:pt x="44497" y="105960"/>
                  </a:lnTo>
                  <a:cubicBezTo>
                    <a:pt x="44497" y="105960"/>
                    <a:pt x="20685" y="44143"/>
                    <a:pt x="77073" y="56049"/>
                  </a:cubicBezTo>
                  <a:cubicBezTo>
                    <a:pt x="114220" y="63860"/>
                    <a:pt x="123555" y="67289"/>
                    <a:pt x="134890" y="42333"/>
                  </a:cubicBezTo>
                  <a:cubicBezTo>
                    <a:pt x="146224" y="17378"/>
                    <a:pt x="106315" y="-5292"/>
                    <a:pt x="58690" y="1090"/>
                  </a:cubicBezTo>
                  <a:cubicBezTo>
                    <a:pt x="24779" y="4690"/>
                    <a:pt x="-720" y="33675"/>
                    <a:pt x="16" y="67765"/>
                  </a:cubicBezTo>
                  <a:cubicBezTo>
                    <a:pt x="1444" y="86053"/>
                    <a:pt x="6302" y="123677"/>
                    <a:pt x="41354" y="135202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8" name="Google Shape;4088;p48"/>
            <p:cNvSpPr/>
            <p:nvPr/>
          </p:nvSpPr>
          <p:spPr>
            <a:xfrm>
              <a:off x="2782568" y="2488639"/>
              <a:ext cx="62960" cy="91535"/>
            </a:xfrm>
            <a:custGeom>
              <a:avLst/>
              <a:gdLst/>
              <a:ahLst/>
              <a:cxnLst/>
              <a:rect l="l" t="t" r="r" b="b"/>
              <a:pathLst>
                <a:path w="62960" h="91535" extrusionOk="0">
                  <a:moveTo>
                    <a:pt x="40195" y="91535"/>
                  </a:moveTo>
                  <a:cubicBezTo>
                    <a:pt x="48803" y="91154"/>
                    <a:pt x="56942" y="87506"/>
                    <a:pt x="62960" y="81343"/>
                  </a:cubicBezTo>
                  <a:cubicBezTo>
                    <a:pt x="61722" y="65342"/>
                    <a:pt x="41243" y="4477"/>
                    <a:pt x="0" y="0"/>
                  </a:cubicBezTo>
                  <a:cubicBezTo>
                    <a:pt x="11224" y="7830"/>
                    <a:pt x="20113" y="18564"/>
                    <a:pt x="25718" y="31051"/>
                  </a:cubicBezTo>
                  <a:cubicBezTo>
                    <a:pt x="32101" y="50806"/>
                    <a:pt x="36942" y="71028"/>
                    <a:pt x="40195" y="91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89" name="Google Shape;4089;p48"/>
            <p:cNvGrpSpPr/>
            <p:nvPr/>
          </p:nvGrpSpPr>
          <p:grpSpPr>
            <a:xfrm flipH="1">
              <a:off x="2710663" y="2723583"/>
              <a:ext cx="319677" cy="242660"/>
              <a:chOff x="6621095" y="1452181"/>
              <a:chExt cx="330894" cy="250785"/>
            </a:xfrm>
          </p:grpSpPr>
          <p:sp>
            <p:nvSpPr>
              <p:cNvPr id="4090" name="Google Shape;4090;p4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1" name="Google Shape;4091;p4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4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3" name="Google Shape;4093;p4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4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95" name="Google Shape;4095;p48"/>
            <p:cNvSpPr/>
            <p:nvPr/>
          </p:nvSpPr>
          <p:spPr>
            <a:xfrm>
              <a:off x="2596421" y="2551548"/>
              <a:ext cx="147299" cy="413263"/>
            </a:xfrm>
            <a:custGeom>
              <a:avLst/>
              <a:gdLst/>
              <a:ahLst/>
              <a:cxnLst/>
              <a:rect l="l" t="t" r="r" b="b"/>
              <a:pathLst>
                <a:path w="147299" h="413263" extrusionOk="0">
                  <a:moveTo>
                    <a:pt x="135855" y="346380"/>
                  </a:moveTo>
                  <a:cubicBezTo>
                    <a:pt x="128010" y="341189"/>
                    <a:pt x="119833" y="336503"/>
                    <a:pt x="111376" y="332378"/>
                  </a:cubicBezTo>
                  <a:cubicBezTo>
                    <a:pt x="103452" y="329902"/>
                    <a:pt x="96257" y="325520"/>
                    <a:pt x="90421" y="319615"/>
                  </a:cubicBezTo>
                  <a:cubicBezTo>
                    <a:pt x="82706" y="312090"/>
                    <a:pt x="70133" y="283705"/>
                    <a:pt x="61179" y="255988"/>
                  </a:cubicBezTo>
                  <a:cubicBezTo>
                    <a:pt x="52178" y="224727"/>
                    <a:pt x="48602" y="192161"/>
                    <a:pt x="50607" y="159690"/>
                  </a:cubicBezTo>
                  <a:cubicBezTo>
                    <a:pt x="54417" y="120828"/>
                    <a:pt x="68418" y="66440"/>
                    <a:pt x="71943" y="44057"/>
                  </a:cubicBezTo>
                  <a:cubicBezTo>
                    <a:pt x="75467" y="21673"/>
                    <a:pt x="68323" y="12719"/>
                    <a:pt x="57941" y="4528"/>
                  </a:cubicBezTo>
                  <a:cubicBezTo>
                    <a:pt x="45654" y="-4997"/>
                    <a:pt x="28794" y="-901"/>
                    <a:pt x="19841" y="30436"/>
                  </a:cubicBezTo>
                  <a:cubicBezTo>
                    <a:pt x="8316" y="73822"/>
                    <a:pt x="1670" y="118352"/>
                    <a:pt x="29" y="163214"/>
                  </a:cubicBezTo>
                  <a:cubicBezTo>
                    <a:pt x="-431" y="196476"/>
                    <a:pt x="4590" y="229594"/>
                    <a:pt x="14888" y="261227"/>
                  </a:cubicBezTo>
                  <a:cubicBezTo>
                    <a:pt x="24235" y="288316"/>
                    <a:pt x="36803" y="314186"/>
                    <a:pt x="52321" y="338284"/>
                  </a:cubicBezTo>
                  <a:cubicBezTo>
                    <a:pt x="56607" y="345523"/>
                    <a:pt x="58036" y="351904"/>
                    <a:pt x="64513" y="366859"/>
                  </a:cubicBezTo>
                  <a:cubicBezTo>
                    <a:pt x="70828" y="381680"/>
                    <a:pt x="80631" y="394748"/>
                    <a:pt x="93088" y="404959"/>
                  </a:cubicBezTo>
                  <a:cubicBezTo>
                    <a:pt x="104042" y="412865"/>
                    <a:pt x="109281" y="414484"/>
                    <a:pt x="112138" y="412484"/>
                  </a:cubicBezTo>
                  <a:cubicBezTo>
                    <a:pt x="114996" y="410483"/>
                    <a:pt x="114710" y="407054"/>
                    <a:pt x="110138" y="402959"/>
                  </a:cubicBezTo>
                  <a:cubicBezTo>
                    <a:pt x="102321" y="396910"/>
                    <a:pt x="95671" y="389481"/>
                    <a:pt x="90516" y="381051"/>
                  </a:cubicBezTo>
                  <a:cubicBezTo>
                    <a:pt x="90516" y="381051"/>
                    <a:pt x="100041" y="390576"/>
                    <a:pt x="106423" y="395910"/>
                  </a:cubicBezTo>
                  <a:cubicBezTo>
                    <a:pt x="111985" y="400596"/>
                    <a:pt x="118133" y="404530"/>
                    <a:pt x="124711" y="407626"/>
                  </a:cubicBezTo>
                  <a:cubicBezTo>
                    <a:pt x="131188" y="410483"/>
                    <a:pt x="140046" y="405054"/>
                    <a:pt x="135474" y="400673"/>
                  </a:cubicBezTo>
                  <a:cubicBezTo>
                    <a:pt x="130903" y="396291"/>
                    <a:pt x="125949" y="394291"/>
                    <a:pt x="117186" y="386290"/>
                  </a:cubicBezTo>
                  <a:cubicBezTo>
                    <a:pt x="112272" y="382147"/>
                    <a:pt x="107888" y="377412"/>
                    <a:pt x="104137" y="372193"/>
                  </a:cubicBezTo>
                  <a:cubicBezTo>
                    <a:pt x="110508" y="377022"/>
                    <a:pt x="117261" y="381318"/>
                    <a:pt x="124330" y="385052"/>
                  </a:cubicBezTo>
                  <a:cubicBezTo>
                    <a:pt x="129883" y="388462"/>
                    <a:pt x="136294" y="390214"/>
                    <a:pt x="142809" y="390100"/>
                  </a:cubicBezTo>
                  <a:cubicBezTo>
                    <a:pt x="146238" y="390100"/>
                    <a:pt x="150333" y="385242"/>
                    <a:pt x="143952" y="380575"/>
                  </a:cubicBezTo>
                  <a:cubicBezTo>
                    <a:pt x="135271" y="376012"/>
                    <a:pt x="127152" y="370450"/>
                    <a:pt x="119758" y="364001"/>
                  </a:cubicBezTo>
                  <a:cubicBezTo>
                    <a:pt x="112710" y="357048"/>
                    <a:pt x="108709" y="351143"/>
                    <a:pt x="110233" y="351047"/>
                  </a:cubicBezTo>
                  <a:cubicBezTo>
                    <a:pt x="111757" y="350952"/>
                    <a:pt x="116043" y="355238"/>
                    <a:pt x="124235" y="357810"/>
                  </a:cubicBezTo>
                  <a:cubicBezTo>
                    <a:pt x="132427" y="360382"/>
                    <a:pt x="141285" y="357810"/>
                    <a:pt x="142332" y="353619"/>
                  </a:cubicBezTo>
                  <a:cubicBezTo>
                    <a:pt x="143380" y="349428"/>
                    <a:pt x="143571" y="350190"/>
                    <a:pt x="135855" y="34638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48"/>
            <p:cNvSpPr/>
            <p:nvPr/>
          </p:nvSpPr>
          <p:spPr>
            <a:xfrm>
              <a:off x="2590449" y="2547578"/>
              <a:ext cx="84867" cy="115327"/>
            </a:xfrm>
            <a:custGeom>
              <a:avLst/>
              <a:gdLst/>
              <a:ahLst/>
              <a:cxnLst/>
              <a:rect l="l" t="t" r="r" b="b"/>
              <a:pathLst>
                <a:path w="84867" h="115327" extrusionOk="0">
                  <a:moveTo>
                    <a:pt x="0" y="91937"/>
                  </a:moveTo>
                  <a:cubicBezTo>
                    <a:pt x="0" y="91937"/>
                    <a:pt x="30766" y="122512"/>
                    <a:pt x="67151" y="113749"/>
                  </a:cubicBezTo>
                  <a:cubicBezTo>
                    <a:pt x="72390" y="110225"/>
                    <a:pt x="84868" y="38692"/>
                    <a:pt x="84868" y="38692"/>
                  </a:cubicBezTo>
                  <a:cubicBezTo>
                    <a:pt x="84868" y="38692"/>
                    <a:pt x="84868" y="-1027"/>
                    <a:pt x="54483" y="20"/>
                  </a:cubicBezTo>
                  <a:cubicBezTo>
                    <a:pt x="24098" y="1068"/>
                    <a:pt x="0" y="91937"/>
                    <a:pt x="0" y="919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7" name="Google Shape;4097;p48"/>
            <p:cNvGrpSpPr/>
            <p:nvPr/>
          </p:nvGrpSpPr>
          <p:grpSpPr>
            <a:xfrm>
              <a:off x="4651669" y="468299"/>
              <a:ext cx="319677" cy="242660"/>
              <a:chOff x="6621095" y="1452181"/>
              <a:chExt cx="330894" cy="250785"/>
            </a:xfrm>
          </p:grpSpPr>
          <p:sp>
            <p:nvSpPr>
              <p:cNvPr id="4098" name="Google Shape;4098;p4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9" name="Google Shape;4099;p4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4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4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4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3" name="Google Shape;4103;p48"/>
          <p:cNvGrpSpPr/>
          <p:nvPr/>
        </p:nvGrpSpPr>
        <p:grpSpPr>
          <a:xfrm>
            <a:off x="4931603" y="542890"/>
            <a:ext cx="1572889" cy="1611229"/>
            <a:chOff x="2270525" y="117216"/>
            <a:chExt cx="4650765" cy="4762722"/>
          </a:xfrm>
        </p:grpSpPr>
        <p:sp>
          <p:nvSpPr>
            <p:cNvPr id="4104" name="Google Shape;4104;p48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5" name="Google Shape;4105;p48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48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48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48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48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48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1" name="Google Shape;4111;p48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2" name="Google Shape;4112;p48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3" name="Google Shape;4113;p48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4" name="Google Shape;4114;p48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5" name="Google Shape;4115;p48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6" name="Google Shape;4116;p48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7" name="Google Shape;4117;p48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8" name="Google Shape;4118;p48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9" name="Google Shape;4119;p48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0" name="Google Shape;4120;p48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1" name="Google Shape;4121;p48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2" name="Google Shape;4122;p48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3" name="Google Shape;4123;p48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4" name="Google Shape;4124;p48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25" name="Google Shape;4125;p48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126" name="Google Shape;4126;p48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7" name="Google Shape;4127;p48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8" name="Google Shape;4128;p48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9" name="Google Shape;4129;p48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0" name="Google Shape;4130;p48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1" name="Google Shape;4131;p48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2" name="Google Shape;4132;p48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3" name="Google Shape;4133;p48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4" name="Google Shape;4134;p48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5" name="Google Shape;4135;p48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6" name="Google Shape;4136;p48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7" name="Google Shape;4137;p48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8" name="Google Shape;4138;p48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9" name="Google Shape;4139;p48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0" name="Google Shape;4140;p48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1" name="Google Shape;4141;p48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2" name="Google Shape;4142;p48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3" name="Google Shape;4143;p48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4" name="Google Shape;4144;p48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5" name="Google Shape;4145;p48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6" name="Google Shape;4146;p48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7" name="Google Shape;4147;p48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8" name="Google Shape;4148;p48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9" name="Google Shape;4149;p48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0" name="Google Shape;4150;p48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1" name="Google Shape;4151;p48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2" name="Google Shape;4152;p48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48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4" name="Google Shape;4154;p48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5" name="Google Shape;4155;p48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6" name="Google Shape;4156;p48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7" name="Google Shape;4157;p48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8" name="Google Shape;4158;p48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9" name="Google Shape;4159;p48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48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1" name="Google Shape;4161;p48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2" name="Google Shape;4162;p48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48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48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48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66" name="Google Shape;4166;p48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7" name="Google Shape;4167;p48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8" name="Google Shape;4168;p48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9" name="Google Shape;4169;p48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0" name="Google Shape;4170;p48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1" name="Google Shape;4171;p48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2" name="Google Shape;4172;p48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3" name="Google Shape;4173;p48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4" name="Google Shape;4174;p48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5" name="Google Shape;4175;p48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6" name="Google Shape;4176;p48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7" name="Google Shape;4177;p48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8" name="Google Shape;4178;p48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9" name="Google Shape;4179;p48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0" name="Google Shape;4180;p48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1" name="Google Shape;4181;p48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2" name="Google Shape;4182;p48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3" name="Google Shape;4183;p48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4" name="Google Shape;4184;p48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5" name="Google Shape;4185;p48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6" name="Google Shape;4186;p48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7" name="Google Shape;4187;p48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8" name="Google Shape;4188;p48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9" name="Google Shape;4189;p48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0" name="Google Shape;4190;p48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1" name="Google Shape;4191;p48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2" name="Google Shape;4192;p48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3" name="Google Shape;4193;p48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4" name="Google Shape;4194;p48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5" name="Google Shape;4195;p48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4196" name="Google Shape;4196;p48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48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8" name="Google Shape;4198;p48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9" name="Google Shape;4199;p48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48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1" name="Google Shape;4201;p48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48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48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48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5" name="Google Shape;4205;p48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6" name="Google Shape;4206;p48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7" name="Google Shape;4207;p48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8" name="Google Shape;4208;p48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09" name="Google Shape;4209;p48"/>
          <p:cNvGrpSpPr/>
          <p:nvPr/>
        </p:nvGrpSpPr>
        <p:grpSpPr>
          <a:xfrm>
            <a:off x="4873089" y="2520210"/>
            <a:ext cx="1891791" cy="2028092"/>
            <a:chOff x="2183550" y="65875"/>
            <a:chExt cx="4483981" cy="4807045"/>
          </a:xfrm>
        </p:grpSpPr>
        <p:sp>
          <p:nvSpPr>
            <p:cNvPr id="4210" name="Google Shape;4210;p48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1" name="Google Shape;4211;p48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2" name="Google Shape;4212;p48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3" name="Google Shape;4213;p48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4" name="Google Shape;4214;p48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48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6" name="Google Shape;4216;p48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7" name="Google Shape;4217;p48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8" name="Google Shape;4218;p48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9" name="Google Shape;4219;p48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0" name="Google Shape;4220;p48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1" name="Google Shape;4221;p48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2" name="Google Shape;4222;p48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3" name="Google Shape;4223;p48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4" name="Google Shape;4224;p48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5" name="Google Shape;4225;p48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6" name="Google Shape;4226;p48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7" name="Google Shape;4227;p48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8" name="Google Shape;4228;p48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9" name="Google Shape;4229;p48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0" name="Google Shape;4230;p48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48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2" name="Google Shape;4232;p48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4233" name="Google Shape;4233;p48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4234" name="Google Shape;4234;p48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5" name="Google Shape;4235;p48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6" name="Google Shape;4236;p48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37" name="Google Shape;4237;p48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4238" name="Google Shape;4238;p48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9" name="Google Shape;4239;p48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240" name="Google Shape;4240;p48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1" name="Google Shape;4241;p48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2" name="Google Shape;4242;p48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3" name="Google Shape;4243;p48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4" name="Google Shape;4244;p48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5" name="Google Shape;4245;p48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6" name="Google Shape;4246;p48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7" name="Google Shape;4247;p48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8" name="Google Shape;4248;p48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9" name="Google Shape;4249;p48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0" name="Google Shape;4250;p48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1" name="Google Shape;4251;p48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2" name="Google Shape;4252;p48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3" name="Google Shape;4253;p48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4" name="Google Shape;4254;p48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5" name="Google Shape;4255;p48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6" name="Google Shape;4256;p48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7" name="Google Shape;4257;p48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8" name="Google Shape;4258;p48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9" name="Google Shape;4259;p48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0" name="Google Shape;4260;p48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1" name="Google Shape;4261;p48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2" name="Google Shape;4262;p48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3" name="Google Shape;4263;p48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4" name="Google Shape;4264;p48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5" name="Google Shape;4265;p48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6" name="Google Shape;4266;p48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7" name="Google Shape;4267;p48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8" name="Google Shape;4268;p48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9" name="Google Shape;4269;p48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0" name="Google Shape;4270;p48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1" name="Google Shape;4271;p48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2" name="Google Shape;4272;p48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3" name="Google Shape;4273;p48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4" name="Google Shape;4274;p48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5" name="Google Shape;4275;p48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6" name="Google Shape;4276;p48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7" name="Google Shape;4277;p48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8" name="Google Shape;4278;p48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9" name="Google Shape;4279;p48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0" name="Google Shape;4280;p48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1" name="Google Shape;4281;p48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2" name="Google Shape;4282;p48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3" name="Google Shape;4283;p48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4" name="Google Shape;4284;p48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5" name="Google Shape;4285;p48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6" name="Google Shape;4286;p48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7" name="Google Shape;4287;p48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8" name="Google Shape;4288;p48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9" name="Google Shape;4289;p48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0" name="Google Shape;4290;p48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1" name="Google Shape;4291;p48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2" name="Google Shape;4292;p48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3" name="Google Shape;4293;p48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4" name="Google Shape;4294;p48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5" name="Google Shape;4295;p48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6" name="Google Shape;4296;p48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7" name="Google Shape;4297;p48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8" name="Google Shape;4298;p48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9" name="Google Shape;4299;p48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0" name="Google Shape;4300;p48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1" name="Google Shape;4301;p48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2" name="Google Shape;4302;p48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3" name="Google Shape;4303;p48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04" name="Google Shape;4304;p48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4305" name="Google Shape;4305;p48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4306" name="Google Shape;4306;p48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7" name="Google Shape;4307;p48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8" name="Google Shape;4308;p48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9" name="Google Shape;4309;p48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0" name="Google Shape;4310;p48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311" name="Google Shape;4311;p48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2" name="Google Shape;4312;p48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3" name="Google Shape;4313;p48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314" name="Google Shape;4314;p48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48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48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48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8" name="Google Shape;4318;p48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9" name="Google Shape;4319;p48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0" name="Google Shape;4320;p48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48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2" name="Google Shape;4322;p48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3" name="Google Shape;4323;p48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4" name="Google Shape;4324;p48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5" name="Google Shape;4325;p48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48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48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48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48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48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48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48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48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48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48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48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48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8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48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48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48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48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3" name="Google Shape;4343;p48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4344" name="Google Shape;4344;p4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4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6" name="Google Shape;4346;p4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7" name="Google Shape;4347;p4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8" name="Google Shape;4348;p4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49" name="Google Shape;4349;p48"/>
          <p:cNvGrpSpPr/>
          <p:nvPr/>
        </p:nvGrpSpPr>
        <p:grpSpPr>
          <a:xfrm>
            <a:off x="7307446" y="524392"/>
            <a:ext cx="1458674" cy="1629727"/>
            <a:chOff x="2181300" y="231400"/>
            <a:chExt cx="4262637" cy="4762499"/>
          </a:xfrm>
        </p:grpSpPr>
        <p:sp>
          <p:nvSpPr>
            <p:cNvPr id="4350" name="Google Shape;4350;p48"/>
            <p:cNvSpPr/>
            <p:nvPr/>
          </p:nvSpPr>
          <p:spPr>
            <a:xfrm>
              <a:off x="4504120" y="3382365"/>
              <a:ext cx="236644" cy="133254"/>
            </a:xfrm>
            <a:custGeom>
              <a:avLst/>
              <a:gdLst/>
              <a:ahLst/>
              <a:cxnLst/>
              <a:rect l="l" t="t" r="r" b="b"/>
              <a:pathLst>
                <a:path w="236644" h="133254" extrusionOk="0">
                  <a:moveTo>
                    <a:pt x="125355" y="133255"/>
                  </a:moveTo>
                  <a:lnTo>
                    <a:pt x="0" y="64389"/>
                  </a:lnTo>
                  <a:lnTo>
                    <a:pt x="111289" y="0"/>
                  </a:lnTo>
                  <a:lnTo>
                    <a:pt x="236644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48"/>
            <p:cNvSpPr/>
            <p:nvPr/>
          </p:nvSpPr>
          <p:spPr>
            <a:xfrm>
              <a:off x="5178128" y="3780033"/>
              <a:ext cx="236549" cy="133254"/>
            </a:xfrm>
            <a:custGeom>
              <a:avLst/>
              <a:gdLst/>
              <a:ahLst/>
              <a:cxnLst/>
              <a:rect l="l" t="t" r="r" b="b"/>
              <a:pathLst>
                <a:path w="236549" h="133254" extrusionOk="0">
                  <a:moveTo>
                    <a:pt x="125355" y="133255"/>
                  </a:moveTo>
                  <a:lnTo>
                    <a:pt x="0" y="64294"/>
                  </a:lnTo>
                  <a:lnTo>
                    <a:pt x="111290" y="0"/>
                  </a:lnTo>
                  <a:lnTo>
                    <a:pt x="236549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2" name="Google Shape;4352;p48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3" name="Google Shape;4353;p48"/>
            <p:cNvSpPr/>
            <p:nvPr/>
          </p:nvSpPr>
          <p:spPr>
            <a:xfrm>
              <a:off x="4629475" y="2174500"/>
              <a:ext cx="494671" cy="1273873"/>
            </a:xfrm>
            <a:custGeom>
              <a:avLst/>
              <a:gdLst/>
              <a:ahLst/>
              <a:cxnLst/>
              <a:rect l="l" t="t" r="r" b="b"/>
              <a:pathLst>
                <a:path w="494671" h="1273873" extrusionOk="0">
                  <a:moveTo>
                    <a:pt x="118227" y="1273873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672" y="68389"/>
                  </a:lnTo>
                  <a:lnTo>
                    <a:pt x="118227" y="127387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48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5" name="Google Shape;4355;p48"/>
            <p:cNvSpPr/>
            <p:nvPr/>
          </p:nvSpPr>
          <p:spPr>
            <a:xfrm>
              <a:off x="5160832" y="224917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485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48"/>
            <p:cNvSpPr/>
            <p:nvPr/>
          </p:nvSpPr>
          <p:spPr>
            <a:xfrm>
              <a:off x="5078053" y="229651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390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7" name="Google Shape;4357;p48"/>
            <p:cNvSpPr/>
            <p:nvPr/>
          </p:nvSpPr>
          <p:spPr>
            <a:xfrm>
              <a:off x="4075404" y="1596713"/>
              <a:ext cx="2321774" cy="1343501"/>
            </a:xfrm>
            <a:custGeom>
              <a:avLst/>
              <a:gdLst/>
              <a:ahLst/>
              <a:cxnLst/>
              <a:rect l="l" t="t" r="r" b="b"/>
              <a:pathLst>
                <a:path w="2321774" h="1343501" extrusionOk="0">
                  <a:moveTo>
                    <a:pt x="2221415" y="1343501"/>
                  </a:moveTo>
                  <a:lnTo>
                    <a:pt x="0" y="58103"/>
                  </a:lnTo>
                  <a:lnTo>
                    <a:pt x="100360" y="0"/>
                  </a:lnTo>
                  <a:lnTo>
                    <a:pt x="2321775" y="1285399"/>
                  </a:lnTo>
                  <a:lnTo>
                    <a:pt x="2221415" y="134350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48"/>
            <p:cNvSpPr/>
            <p:nvPr/>
          </p:nvSpPr>
          <p:spPr>
            <a:xfrm>
              <a:off x="4075404" y="1654530"/>
              <a:ext cx="2221415" cy="1401603"/>
            </a:xfrm>
            <a:custGeom>
              <a:avLst/>
              <a:gdLst/>
              <a:ahLst/>
              <a:cxnLst/>
              <a:rect l="l" t="t" r="r" b="b"/>
              <a:pathLst>
                <a:path w="2221415" h="1401603" extrusionOk="0">
                  <a:moveTo>
                    <a:pt x="2221415" y="1401604"/>
                  </a:moveTo>
                  <a:lnTo>
                    <a:pt x="0" y="116205"/>
                  </a:lnTo>
                  <a:lnTo>
                    <a:pt x="0" y="0"/>
                  </a:lnTo>
                  <a:lnTo>
                    <a:pt x="2221415" y="1285399"/>
                  </a:lnTo>
                  <a:lnTo>
                    <a:pt x="2221415" y="140160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48"/>
            <p:cNvSpPr/>
            <p:nvPr/>
          </p:nvSpPr>
          <p:spPr>
            <a:xfrm>
              <a:off x="4206176" y="231400"/>
              <a:ext cx="2045689" cy="2621660"/>
            </a:xfrm>
            <a:custGeom>
              <a:avLst/>
              <a:gdLst/>
              <a:ahLst/>
              <a:cxnLst/>
              <a:rect l="l" t="t" r="r" b="b"/>
              <a:pathLst>
                <a:path w="2045689" h="2621660" extrusionOk="0">
                  <a:moveTo>
                    <a:pt x="2045690" y="2621661"/>
                  </a:moveTo>
                  <a:lnTo>
                    <a:pt x="0" y="1437894"/>
                  </a:lnTo>
                  <a:lnTo>
                    <a:pt x="0" y="0"/>
                  </a:lnTo>
                  <a:lnTo>
                    <a:pt x="2045690" y="1183767"/>
                  </a:lnTo>
                  <a:lnTo>
                    <a:pt x="2045690" y="262166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48"/>
            <p:cNvSpPr/>
            <p:nvPr/>
          </p:nvSpPr>
          <p:spPr>
            <a:xfrm>
              <a:off x="6296819" y="2879159"/>
              <a:ext cx="101975" cy="176974"/>
            </a:xfrm>
            <a:custGeom>
              <a:avLst/>
              <a:gdLst/>
              <a:ahLst/>
              <a:cxnLst/>
              <a:rect l="l" t="t" r="r" b="b"/>
              <a:pathLst>
                <a:path w="101975" h="176974" extrusionOk="0">
                  <a:moveTo>
                    <a:pt x="101975" y="118015"/>
                  </a:moveTo>
                  <a:lnTo>
                    <a:pt x="0" y="176974"/>
                  </a:lnTo>
                  <a:lnTo>
                    <a:pt x="0" y="58960"/>
                  </a:lnTo>
                  <a:lnTo>
                    <a:pt x="101975" y="0"/>
                  </a:lnTo>
                  <a:lnTo>
                    <a:pt x="101975" y="118015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48"/>
            <p:cNvSpPr/>
            <p:nvPr/>
          </p:nvSpPr>
          <p:spPr>
            <a:xfrm>
              <a:off x="4356811" y="496480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1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48"/>
            <p:cNvSpPr/>
            <p:nvPr/>
          </p:nvSpPr>
          <p:spPr>
            <a:xfrm>
              <a:off x="4598397" y="636212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48"/>
            <p:cNvSpPr/>
            <p:nvPr/>
          </p:nvSpPr>
          <p:spPr>
            <a:xfrm>
              <a:off x="4356811" y="619924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48"/>
            <p:cNvSpPr/>
            <p:nvPr/>
          </p:nvSpPr>
          <p:spPr>
            <a:xfrm>
              <a:off x="4598397" y="759656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48"/>
            <p:cNvSpPr/>
            <p:nvPr/>
          </p:nvSpPr>
          <p:spPr>
            <a:xfrm>
              <a:off x="4356811" y="761466"/>
              <a:ext cx="169452" cy="163448"/>
            </a:xfrm>
            <a:custGeom>
              <a:avLst/>
              <a:gdLst/>
              <a:ahLst/>
              <a:cxnLst/>
              <a:rect l="l" t="t" r="r" b="b"/>
              <a:pathLst>
                <a:path w="169452" h="163448" extrusionOk="0">
                  <a:moveTo>
                    <a:pt x="169453" y="16344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169453" y="98107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48"/>
            <p:cNvSpPr/>
            <p:nvPr/>
          </p:nvSpPr>
          <p:spPr>
            <a:xfrm>
              <a:off x="4598397" y="901293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48"/>
            <p:cNvSpPr/>
            <p:nvPr/>
          </p:nvSpPr>
          <p:spPr>
            <a:xfrm>
              <a:off x="4356811" y="903102"/>
              <a:ext cx="169452" cy="163449"/>
            </a:xfrm>
            <a:custGeom>
              <a:avLst/>
              <a:gdLst/>
              <a:ahLst/>
              <a:cxnLst/>
              <a:rect l="l" t="t" r="r" b="b"/>
              <a:pathLst>
                <a:path w="169452" h="163449" extrusionOk="0">
                  <a:moveTo>
                    <a:pt x="169453" y="16344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8" name="Google Shape;4368;p48"/>
            <p:cNvSpPr/>
            <p:nvPr/>
          </p:nvSpPr>
          <p:spPr>
            <a:xfrm>
              <a:off x="4598397" y="1042929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8"/>
            <p:cNvSpPr/>
            <p:nvPr/>
          </p:nvSpPr>
          <p:spPr>
            <a:xfrm>
              <a:off x="5115879" y="982814"/>
              <a:ext cx="204046" cy="276142"/>
            </a:xfrm>
            <a:custGeom>
              <a:avLst/>
              <a:gdLst/>
              <a:ahLst/>
              <a:cxnLst/>
              <a:rect l="l" t="t" r="r" b="b"/>
              <a:pathLst>
                <a:path w="204046" h="276142" extrusionOk="0">
                  <a:moveTo>
                    <a:pt x="665" y="41256"/>
                  </a:moveTo>
                  <a:cubicBezTo>
                    <a:pt x="38205" y="-7321"/>
                    <a:pt x="105207" y="-15132"/>
                    <a:pt x="182188" y="29255"/>
                  </a:cubicBezTo>
                  <a:cubicBezTo>
                    <a:pt x="189601" y="33541"/>
                    <a:pt x="196918" y="38208"/>
                    <a:pt x="204046" y="43161"/>
                  </a:cubicBezTo>
                  <a:lnTo>
                    <a:pt x="182663" y="276143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0" name="Google Shape;4370;p48"/>
            <p:cNvSpPr/>
            <p:nvPr/>
          </p:nvSpPr>
          <p:spPr>
            <a:xfrm>
              <a:off x="5297876" y="1025975"/>
              <a:ext cx="199579" cy="260699"/>
            </a:xfrm>
            <a:custGeom>
              <a:avLst/>
              <a:gdLst/>
              <a:ahLst/>
              <a:cxnLst/>
              <a:rect l="l" t="t" r="r" b="b"/>
              <a:pathLst>
                <a:path w="199579" h="260699" extrusionOk="0">
                  <a:moveTo>
                    <a:pt x="199580" y="260699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864"/>
                    <a:pt x="171733" y="158972"/>
                    <a:pt x="199580" y="2606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1" name="Google Shape;4371;p48"/>
            <p:cNvSpPr/>
            <p:nvPr/>
          </p:nvSpPr>
          <p:spPr>
            <a:xfrm>
              <a:off x="5298541" y="1258956"/>
              <a:ext cx="212884" cy="276193"/>
            </a:xfrm>
            <a:custGeom>
              <a:avLst/>
              <a:gdLst/>
              <a:ahLst/>
              <a:cxnLst/>
              <a:rect l="l" t="t" r="r" b="b"/>
              <a:pathLst>
                <a:path w="212884" h="276193" extrusionOk="0">
                  <a:moveTo>
                    <a:pt x="212885" y="123444"/>
                  </a:moveTo>
                  <a:cubicBezTo>
                    <a:pt x="212885" y="228219"/>
                    <a:pt x="155862" y="285369"/>
                    <a:pt x="76315" y="274987"/>
                  </a:cubicBezTo>
                  <a:lnTo>
                    <a:pt x="0" y="0"/>
                  </a:lnTo>
                  <a:lnTo>
                    <a:pt x="199580" y="27718"/>
                  </a:lnTo>
                  <a:cubicBezTo>
                    <a:pt x="208332" y="58874"/>
                    <a:pt x="212809" y="91078"/>
                    <a:pt x="212885" y="123444"/>
                  </a:cubicBez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2" name="Google Shape;4372;p48"/>
            <p:cNvSpPr/>
            <p:nvPr/>
          </p:nvSpPr>
          <p:spPr>
            <a:xfrm>
              <a:off x="5084706" y="1024070"/>
              <a:ext cx="290055" cy="509778"/>
            </a:xfrm>
            <a:custGeom>
              <a:avLst/>
              <a:gdLst/>
              <a:ahLst/>
              <a:cxnLst/>
              <a:rect l="l" t="t" r="r" b="b"/>
              <a:pathLst>
                <a:path w="290055" h="509778" extrusionOk="0">
                  <a:moveTo>
                    <a:pt x="31172" y="952"/>
                  </a:moveTo>
                  <a:cubicBezTo>
                    <a:pt x="11405" y="26956"/>
                    <a:pt x="0" y="64389"/>
                    <a:pt x="0" y="111442"/>
                  </a:cubicBezTo>
                  <a:cubicBezTo>
                    <a:pt x="0" y="247840"/>
                    <a:pt x="95513" y="413575"/>
                    <a:pt x="213360" y="481775"/>
                  </a:cubicBezTo>
                  <a:cubicBezTo>
                    <a:pt x="236863" y="496024"/>
                    <a:pt x="262913" y="505539"/>
                    <a:pt x="290055" y="509778"/>
                  </a:cubicBezTo>
                  <a:lnTo>
                    <a:pt x="213835" y="234886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3" name="Google Shape;4373;p48"/>
            <p:cNvSpPr/>
            <p:nvPr/>
          </p:nvSpPr>
          <p:spPr>
            <a:xfrm>
              <a:off x="5705494" y="1324174"/>
              <a:ext cx="204331" cy="276159"/>
            </a:xfrm>
            <a:custGeom>
              <a:avLst/>
              <a:gdLst/>
              <a:ahLst/>
              <a:cxnLst/>
              <a:rect l="l" t="t" r="r" b="b"/>
              <a:pathLst>
                <a:path w="204331" h="276159" extrusionOk="0">
                  <a:moveTo>
                    <a:pt x="950" y="41272"/>
                  </a:moveTo>
                  <a:cubicBezTo>
                    <a:pt x="38490" y="-7305"/>
                    <a:pt x="105492" y="-15116"/>
                    <a:pt x="182473" y="29176"/>
                  </a:cubicBezTo>
                  <a:cubicBezTo>
                    <a:pt x="189885" y="33462"/>
                    <a:pt x="197108" y="38129"/>
                    <a:pt x="204331" y="43178"/>
                  </a:cubicBezTo>
                  <a:lnTo>
                    <a:pt x="182283" y="276159"/>
                  </a:lnTo>
                  <a:lnTo>
                    <a:pt x="0" y="42130"/>
                  </a:lnTo>
                  <a:close/>
                </a:path>
              </a:pathLst>
            </a:custGeom>
            <a:solidFill>
              <a:srgbClr val="5435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4" name="Google Shape;4374;p48"/>
            <p:cNvSpPr/>
            <p:nvPr/>
          </p:nvSpPr>
          <p:spPr>
            <a:xfrm>
              <a:off x="5887776" y="1367351"/>
              <a:ext cx="199579" cy="260603"/>
            </a:xfrm>
            <a:custGeom>
              <a:avLst/>
              <a:gdLst/>
              <a:ahLst/>
              <a:cxnLst/>
              <a:rect l="l" t="t" r="r" b="b"/>
              <a:pathLst>
                <a:path w="199579" h="260603" extrusionOk="0">
                  <a:moveTo>
                    <a:pt x="199580" y="260604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769"/>
                    <a:pt x="171638" y="158877"/>
                    <a:pt x="199580" y="260604"/>
                  </a:cubicBezTo>
                  <a:close/>
                </a:path>
              </a:pathLst>
            </a:custGeom>
            <a:solidFill>
              <a:srgbClr val="1B96E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5" name="Google Shape;4375;p48"/>
            <p:cNvSpPr/>
            <p:nvPr/>
          </p:nvSpPr>
          <p:spPr>
            <a:xfrm>
              <a:off x="5887776" y="1600333"/>
              <a:ext cx="213550" cy="276118"/>
            </a:xfrm>
            <a:custGeom>
              <a:avLst/>
              <a:gdLst/>
              <a:ahLst/>
              <a:cxnLst/>
              <a:rect l="l" t="t" r="r" b="b"/>
              <a:pathLst>
                <a:path w="213550" h="276118" extrusionOk="0">
                  <a:moveTo>
                    <a:pt x="213550" y="123444"/>
                  </a:moveTo>
                  <a:cubicBezTo>
                    <a:pt x="213550" y="228219"/>
                    <a:pt x="156527" y="285369"/>
                    <a:pt x="76981" y="274892"/>
                  </a:cubicBezTo>
                  <a:lnTo>
                    <a:pt x="0" y="0"/>
                  </a:lnTo>
                  <a:lnTo>
                    <a:pt x="199580" y="27622"/>
                  </a:lnTo>
                  <a:cubicBezTo>
                    <a:pt x="208504" y="58788"/>
                    <a:pt x="213208" y="91021"/>
                    <a:pt x="213550" y="1234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6" name="Google Shape;4376;p48"/>
            <p:cNvSpPr/>
            <p:nvPr/>
          </p:nvSpPr>
          <p:spPr>
            <a:xfrm>
              <a:off x="5674606" y="1365446"/>
              <a:ext cx="290055" cy="509682"/>
            </a:xfrm>
            <a:custGeom>
              <a:avLst/>
              <a:gdLst/>
              <a:ahLst/>
              <a:cxnLst/>
              <a:rect l="l" t="t" r="r" b="b"/>
              <a:pathLst>
                <a:path w="290055" h="509682" extrusionOk="0">
                  <a:moveTo>
                    <a:pt x="31077" y="857"/>
                  </a:moveTo>
                  <a:cubicBezTo>
                    <a:pt x="11404" y="26956"/>
                    <a:pt x="0" y="64294"/>
                    <a:pt x="0" y="111347"/>
                  </a:cubicBezTo>
                  <a:cubicBezTo>
                    <a:pt x="0" y="247745"/>
                    <a:pt x="95513" y="413575"/>
                    <a:pt x="213360" y="481775"/>
                  </a:cubicBezTo>
                  <a:cubicBezTo>
                    <a:pt x="236844" y="496033"/>
                    <a:pt x="262913" y="505520"/>
                    <a:pt x="290055" y="509683"/>
                  </a:cubicBezTo>
                  <a:lnTo>
                    <a:pt x="213170" y="234887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7" name="Google Shape;4377;p48"/>
            <p:cNvSpPr/>
            <p:nvPr/>
          </p:nvSpPr>
          <p:spPr>
            <a:xfrm>
              <a:off x="5115879" y="1943808"/>
              <a:ext cx="971477" cy="359289"/>
            </a:xfrm>
            <a:custGeom>
              <a:avLst/>
              <a:gdLst/>
              <a:ahLst/>
              <a:cxnLst/>
              <a:rect l="l" t="t" r="r" b="b"/>
              <a:pathLst>
                <a:path w="971477" h="359289" extrusionOk="0">
                  <a:moveTo>
                    <a:pt x="0" y="102961"/>
                  </a:moveTo>
                  <a:cubicBezTo>
                    <a:pt x="0" y="102961"/>
                    <a:pt x="144553" y="-173264"/>
                    <a:pt x="511684" y="179161"/>
                  </a:cubicBezTo>
                  <a:cubicBezTo>
                    <a:pt x="878815" y="531586"/>
                    <a:pt x="971477" y="258218"/>
                    <a:pt x="971477" y="258218"/>
                  </a:cubicBezTo>
                </a:path>
              </a:pathLst>
            </a:custGeom>
            <a:noFill/>
            <a:ln w="13475" cap="flat" cmpd="sng">
              <a:solidFill>
                <a:srgbClr val="D6D8E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8" name="Google Shape;4378;p48"/>
            <p:cNvSpPr/>
            <p:nvPr/>
          </p:nvSpPr>
          <p:spPr>
            <a:xfrm rot="-1801764">
              <a:off x="5403245" y="1931037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1" y="86677"/>
                    <a:pt x="0" y="67274"/>
                    <a:pt x="0" y="43339"/>
                  </a:cubicBezTo>
                  <a:cubicBezTo>
                    <a:pt x="0" y="19403"/>
                    <a:pt x="11191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48"/>
            <p:cNvSpPr/>
            <p:nvPr/>
          </p:nvSpPr>
          <p:spPr>
            <a:xfrm rot="-1801764">
              <a:off x="5143652" y="193052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0" y="86677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0" name="Google Shape;4380;p48"/>
            <p:cNvSpPr/>
            <p:nvPr/>
          </p:nvSpPr>
          <p:spPr>
            <a:xfrm rot="-1790023">
              <a:off x="5694653" y="2149239"/>
              <a:ext cx="50164" cy="86979"/>
            </a:xfrm>
            <a:custGeom>
              <a:avLst/>
              <a:gdLst/>
              <a:ahLst/>
              <a:cxnLst/>
              <a:rect l="l" t="t" r="r" b="b"/>
              <a:pathLst>
                <a:path w="50162" h="86976" extrusionOk="0">
                  <a:moveTo>
                    <a:pt x="50164" y="43489"/>
                  </a:moveTo>
                  <a:cubicBezTo>
                    <a:pt x="50164" y="67507"/>
                    <a:pt x="38934" y="86977"/>
                    <a:pt x="25082" y="86977"/>
                  </a:cubicBezTo>
                  <a:cubicBezTo>
                    <a:pt x="11231" y="86977"/>
                    <a:pt x="1" y="67507"/>
                    <a:pt x="1" y="43489"/>
                  </a:cubicBezTo>
                  <a:cubicBezTo>
                    <a:pt x="1" y="19471"/>
                    <a:pt x="11231" y="1"/>
                    <a:pt x="25082" y="1"/>
                  </a:cubicBezTo>
                  <a:cubicBezTo>
                    <a:pt x="38934" y="1"/>
                    <a:pt x="50164" y="19471"/>
                    <a:pt x="50164" y="4348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48"/>
            <p:cNvSpPr/>
            <p:nvPr/>
          </p:nvSpPr>
          <p:spPr>
            <a:xfrm rot="-1801764">
              <a:off x="5993267" y="223694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48"/>
            <p:cNvSpPr/>
            <p:nvPr/>
          </p:nvSpPr>
          <p:spPr>
            <a:xfrm>
              <a:off x="4356811" y="1418691"/>
              <a:ext cx="57973" cy="235172"/>
            </a:xfrm>
            <a:custGeom>
              <a:avLst/>
              <a:gdLst/>
              <a:ahLst/>
              <a:cxnLst/>
              <a:rect l="l" t="t" r="r" b="b"/>
              <a:pathLst>
                <a:path w="57973" h="235172" extrusionOk="0">
                  <a:moveTo>
                    <a:pt x="57973" y="235172"/>
                  </a:moveTo>
                  <a:lnTo>
                    <a:pt x="0" y="201549"/>
                  </a:lnTo>
                  <a:lnTo>
                    <a:pt x="0" y="0"/>
                  </a:lnTo>
                  <a:lnTo>
                    <a:pt x="57973" y="33623"/>
                  </a:lnTo>
                  <a:lnTo>
                    <a:pt x="57973" y="23517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3" name="Google Shape;4383;p48"/>
            <p:cNvSpPr/>
            <p:nvPr/>
          </p:nvSpPr>
          <p:spPr>
            <a:xfrm>
              <a:off x="4517330" y="1440789"/>
              <a:ext cx="58068" cy="305942"/>
            </a:xfrm>
            <a:custGeom>
              <a:avLst/>
              <a:gdLst/>
              <a:ahLst/>
              <a:cxnLst/>
              <a:rect l="l" t="t" r="r" b="b"/>
              <a:pathLst>
                <a:path w="58068" h="305942" extrusionOk="0">
                  <a:moveTo>
                    <a:pt x="58068" y="305943"/>
                  </a:moveTo>
                  <a:lnTo>
                    <a:pt x="0" y="272320"/>
                  </a:lnTo>
                  <a:lnTo>
                    <a:pt x="0" y="0"/>
                  </a:lnTo>
                  <a:lnTo>
                    <a:pt x="58068" y="33623"/>
                  </a:lnTo>
                  <a:lnTo>
                    <a:pt x="58068" y="30594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4" name="Google Shape;4384;p48"/>
            <p:cNvSpPr/>
            <p:nvPr/>
          </p:nvSpPr>
          <p:spPr>
            <a:xfrm>
              <a:off x="4677849" y="1415738"/>
              <a:ext cx="58067" cy="423862"/>
            </a:xfrm>
            <a:custGeom>
              <a:avLst/>
              <a:gdLst/>
              <a:ahLst/>
              <a:cxnLst/>
              <a:rect l="l" t="t" r="r" b="b"/>
              <a:pathLst>
                <a:path w="58067" h="423862" extrusionOk="0">
                  <a:moveTo>
                    <a:pt x="58068" y="423863"/>
                  </a:moveTo>
                  <a:lnTo>
                    <a:pt x="0" y="390335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423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5" name="Google Shape;4385;p48"/>
            <p:cNvSpPr/>
            <p:nvPr/>
          </p:nvSpPr>
          <p:spPr>
            <a:xfrm>
              <a:off x="4838368" y="1414214"/>
              <a:ext cx="58068" cy="518255"/>
            </a:xfrm>
            <a:custGeom>
              <a:avLst/>
              <a:gdLst/>
              <a:ahLst/>
              <a:cxnLst/>
              <a:rect l="l" t="t" r="r" b="b"/>
              <a:pathLst>
                <a:path w="58068" h="518255" extrusionOk="0">
                  <a:moveTo>
                    <a:pt x="58068" y="518255"/>
                  </a:moveTo>
                  <a:lnTo>
                    <a:pt x="0" y="484727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518255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6" name="Google Shape;4386;p48"/>
            <p:cNvSpPr/>
            <p:nvPr/>
          </p:nvSpPr>
          <p:spPr>
            <a:xfrm>
              <a:off x="5343399" y="3731361"/>
              <a:ext cx="99124" cy="151542"/>
            </a:xfrm>
            <a:custGeom>
              <a:avLst/>
              <a:gdLst/>
              <a:ahLst/>
              <a:cxnLst/>
              <a:rect l="l" t="t" r="r" b="b"/>
              <a:pathLst>
                <a:path w="99124" h="151542" extrusionOk="0">
                  <a:moveTo>
                    <a:pt x="16347" y="151543"/>
                  </a:moveTo>
                  <a:lnTo>
                    <a:pt x="99124" y="104204"/>
                  </a:lnTo>
                  <a:lnTo>
                    <a:pt x="0" y="0"/>
                  </a:lnTo>
                  <a:lnTo>
                    <a:pt x="16347" y="15154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7" name="Google Shape;4387;p48"/>
            <p:cNvSpPr/>
            <p:nvPr/>
          </p:nvSpPr>
          <p:spPr>
            <a:xfrm>
              <a:off x="4678419" y="3350075"/>
              <a:ext cx="69282" cy="136588"/>
            </a:xfrm>
            <a:custGeom>
              <a:avLst/>
              <a:gdLst/>
              <a:ahLst/>
              <a:cxnLst/>
              <a:rect l="l" t="t" r="r" b="b"/>
              <a:pathLst>
                <a:path w="69282" h="136588" extrusionOk="0">
                  <a:moveTo>
                    <a:pt x="0" y="136588"/>
                  </a:moveTo>
                  <a:lnTo>
                    <a:pt x="69283" y="98298"/>
                  </a:lnTo>
                  <a:lnTo>
                    <a:pt x="42672" y="0"/>
                  </a:lnTo>
                  <a:lnTo>
                    <a:pt x="0" y="136588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8" name="Google Shape;4388;p48"/>
            <p:cNvGrpSpPr/>
            <p:nvPr/>
          </p:nvGrpSpPr>
          <p:grpSpPr>
            <a:xfrm>
              <a:off x="3103642" y="4105408"/>
              <a:ext cx="746807" cy="516445"/>
              <a:chOff x="4884742" y="4921758"/>
              <a:chExt cx="746807" cy="516445"/>
            </a:xfrm>
          </p:grpSpPr>
          <p:sp>
            <p:nvSpPr>
              <p:cNvPr id="4389" name="Google Shape;4389;p48"/>
              <p:cNvSpPr/>
              <p:nvPr/>
            </p:nvSpPr>
            <p:spPr>
              <a:xfrm>
                <a:off x="4884742" y="505358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48"/>
              <p:cNvSpPr/>
              <p:nvPr/>
            </p:nvSpPr>
            <p:spPr>
              <a:xfrm>
                <a:off x="4966950" y="5004149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1" name="Google Shape;4391;p48"/>
              <p:cNvSpPr/>
              <p:nvPr/>
            </p:nvSpPr>
            <p:spPr>
              <a:xfrm>
                <a:off x="4967045" y="5111781"/>
                <a:ext cx="65671" cy="87534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534" extrusionOk="0">
                    <a:moveTo>
                      <a:pt x="0" y="87534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534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2" name="Google Shape;4392;p48"/>
              <p:cNvSpPr/>
              <p:nvPr/>
            </p:nvSpPr>
            <p:spPr>
              <a:xfrm>
                <a:off x="5581465" y="5114067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3" name="Google Shape;4393;p48"/>
              <p:cNvSpPr/>
              <p:nvPr/>
            </p:nvSpPr>
            <p:spPr>
              <a:xfrm>
                <a:off x="4966950" y="4921758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4" name="Google Shape;4394;p48"/>
              <p:cNvSpPr/>
              <p:nvPr/>
            </p:nvSpPr>
            <p:spPr>
              <a:xfrm>
                <a:off x="5061432" y="4974074"/>
                <a:ext cx="475691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248" extrusionOk="0">
                    <a:moveTo>
                      <a:pt x="475270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135" y="288679"/>
                      <a:pt x="162500" y="288679"/>
                      <a:pt x="69553" y="234958"/>
                    </a:cubicBezTo>
                    <a:cubicBezTo>
                      <a:pt x="26786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135" y="-13454"/>
                      <a:pt x="405987" y="40362"/>
                    </a:cubicBezTo>
                    <a:cubicBezTo>
                      <a:pt x="456072" y="69318"/>
                      <a:pt x="479167" y="107990"/>
                      <a:pt x="475270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5" name="Google Shape;4395;p48"/>
              <p:cNvSpPr/>
              <p:nvPr/>
            </p:nvSpPr>
            <p:spPr>
              <a:xfrm>
                <a:off x="5061893" y="4990552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675" y="272201"/>
                      <a:pt x="162040" y="272201"/>
                      <a:pt x="69092" y="218480"/>
                    </a:cubicBezTo>
                    <a:cubicBezTo>
                      <a:pt x="26325" y="193715"/>
                      <a:pt x="3231" y="161806"/>
                      <a:pt x="0" y="129421"/>
                    </a:cubicBezTo>
                    <a:cubicBezTo>
                      <a:pt x="3231" y="97036"/>
                      <a:pt x="26325" y="65127"/>
                      <a:pt x="69092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127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6" name="Google Shape;4396;p48"/>
              <p:cNvSpPr/>
              <p:nvPr/>
            </p:nvSpPr>
            <p:spPr>
              <a:xfrm>
                <a:off x="5183826" y="5052822"/>
                <a:ext cx="221040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4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336"/>
                      <a:pt x="94943" y="24193"/>
                      <a:pt x="90096" y="25146"/>
                    </a:cubicBezTo>
                    <a:cubicBezTo>
                      <a:pt x="85249" y="26098"/>
                      <a:pt x="80117" y="27527"/>
                      <a:pt x="74890" y="29051"/>
                    </a:cubicBezTo>
                    <a:cubicBezTo>
                      <a:pt x="69796" y="30623"/>
                      <a:pt x="64816" y="32537"/>
                      <a:pt x="59969" y="34766"/>
                    </a:cubicBezTo>
                    <a:lnTo>
                      <a:pt x="97984" y="56864"/>
                    </a:lnTo>
                    <a:lnTo>
                      <a:pt x="104922" y="54483"/>
                    </a:lnTo>
                    <a:cubicBezTo>
                      <a:pt x="114426" y="51244"/>
                      <a:pt x="123929" y="48482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643"/>
                      <a:pt x="172399" y="42148"/>
                      <a:pt x="179907" y="43624"/>
                    </a:cubicBezTo>
                    <a:cubicBezTo>
                      <a:pt x="187548" y="45291"/>
                      <a:pt x="194856" y="48187"/>
                      <a:pt x="201575" y="52197"/>
                    </a:cubicBezTo>
                    <a:cubicBezTo>
                      <a:pt x="208237" y="55512"/>
                      <a:pt x="213940" y="60503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280" y="101660"/>
                      <a:pt x="200416" y="106299"/>
                      <a:pt x="194067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68" y="123472"/>
                      <a:pt x="156746" y="128101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141" y="116014"/>
                    </a:lnTo>
                    <a:cubicBezTo>
                      <a:pt x="93517" y="116014"/>
                      <a:pt x="97129" y="116014"/>
                      <a:pt x="101881" y="115252"/>
                    </a:cubicBezTo>
                    <a:cubicBezTo>
                      <a:pt x="106632" y="114490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2905" y="80486"/>
                    </a:lnTo>
                    <a:lnTo>
                      <a:pt x="107773" y="82010"/>
                    </a:lnTo>
                    <a:cubicBezTo>
                      <a:pt x="99143" y="84982"/>
                      <a:pt x="90352" y="87458"/>
                      <a:pt x="81447" y="89440"/>
                    </a:cubicBezTo>
                    <a:cubicBezTo>
                      <a:pt x="74091" y="91192"/>
                      <a:pt x="66574" y="92212"/>
                      <a:pt x="59018" y="92488"/>
                    </a:cubicBezTo>
                    <a:cubicBezTo>
                      <a:pt x="52375" y="92745"/>
                      <a:pt x="45723" y="92097"/>
                      <a:pt x="39251" y="90583"/>
                    </a:cubicBezTo>
                    <a:cubicBezTo>
                      <a:pt x="32845" y="89049"/>
                      <a:pt x="26696" y="86573"/>
                      <a:pt x="21003" y="83248"/>
                    </a:cubicBezTo>
                    <a:cubicBezTo>
                      <a:pt x="14712" y="79953"/>
                      <a:pt x="9257" y="7525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43" y="34442"/>
                      <a:pt x="16670" y="29689"/>
                      <a:pt x="22524" y="25813"/>
                    </a:cubicBezTo>
                    <a:lnTo>
                      <a:pt x="0" y="12763"/>
                    </a:lnTo>
                    <a:lnTo>
                      <a:pt x="13210" y="5143"/>
                    </a:lnTo>
                    <a:lnTo>
                      <a:pt x="35544" y="18002"/>
                    </a:lnTo>
                    <a:cubicBezTo>
                      <a:pt x="45998" y="12811"/>
                      <a:pt x="56994" y="8782"/>
                      <a:pt x="68332" y="6001"/>
                    </a:cubicBezTo>
                    <a:cubicBezTo>
                      <a:pt x="79109" y="3257"/>
                      <a:pt x="90067" y="1248"/>
                      <a:pt x="101120" y="0"/>
                    </a:cubicBezTo>
                    <a:close/>
                    <a:moveTo>
                      <a:pt x="46949" y="62103"/>
                    </a:moveTo>
                    <a:cubicBezTo>
                      <a:pt x="52005" y="64941"/>
                      <a:pt x="57811" y="66170"/>
                      <a:pt x="63580" y="65627"/>
                    </a:cubicBezTo>
                    <a:cubicBezTo>
                      <a:pt x="71316" y="64770"/>
                      <a:pt x="78938" y="63036"/>
                      <a:pt x="86294" y="60484"/>
                    </a:cubicBezTo>
                    <a:lnTo>
                      <a:pt x="50560" y="39814"/>
                    </a:lnTo>
                    <a:cubicBezTo>
                      <a:pt x="37445" y="48320"/>
                      <a:pt x="36238" y="55750"/>
                      <a:pt x="46949" y="62103"/>
                    </a:cubicBezTo>
                    <a:close/>
                    <a:moveTo>
                      <a:pt x="172399" y="72580"/>
                    </a:moveTo>
                    <a:cubicBezTo>
                      <a:pt x="166953" y="69580"/>
                      <a:pt x="160680" y="68437"/>
                      <a:pt x="154532" y="69342"/>
                    </a:cubicBezTo>
                    <a:cubicBezTo>
                      <a:pt x="146083" y="70418"/>
                      <a:pt x="137748" y="72266"/>
                      <a:pt x="129632" y="74866"/>
                    </a:cubicBezTo>
                    <a:lnTo>
                      <a:pt x="165176" y="95440"/>
                    </a:lnTo>
                    <a:cubicBezTo>
                      <a:pt x="180287" y="86296"/>
                      <a:pt x="182758" y="78676"/>
                      <a:pt x="17239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7" name="Google Shape;4397;p48"/>
              <p:cNvSpPr/>
              <p:nvPr/>
            </p:nvSpPr>
            <p:spPr>
              <a:xfrm>
                <a:off x="5275158" y="5155977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859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8" name="Google Shape;4398;p48"/>
              <p:cNvSpPr/>
              <p:nvPr/>
            </p:nvSpPr>
            <p:spPr>
              <a:xfrm>
                <a:off x="5370766" y="5164169"/>
                <a:ext cx="31647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763" extrusionOk="0">
                    <a:moveTo>
                      <a:pt x="31648" y="12859"/>
                    </a:moveTo>
                    <a:lnTo>
                      <a:pt x="31648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648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48"/>
              <p:cNvSpPr/>
              <p:nvPr/>
            </p:nvSpPr>
            <p:spPr>
              <a:xfrm>
                <a:off x="5381410" y="5116639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0" name="Google Shape;4400;p48"/>
              <p:cNvSpPr/>
              <p:nvPr/>
            </p:nvSpPr>
            <p:spPr>
              <a:xfrm>
                <a:off x="5307090" y="5121401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210" y="15907"/>
                      <a:pt x="12545" y="1514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1" name="Google Shape;4401;p48"/>
              <p:cNvSpPr/>
              <p:nvPr/>
            </p:nvSpPr>
            <p:spPr>
              <a:xfrm>
                <a:off x="5234481" y="5079968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780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479"/>
                      <a:pt x="39346" y="17907"/>
                    </a:cubicBezTo>
                    <a:cubicBezTo>
                      <a:pt x="36029" y="14192"/>
                      <a:pt x="32189" y="10982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2" name="Google Shape;4402;p48"/>
              <p:cNvSpPr/>
              <p:nvPr/>
            </p:nvSpPr>
            <p:spPr>
              <a:xfrm>
                <a:off x="5275158" y="5056536"/>
                <a:ext cx="20623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623" h="18383" extrusionOk="0">
                    <a:moveTo>
                      <a:pt x="20623" y="18383"/>
                    </a:moveTo>
                    <a:lnTo>
                      <a:pt x="20623" y="5525"/>
                    </a:lnTo>
                    <a:lnTo>
                      <a:pt x="3706" y="0"/>
                    </a:lnTo>
                    <a:lnTo>
                      <a:pt x="0" y="10096"/>
                    </a:lnTo>
                    <a:lnTo>
                      <a:pt x="950" y="14764"/>
                    </a:lnTo>
                    <a:lnTo>
                      <a:pt x="20623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48"/>
              <p:cNvSpPr/>
              <p:nvPr/>
            </p:nvSpPr>
            <p:spPr>
              <a:xfrm>
                <a:off x="5183351" y="5052726"/>
                <a:ext cx="19577" cy="14573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573" extrusionOk="0">
                    <a:moveTo>
                      <a:pt x="0" y="12859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573"/>
                    </a:lnTo>
                    <a:lnTo>
                      <a:pt x="0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4" name="Google Shape;4404;p48"/>
              <p:cNvSpPr/>
              <p:nvPr/>
            </p:nvSpPr>
            <p:spPr>
              <a:xfrm>
                <a:off x="5184016" y="5095875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526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97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5" name="Google Shape;4405;p48"/>
              <p:cNvSpPr/>
              <p:nvPr/>
            </p:nvSpPr>
            <p:spPr>
              <a:xfrm>
                <a:off x="5183826" y="5039963"/>
                <a:ext cx="221034" cy="138969"/>
              </a:xfrm>
              <a:custGeom>
                <a:avLst/>
                <a:gdLst/>
                <a:ahLst/>
                <a:cxnLst/>
                <a:rect l="l" t="t" r="r" b="b"/>
                <a:pathLst>
                  <a:path w="221034" h="138969" extrusionOk="0">
                    <a:moveTo>
                      <a:pt x="111955" y="22098"/>
                    </a:moveTo>
                    <a:cubicBezTo>
                      <a:pt x="109027" y="22050"/>
                      <a:pt x="106100" y="22279"/>
                      <a:pt x="103211" y="22765"/>
                    </a:cubicBezTo>
                    <a:cubicBezTo>
                      <a:pt x="99315" y="23336"/>
                      <a:pt x="94943" y="24098"/>
                      <a:pt x="90096" y="25146"/>
                    </a:cubicBezTo>
                    <a:cubicBezTo>
                      <a:pt x="85249" y="26194"/>
                      <a:pt x="80117" y="27432"/>
                      <a:pt x="74890" y="29051"/>
                    </a:cubicBezTo>
                    <a:cubicBezTo>
                      <a:pt x="69786" y="30547"/>
                      <a:pt x="64797" y="32433"/>
                      <a:pt x="59969" y="34671"/>
                    </a:cubicBezTo>
                    <a:lnTo>
                      <a:pt x="97984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387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596"/>
                      <a:pt x="172408" y="42100"/>
                      <a:pt x="179907" y="43624"/>
                    </a:cubicBezTo>
                    <a:cubicBezTo>
                      <a:pt x="187548" y="45215"/>
                      <a:pt x="194875" y="48082"/>
                      <a:pt x="201575" y="52102"/>
                    </a:cubicBezTo>
                    <a:cubicBezTo>
                      <a:pt x="208218" y="55454"/>
                      <a:pt x="213911" y="60427"/>
                      <a:pt x="218112" y="66580"/>
                    </a:cubicBezTo>
                    <a:cubicBezTo>
                      <a:pt x="220858" y="71047"/>
                      <a:pt x="221714" y="76428"/>
                      <a:pt x="220488" y="81534"/>
                    </a:cubicBezTo>
                    <a:cubicBezTo>
                      <a:pt x="218901" y="87173"/>
                      <a:pt x="215812" y="92278"/>
                      <a:pt x="211554" y="96298"/>
                    </a:cubicBezTo>
                    <a:cubicBezTo>
                      <a:pt x="206280" y="101565"/>
                      <a:pt x="200416" y="106204"/>
                      <a:pt x="194067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634"/>
                    </a:lnTo>
                    <a:cubicBezTo>
                      <a:pt x="168977" y="123425"/>
                      <a:pt x="156755" y="128045"/>
                      <a:pt x="144172" y="131445"/>
                    </a:cubicBezTo>
                    <a:cubicBezTo>
                      <a:pt x="131019" y="135131"/>
                      <a:pt x="117562" y="137655"/>
                      <a:pt x="103971" y="138970"/>
                    </a:cubicBezTo>
                    <a:lnTo>
                      <a:pt x="91141" y="116014"/>
                    </a:lnTo>
                    <a:cubicBezTo>
                      <a:pt x="94734" y="115929"/>
                      <a:pt x="98317" y="115633"/>
                      <a:pt x="101881" y="115157"/>
                    </a:cubicBezTo>
                    <a:cubicBezTo>
                      <a:pt x="107279" y="114519"/>
                      <a:pt x="112639" y="113595"/>
                      <a:pt x="117942" y="112395"/>
                    </a:cubicBezTo>
                    <a:cubicBezTo>
                      <a:pt x="123834" y="111157"/>
                      <a:pt x="130012" y="109538"/>
                      <a:pt x="136949" y="107632"/>
                    </a:cubicBezTo>
                    <a:cubicBezTo>
                      <a:pt x="143441" y="105775"/>
                      <a:pt x="149799" y="103451"/>
                      <a:pt x="155957" y="100679"/>
                    </a:cubicBezTo>
                    <a:lnTo>
                      <a:pt x="117942" y="78677"/>
                    </a:lnTo>
                    <a:lnTo>
                      <a:pt x="112905" y="80391"/>
                    </a:ln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2" y="91164"/>
                      <a:pt x="66574" y="92154"/>
                      <a:pt x="59018" y="92392"/>
                    </a:cubicBezTo>
                    <a:cubicBezTo>
                      <a:pt x="52375" y="92631"/>
                      <a:pt x="45732" y="92021"/>
                      <a:pt x="39251" y="90583"/>
                    </a:cubicBezTo>
                    <a:cubicBezTo>
                      <a:pt x="32826" y="89049"/>
                      <a:pt x="26668" y="86544"/>
                      <a:pt x="21003" y="83153"/>
                    </a:cubicBezTo>
                    <a:cubicBezTo>
                      <a:pt x="14712" y="79848"/>
                      <a:pt x="9257" y="75162"/>
                      <a:pt x="5037" y="69437"/>
                    </a:cubicBezTo>
                    <a:cubicBezTo>
                      <a:pt x="1958" y="65151"/>
                      <a:pt x="447" y="59941"/>
                      <a:pt x="760" y="54673"/>
                    </a:cubicBezTo>
                    <a:cubicBezTo>
                      <a:pt x="1350" y="49216"/>
                      <a:pt x="3535" y="44044"/>
                      <a:pt x="7033" y="39814"/>
                    </a:cubicBezTo>
                    <a:cubicBezTo>
                      <a:pt x="11424" y="34357"/>
                      <a:pt x="16651" y="29623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00" y="3143"/>
                      <a:pt x="90067" y="117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95" y="65075"/>
                      <a:pt x="57802" y="66332"/>
                      <a:pt x="63580" y="65818"/>
                    </a:cubicBezTo>
                    <a:cubicBezTo>
                      <a:pt x="71307" y="64865"/>
                      <a:pt x="78910" y="63141"/>
                      <a:pt x="86294" y="60674"/>
                    </a:cubicBezTo>
                    <a:lnTo>
                      <a:pt x="50560" y="39910"/>
                    </a:lnTo>
                    <a:cubicBezTo>
                      <a:pt x="37445" y="48606"/>
                      <a:pt x="36238" y="56036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953" y="69675"/>
                      <a:pt x="160680" y="68532"/>
                      <a:pt x="154532" y="69437"/>
                    </a:cubicBezTo>
                    <a:cubicBezTo>
                      <a:pt x="146092" y="70561"/>
                      <a:pt x="137757" y="72409"/>
                      <a:pt x="129632" y="74962"/>
                    </a:cubicBezTo>
                    <a:lnTo>
                      <a:pt x="165176" y="95536"/>
                    </a:lnTo>
                    <a:cubicBezTo>
                      <a:pt x="180287" y="86296"/>
                      <a:pt x="182758" y="78677"/>
                      <a:pt x="172399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6" name="Google Shape;4406;p48"/>
            <p:cNvGrpSpPr/>
            <p:nvPr/>
          </p:nvGrpSpPr>
          <p:grpSpPr>
            <a:xfrm>
              <a:off x="3213031" y="4002823"/>
              <a:ext cx="664504" cy="467011"/>
              <a:chOff x="4994131" y="4819173"/>
              <a:chExt cx="664504" cy="467011"/>
            </a:xfrm>
          </p:grpSpPr>
          <p:sp>
            <p:nvSpPr>
              <p:cNvPr id="4407" name="Google Shape;4407;p48"/>
              <p:cNvSpPr/>
              <p:nvPr/>
            </p:nvSpPr>
            <p:spPr>
              <a:xfrm>
                <a:off x="4994131" y="4901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48"/>
              <p:cNvSpPr/>
              <p:nvPr/>
            </p:nvSpPr>
            <p:spPr>
              <a:xfrm>
                <a:off x="4994226" y="5009197"/>
                <a:ext cx="65576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576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576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9" name="Google Shape;4409;p48"/>
              <p:cNvSpPr/>
              <p:nvPr/>
            </p:nvSpPr>
            <p:spPr>
              <a:xfrm>
                <a:off x="5608645" y="5011483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0" name="Google Shape;4410;p48"/>
              <p:cNvSpPr/>
              <p:nvPr/>
            </p:nvSpPr>
            <p:spPr>
              <a:xfrm>
                <a:off x="4994131" y="4819173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48"/>
              <p:cNvSpPr/>
              <p:nvPr/>
            </p:nvSpPr>
            <p:spPr>
              <a:xfrm>
                <a:off x="5088612" y="4871585"/>
                <a:ext cx="475616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16" h="275248" extrusionOk="0">
                    <a:moveTo>
                      <a:pt x="475175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040" y="288679"/>
                      <a:pt x="162500" y="288679"/>
                      <a:pt x="69553" y="234958"/>
                    </a:cubicBezTo>
                    <a:cubicBezTo>
                      <a:pt x="26691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040" y="-13454"/>
                      <a:pt x="405987" y="40362"/>
                    </a:cubicBezTo>
                    <a:cubicBezTo>
                      <a:pt x="456072" y="69223"/>
                      <a:pt x="479167" y="107990"/>
                      <a:pt x="475175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48"/>
              <p:cNvSpPr/>
              <p:nvPr/>
            </p:nvSpPr>
            <p:spPr>
              <a:xfrm>
                <a:off x="5089073" y="4888063"/>
                <a:ext cx="474714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714" h="258770" extrusionOk="0">
                    <a:moveTo>
                      <a:pt x="474714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580" y="272201"/>
                      <a:pt x="162040" y="272201"/>
                      <a:pt x="69092" y="218480"/>
                    </a:cubicBezTo>
                    <a:cubicBezTo>
                      <a:pt x="26230" y="193715"/>
                      <a:pt x="3231" y="161806"/>
                      <a:pt x="0" y="129421"/>
                    </a:cubicBezTo>
                    <a:cubicBezTo>
                      <a:pt x="3231" y="97036"/>
                      <a:pt x="26230" y="65127"/>
                      <a:pt x="69092" y="40362"/>
                    </a:cubicBezTo>
                    <a:cubicBezTo>
                      <a:pt x="162040" y="-13454"/>
                      <a:pt x="312580" y="-13454"/>
                      <a:pt x="405527" y="40362"/>
                    </a:cubicBezTo>
                    <a:cubicBezTo>
                      <a:pt x="448389" y="64937"/>
                      <a:pt x="471388" y="97036"/>
                      <a:pt x="474714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3" name="Google Shape;4413;p48"/>
              <p:cNvSpPr/>
              <p:nvPr/>
            </p:nvSpPr>
            <p:spPr>
              <a:xfrm>
                <a:off x="5211197" y="4950333"/>
                <a:ext cx="220817" cy="138588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8588" extrusionOk="0">
                    <a:moveTo>
                      <a:pt x="111669" y="21717"/>
                    </a:moveTo>
                    <a:cubicBezTo>
                      <a:pt x="108742" y="21679"/>
                      <a:pt x="105815" y="21898"/>
                      <a:pt x="102926" y="22384"/>
                    </a:cubicBezTo>
                    <a:cubicBezTo>
                      <a:pt x="99030" y="22955"/>
                      <a:pt x="94658" y="23717"/>
                      <a:pt x="89811" y="24765"/>
                    </a:cubicBezTo>
                    <a:cubicBezTo>
                      <a:pt x="84964" y="25813"/>
                      <a:pt x="80307" y="27051"/>
                      <a:pt x="74700" y="28670"/>
                    </a:cubicBezTo>
                    <a:cubicBezTo>
                      <a:pt x="69596" y="30204"/>
                      <a:pt x="64607" y="32109"/>
                      <a:pt x="59779" y="34385"/>
                    </a:cubicBezTo>
                    <a:lnTo>
                      <a:pt x="97794" y="56483"/>
                    </a:lnTo>
                    <a:lnTo>
                      <a:pt x="104637" y="54007"/>
                    </a:lnTo>
                    <a:cubicBezTo>
                      <a:pt x="114141" y="50768"/>
                      <a:pt x="123644" y="48006"/>
                      <a:pt x="132198" y="45815"/>
                    </a:cubicBezTo>
                    <a:cubicBezTo>
                      <a:pt x="140276" y="43624"/>
                      <a:pt x="148554" y="42253"/>
                      <a:pt x="156908" y="41720"/>
                    </a:cubicBezTo>
                    <a:cubicBezTo>
                      <a:pt x="164511" y="41215"/>
                      <a:pt x="172152" y="41720"/>
                      <a:pt x="179622" y="43244"/>
                    </a:cubicBezTo>
                    <a:cubicBezTo>
                      <a:pt x="187282" y="44872"/>
                      <a:pt x="194638" y="47739"/>
                      <a:pt x="201385" y="51721"/>
                    </a:cubicBezTo>
                    <a:cubicBezTo>
                      <a:pt x="208009" y="55064"/>
                      <a:pt x="213664" y="60045"/>
                      <a:pt x="217827" y="66199"/>
                    </a:cubicBezTo>
                    <a:cubicBezTo>
                      <a:pt x="220602" y="70656"/>
                      <a:pt x="221495" y="76038"/>
                      <a:pt x="220298" y="81153"/>
                    </a:cubicBezTo>
                    <a:cubicBezTo>
                      <a:pt x="218673" y="86773"/>
                      <a:pt x="215584" y="91869"/>
                      <a:pt x="211364" y="95917"/>
                    </a:cubicBezTo>
                    <a:cubicBezTo>
                      <a:pt x="206118" y="101213"/>
                      <a:pt x="200245" y="105851"/>
                      <a:pt x="193877" y="109728"/>
                    </a:cubicBezTo>
                    <a:lnTo>
                      <a:pt x="218207" y="123825"/>
                    </a:lnTo>
                    <a:lnTo>
                      <a:pt x="204902" y="131445"/>
                    </a:lnTo>
                    <a:lnTo>
                      <a:pt x="180382" y="117253"/>
                    </a:lnTo>
                    <a:cubicBezTo>
                      <a:pt x="168730" y="123044"/>
                      <a:pt x="156537" y="127663"/>
                      <a:pt x="143982" y="131064"/>
                    </a:cubicBezTo>
                    <a:cubicBezTo>
                      <a:pt x="130829" y="134731"/>
                      <a:pt x="117372" y="137255"/>
                      <a:pt x="103781" y="138589"/>
                    </a:cubicBezTo>
                    <a:lnTo>
                      <a:pt x="91236" y="116014"/>
                    </a:lnTo>
                    <a:cubicBezTo>
                      <a:pt x="94829" y="115919"/>
                      <a:pt x="98412" y="115633"/>
                      <a:pt x="101976" y="115157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107" y="109538"/>
                      <a:pt x="136950" y="107632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lnTo>
                      <a:pt x="113000" y="80391"/>
                    </a:ln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1" y="92678"/>
                      <a:pt x="45827" y="9206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69" y="79848"/>
                      <a:pt x="9352" y="75200"/>
                      <a:pt x="5132" y="69532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78" y="49263"/>
                      <a:pt x="3573" y="44044"/>
                      <a:pt x="7128" y="39814"/>
                    </a:cubicBezTo>
                    <a:cubicBezTo>
                      <a:pt x="11481" y="34357"/>
                      <a:pt x="16679" y="29623"/>
                      <a:pt x="22524" y="25813"/>
                    </a:cubicBezTo>
                    <a:lnTo>
                      <a:pt x="0" y="12763"/>
                    </a:lnTo>
                    <a:lnTo>
                      <a:pt x="13305" y="5048"/>
                    </a:lnTo>
                    <a:lnTo>
                      <a:pt x="35639" y="18002"/>
                    </a:lnTo>
                    <a:cubicBezTo>
                      <a:pt x="46093" y="12783"/>
                      <a:pt x="57089" y="8725"/>
                      <a:pt x="68427" y="5905"/>
                    </a:cubicBezTo>
                    <a:cubicBezTo>
                      <a:pt x="79195" y="3143"/>
                      <a:pt x="90162" y="1171"/>
                      <a:pt x="101215" y="0"/>
                    </a:cubicBezTo>
                    <a:close/>
                    <a:moveTo>
                      <a:pt x="46759" y="61817"/>
                    </a:moveTo>
                    <a:cubicBezTo>
                      <a:pt x="51758" y="64732"/>
                      <a:pt x="57546" y="65999"/>
                      <a:pt x="63295" y="65437"/>
                    </a:cubicBezTo>
                    <a:cubicBezTo>
                      <a:pt x="71050" y="64494"/>
                      <a:pt x="78691" y="62770"/>
                      <a:pt x="86104" y="60293"/>
                    </a:cubicBezTo>
                    <a:lnTo>
                      <a:pt x="50275" y="39624"/>
                    </a:lnTo>
                    <a:cubicBezTo>
                      <a:pt x="37160" y="48454"/>
                      <a:pt x="35991" y="55978"/>
                      <a:pt x="46759" y="62198"/>
                    </a:cubicBezTo>
                    <a:close/>
                    <a:moveTo>
                      <a:pt x="172209" y="72295"/>
                    </a:moveTo>
                    <a:cubicBezTo>
                      <a:pt x="166753" y="69323"/>
                      <a:pt x="160481" y="68218"/>
                      <a:pt x="154342" y="69152"/>
                    </a:cubicBezTo>
                    <a:cubicBezTo>
                      <a:pt x="145874" y="70237"/>
                      <a:pt x="137510" y="72057"/>
                      <a:pt x="129347" y="74581"/>
                    </a:cubicBezTo>
                    <a:lnTo>
                      <a:pt x="164891" y="95155"/>
                    </a:lnTo>
                    <a:cubicBezTo>
                      <a:pt x="180097" y="86296"/>
                      <a:pt x="182473" y="78867"/>
                      <a:pt x="17220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4" name="Google Shape;4414;p48"/>
              <p:cNvSpPr/>
              <p:nvPr/>
            </p:nvSpPr>
            <p:spPr>
              <a:xfrm>
                <a:off x="5302433" y="5053393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48"/>
              <p:cNvSpPr/>
              <p:nvPr/>
            </p:nvSpPr>
            <p:spPr>
              <a:xfrm>
                <a:off x="5397946" y="5061584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6" name="Google Shape;4416;p48"/>
              <p:cNvSpPr/>
              <p:nvPr/>
            </p:nvSpPr>
            <p:spPr>
              <a:xfrm>
                <a:off x="5408591" y="501405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7" name="Google Shape;4417;p48"/>
              <p:cNvSpPr/>
              <p:nvPr/>
            </p:nvSpPr>
            <p:spPr>
              <a:xfrm>
                <a:off x="5334271" y="501891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8" name="Google Shape;4418;p48"/>
              <p:cNvSpPr/>
              <p:nvPr/>
            </p:nvSpPr>
            <p:spPr>
              <a:xfrm>
                <a:off x="5261567" y="4977479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875" y="29146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793" y="0"/>
                      <a:pt x="7793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9" name="Google Shape;4419;p48"/>
              <p:cNvSpPr/>
              <p:nvPr/>
            </p:nvSpPr>
            <p:spPr>
              <a:xfrm>
                <a:off x="5302338" y="4953952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0" name="Google Shape;4420;p48"/>
              <p:cNvSpPr/>
              <p:nvPr/>
            </p:nvSpPr>
            <p:spPr>
              <a:xfrm>
                <a:off x="5210437" y="4950142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1" name="Google Shape;4421;p48"/>
              <p:cNvSpPr/>
              <p:nvPr/>
            </p:nvSpPr>
            <p:spPr>
              <a:xfrm>
                <a:off x="5211197" y="4993481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2" name="Google Shape;4422;p48"/>
              <p:cNvSpPr/>
              <p:nvPr/>
            </p:nvSpPr>
            <p:spPr>
              <a:xfrm>
                <a:off x="5211197" y="4937378"/>
                <a:ext cx="22081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9065" extrusionOk="0">
                    <a:moveTo>
                      <a:pt x="111669" y="22098"/>
                    </a:moveTo>
                    <a:cubicBezTo>
                      <a:pt x="108742" y="22098"/>
                      <a:pt x="105815" y="22355"/>
                      <a:pt x="102926" y="22860"/>
                    </a:cubicBezTo>
                    <a:cubicBezTo>
                      <a:pt x="99030" y="23336"/>
                      <a:pt x="94658" y="24194"/>
                      <a:pt x="89811" y="25146"/>
                    </a:cubicBezTo>
                    <a:cubicBezTo>
                      <a:pt x="84964" y="26099"/>
                      <a:pt x="80307" y="27527"/>
                      <a:pt x="74700" y="29051"/>
                    </a:cubicBezTo>
                    <a:cubicBezTo>
                      <a:pt x="69606" y="30623"/>
                      <a:pt x="64626" y="32538"/>
                      <a:pt x="59779" y="34766"/>
                    </a:cubicBezTo>
                    <a:lnTo>
                      <a:pt x="97794" y="56864"/>
                    </a:lnTo>
                    <a:lnTo>
                      <a:pt x="104637" y="54483"/>
                    </a:lnTo>
                    <a:cubicBezTo>
                      <a:pt x="114141" y="51245"/>
                      <a:pt x="123644" y="48483"/>
                      <a:pt x="132198" y="46196"/>
                    </a:cubicBezTo>
                    <a:cubicBezTo>
                      <a:pt x="140276" y="44006"/>
                      <a:pt x="148554" y="42634"/>
                      <a:pt x="156908" y="42101"/>
                    </a:cubicBezTo>
                    <a:cubicBezTo>
                      <a:pt x="164511" y="41643"/>
                      <a:pt x="172142" y="42148"/>
                      <a:pt x="179622" y="43625"/>
                    </a:cubicBezTo>
                    <a:cubicBezTo>
                      <a:pt x="187291" y="45291"/>
                      <a:pt x="194638" y="48187"/>
                      <a:pt x="201385" y="52197"/>
                    </a:cubicBezTo>
                    <a:cubicBezTo>
                      <a:pt x="208028" y="55512"/>
                      <a:pt x="213693" y="60503"/>
                      <a:pt x="217827" y="66675"/>
                    </a:cubicBezTo>
                    <a:cubicBezTo>
                      <a:pt x="220602" y="71133"/>
                      <a:pt x="221495" y="76515"/>
                      <a:pt x="220298" y="81629"/>
                    </a:cubicBezTo>
                    <a:cubicBezTo>
                      <a:pt x="218644" y="87249"/>
                      <a:pt x="215574" y="92335"/>
                      <a:pt x="211364" y="96393"/>
                    </a:cubicBezTo>
                    <a:cubicBezTo>
                      <a:pt x="206090" y="101660"/>
                      <a:pt x="200226" y="106299"/>
                      <a:pt x="193877" y="110204"/>
                    </a:cubicBezTo>
                    <a:lnTo>
                      <a:pt x="218207" y="124206"/>
                    </a:lnTo>
                    <a:lnTo>
                      <a:pt x="204902" y="131921"/>
                    </a:lnTo>
                    <a:lnTo>
                      <a:pt x="180382" y="117729"/>
                    </a:lnTo>
                    <a:cubicBezTo>
                      <a:pt x="168711" y="123473"/>
                      <a:pt x="156527" y="128102"/>
                      <a:pt x="143982" y="131541"/>
                    </a:cubicBezTo>
                    <a:cubicBezTo>
                      <a:pt x="130810" y="135169"/>
                      <a:pt x="117372" y="137684"/>
                      <a:pt x="103781" y="139065"/>
                    </a:cubicBezTo>
                    <a:lnTo>
                      <a:pt x="91236" y="116015"/>
                    </a:lnTo>
                    <a:cubicBezTo>
                      <a:pt x="93612" y="116015"/>
                      <a:pt x="97129" y="116015"/>
                      <a:pt x="101976" y="115253"/>
                    </a:cubicBezTo>
                    <a:cubicBezTo>
                      <a:pt x="106823" y="114491"/>
                      <a:pt x="112050" y="113729"/>
                      <a:pt x="117942" y="112491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6"/>
                    </a:lnTo>
                    <a:cubicBezTo>
                      <a:pt x="99163" y="85011"/>
                      <a:pt x="90410" y="87468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1" y="92745"/>
                      <a:pt x="45818" y="92107"/>
                      <a:pt x="39346" y="90583"/>
                    </a:cubicBezTo>
                    <a:cubicBezTo>
                      <a:pt x="32912" y="89030"/>
                      <a:pt x="26734" y="86563"/>
                      <a:pt x="21003" y="83249"/>
                    </a:cubicBezTo>
                    <a:cubicBezTo>
                      <a:pt x="14759" y="79915"/>
                      <a:pt x="9342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97" y="49292"/>
                      <a:pt x="3592" y="44110"/>
                      <a:pt x="7128" y="39910"/>
                    </a:cubicBezTo>
                    <a:cubicBezTo>
                      <a:pt x="11500" y="34443"/>
                      <a:pt x="16698" y="29689"/>
                      <a:pt x="22524" y="25813"/>
                    </a:cubicBezTo>
                    <a:lnTo>
                      <a:pt x="0" y="12764"/>
                    </a:lnTo>
                    <a:lnTo>
                      <a:pt x="13305" y="5144"/>
                    </a:lnTo>
                    <a:lnTo>
                      <a:pt x="35639" y="18002"/>
                    </a:lnTo>
                    <a:cubicBezTo>
                      <a:pt x="46093" y="12811"/>
                      <a:pt x="57089" y="8782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6759" y="62294"/>
                    </a:moveTo>
                    <a:cubicBezTo>
                      <a:pt x="51786" y="65113"/>
                      <a:pt x="57555" y="66342"/>
                      <a:pt x="63295" y="65818"/>
                    </a:cubicBezTo>
                    <a:cubicBezTo>
                      <a:pt x="71069" y="64970"/>
                      <a:pt x="78720" y="63246"/>
                      <a:pt x="86104" y="60674"/>
                    </a:cubicBezTo>
                    <a:lnTo>
                      <a:pt x="50275" y="40005"/>
                    </a:lnTo>
                    <a:cubicBezTo>
                      <a:pt x="37160" y="48578"/>
                      <a:pt x="35991" y="56007"/>
                      <a:pt x="46759" y="62294"/>
                    </a:cubicBezTo>
                    <a:close/>
                    <a:moveTo>
                      <a:pt x="172209" y="72771"/>
                    </a:moveTo>
                    <a:cubicBezTo>
                      <a:pt x="166763" y="69771"/>
                      <a:pt x="160491" y="68628"/>
                      <a:pt x="154342" y="69533"/>
                    </a:cubicBezTo>
                    <a:cubicBezTo>
                      <a:pt x="145864" y="70609"/>
                      <a:pt x="137491" y="72457"/>
                      <a:pt x="129347" y="75057"/>
                    </a:cubicBezTo>
                    <a:lnTo>
                      <a:pt x="164891" y="95631"/>
                    </a:lnTo>
                    <a:cubicBezTo>
                      <a:pt x="180097" y="86297"/>
                      <a:pt x="182473" y="78677"/>
                      <a:pt x="17220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3" name="Google Shape;4423;p48"/>
            <p:cNvGrpSpPr/>
            <p:nvPr/>
          </p:nvGrpSpPr>
          <p:grpSpPr>
            <a:xfrm>
              <a:off x="3192597" y="3904144"/>
              <a:ext cx="664599" cy="467011"/>
              <a:chOff x="4973697" y="4720494"/>
              <a:chExt cx="664599" cy="467011"/>
            </a:xfrm>
          </p:grpSpPr>
          <p:sp>
            <p:nvSpPr>
              <p:cNvPr id="4424" name="Google Shape;4424;p48"/>
              <p:cNvSpPr/>
              <p:nvPr/>
            </p:nvSpPr>
            <p:spPr>
              <a:xfrm>
                <a:off x="4973697" y="480288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5" name="Google Shape;4425;p48"/>
              <p:cNvSpPr/>
              <p:nvPr/>
            </p:nvSpPr>
            <p:spPr>
              <a:xfrm>
                <a:off x="4973792" y="491051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6" name="Google Shape;4426;p48"/>
              <p:cNvSpPr/>
              <p:nvPr/>
            </p:nvSpPr>
            <p:spPr>
              <a:xfrm>
                <a:off x="5588212" y="4912804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536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48"/>
              <p:cNvSpPr/>
              <p:nvPr/>
            </p:nvSpPr>
            <p:spPr>
              <a:xfrm>
                <a:off x="4973697" y="472049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48"/>
              <p:cNvSpPr/>
              <p:nvPr/>
            </p:nvSpPr>
            <p:spPr>
              <a:xfrm>
                <a:off x="5068198" y="4772810"/>
                <a:ext cx="475691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343" extrusionOk="0">
                    <a:moveTo>
                      <a:pt x="475252" y="145899"/>
                    </a:moveTo>
                    <a:cubicBezTo>
                      <a:pt x="471925" y="178284"/>
                      <a:pt x="448831" y="210193"/>
                      <a:pt x="406064" y="235053"/>
                    </a:cubicBezTo>
                    <a:cubicBezTo>
                      <a:pt x="313117" y="288774"/>
                      <a:pt x="162482" y="288774"/>
                      <a:pt x="69630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054" y="69318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9" name="Google Shape;4429;p48"/>
              <p:cNvSpPr/>
              <p:nvPr/>
            </p:nvSpPr>
            <p:spPr>
              <a:xfrm>
                <a:off x="5068640" y="4789288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575"/>
                    </a:cubicBezTo>
                    <a:cubicBezTo>
                      <a:pt x="312675" y="272296"/>
                      <a:pt x="162040" y="272296"/>
                      <a:pt x="69188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3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223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48"/>
              <p:cNvSpPr/>
              <p:nvPr/>
            </p:nvSpPr>
            <p:spPr>
              <a:xfrm>
                <a:off x="5190479" y="4851558"/>
                <a:ext cx="221040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5" extrusionOk="0">
                    <a:moveTo>
                      <a:pt x="111955" y="22193"/>
                    </a:moveTo>
                    <a:cubicBezTo>
                      <a:pt x="109027" y="22155"/>
                      <a:pt x="106100" y="22374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4992" y="26280"/>
                      <a:pt x="79946" y="27575"/>
                      <a:pt x="74985" y="29146"/>
                    </a:cubicBezTo>
                    <a:cubicBezTo>
                      <a:pt x="69872" y="30632"/>
                      <a:pt x="64882" y="32509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476" y="44063"/>
                      <a:pt x="148753" y="42691"/>
                      <a:pt x="157098" y="42100"/>
                    </a:cubicBezTo>
                    <a:cubicBezTo>
                      <a:pt x="164739" y="41672"/>
                      <a:pt x="172399" y="42215"/>
                      <a:pt x="179907" y="43720"/>
                    </a:cubicBezTo>
                    <a:cubicBezTo>
                      <a:pt x="187576" y="45330"/>
                      <a:pt x="194932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318" y="101660"/>
                      <a:pt x="200473" y="106299"/>
                      <a:pt x="194162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87" y="123530"/>
                      <a:pt x="156765" y="128159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236" y="116110"/>
                    </a:lnTo>
                    <a:cubicBezTo>
                      <a:pt x="94800" y="116014"/>
                      <a:pt x="98355" y="115729"/>
                      <a:pt x="101881" y="115253"/>
                    </a:cubicBezTo>
                    <a:cubicBezTo>
                      <a:pt x="107279" y="114614"/>
                      <a:pt x="112639" y="113690"/>
                      <a:pt x="117942" y="112490"/>
                    </a:cubicBezTo>
                    <a:cubicBezTo>
                      <a:pt x="123834" y="111252"/>
                      <a:pt x="130012" y="109633"/>
                      <a:pt x="136950" y="107728"/>
                    </a:cubicBezTo>
                    <a:cubicBezTo>
                      <a:pt x="143441" y="105870"/>
                      <a:pt x="149799" y="103546"/>
                      <a:pt x="155957" y="100774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8269" y="85249"/>
                      <a:pt x="89431" y="87725"/>
                      <a:pt x="81447" y="89535"/>
                    </a:cubicBezTo>
                    <a:cubicBezTo>
                      <a:pt x="74111" y="91202"/>
                      <a:pt x="66631" y="9219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02" y="89125"/>
                      <a:pt x="26715" y="86620"/>
                      <a:pt x="21003" y="83248"/>
                    </a:cubicBezTo>
                    <a:cubicBezTo>
                      <a:pt x="14712" y="79943"/>
                      <a:pt x="9257" y="75257"/>
                      <a:pt x="5037" y="69532"/>
                    </a:cubicBezTo>
                    <a:cubicBezTo>
                      <a:pt x="1958" y="65246"/>
                      <a:pt x="447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1"/>
                      <a:pt x="16689" y="29708"/>
                      <a:pt x="22524" y="2581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7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7"/>
                      <a:pt x="90067" y="1248"/>
                      <a:pt x="101120" y="0"/>
                    </a:cubicBezTo>
                    <a:close/>
                    <a:moveTo>
                      <a:pt x="47044" y="62294"/>
                    </a:moveTo>
                    <a:cubicBezTo>
                      <a:pt x="52043" y="65199"/>
                      <a:pt x="57830" y="66427"/>
                      <a:pt x="63580" y="65818"/>
                    </a:cubicBezTo>
                    <a:cubicBezTo>
                      <a:pt x="71307" y="64951"/>
                      <a:pt x="78929" y="63265"/>
                      <a:pt x="86294" y="60770"/>
                    </a:cubicBezTo>
                    <a:lnTo>
                      <a:pt x="50560" y="40005"/>
                    </a:lnTo>
                    <a:cubicBezTo>
                      <a:pt x="37540" y="48673"/>
                      <a:pt x="35924" y="56102"/>
                      <a:pt x="47139" y="62294"/>
                    </a:cubicBezTo>
                    <a:close/>
                    <a:moveTo>
                      <a:pt x="172494" y="72771"/>
                    </a:moveTo>
                    <a:cubicBezTo>
                      <a:pt x="167020" y="69752"/>
                      <a:pt x="160709" y="68609"/>
                      <a:pt x="154532" y="69532"/>
                    </a:cubicBezTo>
                    <a:cubicBezTo>
                      <a:pt x="146092" y="70656"/>
                      <a:pt x="137757" y="72504"/>
                      <a:pt x="129632" y="75057"/>
                    </a:cubicBezTo>
                    <a:lnTo>
                      <a:pt x="165176" y="95631"/>
                    </a:lnTo>
                    <a:cubicBezTo>
                      <a:pt x="180382" y="86296"/>
                      <a:pt x="182853" y="78705"/>
                      <a:pt x="172589" y="7286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48"/>
              <p:cNvSpPr/>
              <p:nvPr/>
            </p:nvSpPr>
            <p:spPr>
              <a:xfrm>
                <a:off x="5282000" y="495471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48"/>
              <p:cNvSpPr/>
              <p:nvPr/>
            </p:nvSpPr>
            <p:spPr>
              <a:xfrm>
                <a:off x="5377608" y="496290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859"/>
                    </a:moveTo>
                    <a:lnTo>
                      <a:pt x="31552" y="0"/>
                    </a:lnTo>
                    <a:lnTo>
                      <a:pt x="0" y="2381"/>
                    </a:lnTo>
                    <a:lnTo>
                      <a:pt x="18152" y="14859"/>
                    </a:lnTo>
                    <a:lnTo>
                      <a:pt x="31552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3" name="Google Shape;4433;p48"/>
              <p:cNvSpPr/>
              <p:nvPr/>
            </p:nvSpPr>
            <p:spPr>
              <a:xfrm>
                <a:off x="5388158" y="491537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4" name="Google Shape;4434;p48"/>
              <p:cNvSpPr/>
              <p:nvPr/>
            </p:nvSpPr>
            <p:spPr>
              <a:xfrm>
                <a:off x="5313838" y="4920138"/>
                <a:ext cx="35639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5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48"/>
              <p:cNvSpPr/>
              <p:nvPr/>
            </p:nvSpPr>
            <p:spPr>
              <a:xfrm>
                <a:off x="5241229" y="4878705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382"/>
                    </a:moveTo>
                    <a:lnTo>
                      <a:pt x="36875" y="29242"/>
                    </a:lnTo>
                    <a:lnTo>
                      <a:pt x="44383" y="23813"/>
                    </a:lnTo>
                    <a:cubicBezTo>
                      <a:pt x="44383" y="23813"/>
                      <a:pt x="39726" y="18479"/>
                      <a:pt x="39441" y="17907"/>
                    </a:cubicBezTo>
                    <a:cubicBezTo>
                      <a:pt x="39156" y="17335"/>
                      <a:pt x="30697" y="8858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48"/>
              <p:cNvSpPr/>
              <p:nvPr/>
            </p:nvSpPr>
            <p:spPr>
              <a:xfrm>
                <a:off x="5282000" y="485527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48"/>
              <p:cNvSpPr/>
              <p:nvPr/>
            </p:nvSpPr>
            <p:spPr>
              <a:xfrm>
                <a:off x="5190099" y="4851463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8" name="Google Shape;4438;p48"/>
              <p:cNvSpPr/>
              <p:nvPr/>
            </p:nvSpPr>
            <p:spPr>
              <a:xfrm>
                <a:off x="5190859" y="4894802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9" name="Google Shape;4439;p48"/>
              <p:cNvSpPr/>
              <p:nvPr/>
            </p:nvSpPr>
            <p:spPr>
              <a:xfrm>
                <a:off x="5190764" y="4838795"/>
                <a:ext cx="221036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36" h="139064" extrusionOk="0">
                    <a:moveTo>
                      <a:pt x="111669" y="22003"/>
                    </a:moveTo>
                    <a:cubicBezTo>
                      <a:pt x="108742" y="22012"/>
                      <a:pt x="105825" y="22231"/>
                      <a:pt x="102926" y="22670"/>
                    </a:cubicBezTo>
                    <a:cubicBezTo>
                      <a:pt x="99029" y="23241"/>
                      <a:pt x="94658" y="24003"/>
                      <a:pt x="89811" y="25051"/>
                    </a:cubicBezTo>
                    <a:cubicBezTo>
                      <a:pt x="84964" y="26098"/>
                      <a:pt x="80307" y="27432"/>
                      <a:pt x="74700" y="28956"/>
                    </a:cubicBezTo>
                    <a:cubicBezTo>
                      <a:pt x="69596" y="30518"/>
                      <a:pt x="64616" y="32423"/>
                      <a:pt x="59779" y="34671"/>
                    </a:cubicBezTo>
                    <a:lnTo>
                      <a:pt x="97794" y="56769"/>
                    </a:lnTo>
                    <a:lnTo>
                      <a:pt x="104637" y="54292"/>
                    </a:lnTo>
                    <a:cubicBezTo>
                      <a:pt x="114140" y="51054"/>
                      <a:pt x="123644" y="48387"/>
                      <a:pt x="132103" y="46101"/>
                    </a:cubicBezTo>
                    <a:cubicBezTo>
                      <a:pt x="140181" y="43920"/>
                      <a:pt x="148459" y="42548"/>
                      <a:pt x="156812" y="42005"/>
                    </a:cubicBezTo>
                    <a:cubicBezTo>
                      <a:pt x="164454" y="41500"/>
                      <a:pt x="172123" y="42005"/>
                      <a:pt x="179622" y="43529"/>
                    </a:cubicBezTo>
                    <a:cubicBezTo>
                      <a:pt x="187282" y="45177"/>
                      <a:pt x="194628" y="48035"/>
                      <a:pt x="201385" y="52006"/>
                    </a:cubicBezTo>
                    <a:cubicBezTo>
                      <a:pt x="208123" y="55340"/>
                      <a:pt x="213883" y="60360"/>
                      <a:pt x="218112" y="66580"/>
                    </a:cubicBezTo>
                    <a:cubicBezTo>
                      <a:pt x="220868" y="71085"/>
                      <a:pt x="221714" y="76495"/>
                      <a:pt x="220488" y="81629"/>
                    </a:cubicBezTo>
                    <a:cubicBezTo>
                      <a:pt x="218872" y="87230"/>
                      <a:pt x="215793" y="92297"/>
                      <a:pt x="211554" y="96298"/>
                    </a:cubicBezTo>
                    <a:cubicBezTo>
                      <a:pt x="206337" y="101594"/>
                      <a:pt x="200501" y="106232"/>
                      <a:pt x="194162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8987" y="123501"/>
                      <a:pt x="156765" y="128092"/>
                      <a:pt x="144172" y="131445"/>
                    </a:cubicBezTo>
                    <a:cubicBezTo>
                      <a:pt x="131010" y="135122"/>
                      <a:pt x="117562" y="137665"/>
                      <a:pt x="103971" y="139065"/>
                    </a:cubicBezTo>
                    <a:lnTo>
                      <a:pt x="91236" y="116014"/>
                    </a:lnTo>
                    <a:cubicBezTo>
                      <a:pt x="94800" y="115919"/>
                      <a:pt x="98355" y="115633"/>
                      <a:pt x="101881" y="115157"/>
                    </a:cubicBezTo>
                    <a:cubicBezTo>
                      <a:pt x="107288" y="114567"/>
                      <a:pt x="112648" y="113643"/>
                      <a:pt x="117942" y="112395"/>
                    </a:cubicBezTo>
                    <a:cubicBezTo>
                      <a:pt x="123834" y="111157"/>
                      <a:pt x="130012" y="109538"/>
                      <a:pt x="136950" y="107632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6"/>
                    </a:lnTo>
                    <a:cubicBezTo>
                      <a:pt x="116326" y="79334"/>
                      <a:pt x="114673" y="7990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8" y="89440"/>
                    </a:cubicBezTo>
                    <a:cubicBezTo>
                      <a:pt x="74111" y="91135"/>
                      <a:pt x="66631" y="92154"/>
                      <a:pt x="59114" y="92488"/>
                    </a:cubicBezTo>
                    <a:cubicBezTo>
                      <a:pt x="52470" y="92697"/>
                      <a:pt x="45827" y="92059"/>
                      <a:pt x="39346" y="90583"/>
                    </a:cubicBezTo>
                    <a:cubicBezTo>
                      <a:pt x="32883" y="89068"/>
                      <a:pt x="26696" y="86563"/>
                      <a:pt x="21003" y="83153"/>
                    </a:cubicBezTo>
                    <a:cubicBezTo>
                      <a:pt x="14702" y="79915"/>
                      <a:pt x="9238" y="7524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31" y="49273"/>
                      <a:pt x="3507" y="44062"/>
                      <a:pt x="7033" y="39814"/>
                    </a:cubicBezTo>
                    <a:cubicBezTo>
                      <a:pt x="11471" y="34404"/>
                      <a:pt x="16698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10" y="3143"/>
                      <a:pt x="90067" y="1171"/>
                      <a:pt x="101120" y="0"/>
                    </a:cubicBezTo>
                    <a:close/>
                    <a:moveTo>
                      <a:pt x="46759" y="62103"/>
                    </a:moveTo>
                    <a:cubicBezTo>
                      <a:pt x="51748" y="65037"/>
                      <a:pt x="57536" y="66304"/>
                      <a:pt x="63295" y="65722"/>
                    </a:cubicBezTo>
                    <a:cubicBezTo>
                      <a:pt x="71031" y="64818"/>
                      <a:pt x="78644" y="63094"/>
                      <a:pt x="86009" y="60579"/>
                    </a:cubicBezTo>
                    <a:lnTo>
                      <a:pt x="50275" y="39910"/>
                    </a:lnTo>
                    <a:cubicBezTo>
                      <a:pt x="37255" y="48482"/>
                      <a:pt x="35639" y="55912"/>
                      <a:pt x="46854" y="62103"/>
                    </a:cubicBezTo>
                    <a:close/>
                    <a:moveTo>
                      <a:pt x="172209" y="72580"/>
                    </a:moveTo>
                    <a:cubicBezTo>
                      <a:pt x="166706" y="69637"/>
                      <a:pt x="160414" y="68532"/>
                      <a:pt x="154246" y="69437"/>
                    </a:cubicBezTo>
                    <a:cubicBezTo>
                      <a:pt x="145807" y="70523"/>
                      <a:pt x="137472" y="72342"/>
                      <a:pt x="129347" y="74866"/>
                    </a:cubicBezTo>
                    <a:lnTo>
                      <a:pt x="164891" y="95440"/>
                    </a:lnTo>
                    <a:cubicBezTo>
                      <a:pt x="180097" y="86230"/>
                      <a:pt x="182568" y="78610"/>
                      <a:pt x="172304" y="7258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0" name="Google Shape;4440;p48"/>
            <p:cNvGrpSpPr/>
            <p:nvPr/>
          </p:nvGrpSpPr>
          <p:grpSpPr>
            <a:xfrm>
              <a:off x="3220919" y="3808894"/>
              <a:ext cx="664504" cy="467011"/>
              <a:chOff x="5002019" y="4625244"/>
              <a:chExt cx="664504" cy="467011"/>
            </a:xfrm>
          </p:grpSpPr>
          <p:sp>
            <p:nvSpPr>
              <p:cNvPr id="4441" name="Google Shape;4441;p48"/>
              <p:cNvSpPr/>
              <p:nvPr/>
            </p:nvSpPr>
            <p:spPr>
              <a:xfrm>
                <a:off x="5002019" y="470763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2" name="Google Shape;4442;p48"/>
              <p:cNvSpPr/>
              <p:nvPr/>
            </p:nvSpPr>
            <p:spPr>
              <a:xfrm>
                <a:off x="5002019" y="481526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3" name="Google Shape;4443;p48"/>
              <p:cNvSpPr/>
              <p:nvPr/>
            </p:nvSpPr>
            <p:spPr>
              <a:xfrm>
                <a:off x="5616534" y="481755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4" name="Google Shape;4444;p48"/>
              <p:cNvSpPr/>
              <p:nvPr/>
            </p:nvSpPr>
            <p:spPr>
              <a:xfrm>
                <a:off x="5002019" y="462524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48"/>
              <p:cNvSpPr/>
              <p:nvPr/>
            </p:nvSpPr>
            <p:spPr>
              <a:xfrm>
                <a:off x="5096424" y="467765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5" y="178284"/>
                      <a:pt x="448926" y="210193"/>
                      <a:pt x="406064" y="234958"/>
                    </a:cubicBezTo>
                    <a:cubicBezTo>
                      <a:pt x="313117" y="288679"/>
                      <a:pt x="162577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577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48"/>
              <p:cNvSpPr/>
              <p:nvPr/>
            </p:nvSpPr>
            <p:spPr>
              <a:xfrm>
                <a:off x="5096866" y="469413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484" y="193715"/>
                      <a:pt x="405622" y="218480"/>
                    </a:cubicBezTo>
                    <a:cubicBezTo>
                      <a:pt x="312675" y="272201"/>
                      <a:pt x="162135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135" y="-13454"/>
                      <a:pt x="312675" y="-13454"/>
                      <a:pt x="405622" y="40362"/>
                    </a:cubicBezTo>
                    <a:cubicBezTo>
                      <a:pt x="448484" y="65127"/>
                      <a:pt x="471673" y="96941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48"/>
              <p:cNvSpPr/>
              <p:nvPr/>
            </p:nvSpPr>
            <p:spPr>
              <a:xfrm>
                <a:off x="5218990" y="4756403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60"/>
                      <a:pt x="106100" y="22279"/>
                      <a:pt x="103211" y="22765"/>
                    </a:cubicBezTo>
                    <a:cubicBezTo>
                      <a:pt x="99315" y="23336"/>
                      <a:pt x="94943" y="24099"/>
                      <a:pt x="90096" y="25146"/>
                    </a:cubicBezTo>
                    <a:cubicBezTo>
                      <a:pt x="85249" y="26194"/>
                      <a:pt x="80592" y="27527"/>
                      <a:pt x="74985" y="29051"/>
                    </a:cubicBezTo>
                    <a:cubicBezTo>
                      <a:pt x="69881" y="30585"/>
                      <a:pt x="64892" y="32490"/>
                      <a:pt x="60064" y="34766"/>
                    </a:cubicBezTo>
                    <a:lnTo>
                      <a:pt x="98079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483"/>
                      <a:pt x="132388" y="46196"/>
                    </a:cubicBezTo>
                    <a:cubicBezTo>
                      <a:pt x="140504" y="44015"/>
                      <a:pt x="148810" y="42644"/>
                      <a:pt x="157193" y="42101"/>
                    </a:cubicBezTo>
                    <a:cubicBezTo>
                      <a:pt x="164796" y="41596"/>
                      <a:pt x="172437" y="42101"/>
                      <a:pt x="179907" y="43625"/>
                    </a:cubicBezTo>
                    <a:cubicBezTo>
                      <a:pt x="187567" y="45253"/>
                      <a:pt x="194923" y="48120"/>
                      <a:pt x="201670" y="52102"/>
                    </a:cubicBezTo>
                    <a:cubicBezTo>
                      <a:pt x="208294" y="55445"/>
                      <a:pt x="213949" y="60427"/>
                      <a:pt x="218112" y="66580"/>
                    </a:cubicBezTo>
                    <a:cubicBezTo>
                      <a:pt x="220887" y="71038"/>
                      <a:pt x="221780" y="76419"/>
                      <a:pt x="220583" y="81534"/>
                    </a:cubicBezTo>
                    <a:cubicBezTo>
                      <a:pt x="218958" y="87154"/>
                      <a:pt x="215869" y="92250"/>
                      <a:pt x="211649" y="96298"/>
                    </a:cubicBezTo>
                    <a:cubicBezTo>
                      <a:pt x="206403" y="101594"/>
                      <a:pt x="200530" y="106232"/>
                      <a:pt x="194162" y="110109"/>
                    </a:cubicBezTo>
                    <a:lnTo>
                      <a:pt x="218492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9015" y="123482"/>
                      <a:pt x="156822" y="128083"/>
                      <a:pt x="144267" y="131445"/>
                    </a:cubicBezTo>
                    <a:cubicBezTo>
                      <a:pt x="131105" y="135103"/>
                      <a:pt x="117657" y="137646"/>
                      <a:pt x="104066" y="139065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57"/>
                      <a:pt x="112677" y="113633"/>
                      <a:pt x="117942" y="112395"/>
                    </a:cubicBezTo>
                    <a:cubicBezTo>
                      <a:pt x="123834" y="111157"/>
                      <a:pt x="130107" y="109538"/>
                      <a:pt x="136950" y="107633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343"/>
                      <a:pt x="114682" y="79924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35"/>
                      <a:pt x="66669" y="92155"/>
                      <a:pt x="59114" y="92488"/>
                    </a:cubicBezTo>
                    <a:cubicBezTo>
                      <a:pt x="52470" y="92698"/>
                      <a:pt x="45827" y="9205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40" y="79886"/>
                      <a:pt x="9314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40" y="49254"/>
                      <a:pt x="3535" y="44025"/>
                      <a:pt x="7128" y="39815"/>
                    </a:cubicBezTo>
                    <a:cubicBezTo>
                      <a:pt x="11509" y="34376"/>
                      <a:pt x="16698" y="29651"/>
                      <a:pt x="22524" y="25813"/>
                    </a:cubicBezTo>
                    <a:lnTo>
                      <a:pt x="0" y="12764"/>
                    </a:lnTo>
                    <a:lnTo>
                      <a:pt x="13305" y="5049"/>
                    </a:lnTo>
                    <a:lnTo>
                      <a:pt x="35544" y="18002"/>
                    </a:lnTo>
                    <a:cubicBezTo>
                      <a:pt x="46027" y="12783"/>
                      <a:pt x="57061" y="8725"/>
                      <a:pt x="68427" y="5906"/>
                    </a:cubicBezTo>
                    <a:cubicBezTo>
                      <a:pt x="79205" y="3143"/>
                      <a:pt x="90162" y="1172"/>
                      <a:pt x="101215" y="0"/>
                    </a:cubicBezTo>
                    <a:close/>
                    <a:moveTo>
                      <a:pt x="47044" y="62199"/>
                    </a:moveTo>
                    <a:cubicBezTo>
                      <a:pt x="52043" y="65113"/>
                      <a:pt x="57830" y="66380"/>
                      <a:pt x="63580" y="65818"/>
                    </a:cubicBezTo>
                    <a:cubicBezTo>
                      <a:pt x="71345" y="64922"/>
                      <a:pt x="78995" y="63198"/>
                      <a:pt x="86389" y="60674"/>
                    </a:cubicBezTo>
                    <a:lnTo>
                      <a:pt x="50560" y="40005"/>
                    </a:lnTo>
                    <a:cubicBezTo>
                      <a:pt x="37321" y="48578"/>
                      <a:pt x="36086" y="55979"/>
                      <a:pt x="46854" y="62199"/>
                    </a:cubicBezTo>
                    <a:close/>
                    <a:moveTo>
                      <a:pt x="172494" y="72676"/>
                    </a:moveTo>
                    <a:cubicBezTo>
                      <a:pt x="167029" y="69742"/>
                      <a:pt x="160766" y="68637"/>
                      <a:pt x="154627" y="69533"/>
                    </a:cubicBezTo>
                    <a:cubicBezTo>
                      <a:pt x="146159" y="70618"/>
                      <a:pt x="137795" y="72438"/>
                      <a:pt x="129632" y="74962"/>
                    </a:cubicBezTo>
                    <a:lnTo>
                      <a:pt x="165176" y="95536"/>
                    </a:lnTo>
                    <a:cubicBezTo>
                      <a:pt x="180192" y="86297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8" name="Google Shape;4448;p48"/>
              <p:cNvSpPr/>
              <p:nvPr/>
            </p:nvSpPr>
            <p:spPr>
              <a:xfrm>
                <a:off x="5310227" y="4859464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9" name="Google Shape;4449;p48"/>
              <p:cNvSpPr/>
              <p:nvPr/>
            </p:nvSpPr>
            <p:spPr>
              <a:xfrm>
                <a:off x="5405835" y="4867656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0" name="Google Shape;4450;p48"/>
              <p:cNvSpPr/>
              <p:nvPr/>
            </p:nvSpPr>
            <p:spPr>
              <a:xfrm>
                <a:off x="5416479" y="482012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1" name="Google Shape;4451;p48"/>
              <p:cNvSpPr/>
              <p:nvPr/>
            </p:nvSpPr>
            <p:spPr>
              <a:xfrm>
                <a:off x="5342159" y="4824983"/>
                <a:ext cx="35544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544" h="24669" extrusionOk="0">
                    <a:moveTo>
                      <a:pt x="0" y="7525"/>
                    </a:moveTo>
                    <a:lnTo>
                      <a:pt x="7793" y="0"/>
                    </a:lnTo>
                    <a:lnTo>
                      <a:pt x="35544" y="19050"/>
                    </a:lnTo>
                    <a:lnTo>
                      <a:pt x="33834" y="24670"/>
                    </a:lnTo>
                    <a:cubicBezTo>
                      <a:pt x="33834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2" name="Google Shape;4452;p48"/>
              <p:cNvSpPr/>
              <p:nvPr/>
            </p:nvSpPr>
            <p:spPr>
              <a:xfrm>
                <a:off x="5269455" y="4783550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3" name="Google Shape;4453;p48"/>
              <p:cNvSpPr/>
              <p:nvPr/>
            </p:nvSpPr>
            <p:spPr>
              <a:xfrm>
                <a:off x="5310227" y="4760118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429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4" name="Google Shape;4454;p48"/>
              <p:cNvSpPr/>
              <p:nvPr/>
            </p:nvSpPr>
            <p:spPr>
              <a:xfrm>
                <a:off x="5218325" y="475621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5" name="Google Shape;4455;p48"/>
              <p:cNvSpPr/>
              <p:nvPr/>
            </p:nvSpPr>
            <p:spPr>
              <a:xfrm>
                <a:off x="5219085" y="4799552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6" name="Google Shape;4456;p48"/>
              <p:cNvSpPr/>
              <p:nvPr/>
            </p:nvSpPr>
            <p:spPr>
              <a:xfrm>
                <a:off x="5218990" y="4743450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5249" y="26289"/>
                      <a:pt x="80592" y="27527"/>
                      <a:pt x="74985" y="29051"/>
                    </a:cubicBezTo>
                    <a:cubicBezTo>
                      <a:pt x="69891" y="30623"/>
                      <a:pt x="64911" y="32537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514" y="44063"/>
                      <a:pt x="148820" y="42691"/>
                      <a:pt x="157193" y="42101"/>
                    </a:cubicBezTo>
                    <a:cubicBezTo>
                      <a:pt x="164796" y="41643"/>
                      <a:pt x="172427" y="42148"/>
                      <a:pt x="179907" y="43624"/>
                    </a:cubicBezTo>
                    <a:cubicBezTo>
                      <a:pt x="187576" y="45291"/>
                      <a:pt x="194923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87" y="71133"/>
                      <a:pt x="221780" y="76514"/>
                      <a:pt x="220583" y="81629"/>
                    </a:cubicBezTo>
                    <a:cubicBezTo>
                      <a:pt x="218929" y="87249"/>
                      <a:pt x="215859" y="92335"/>
                      <a:pt x="211649" y="96393"/>
                    </a:cubicBezTo>
                    <a:cubicBezTo>
                      <a:pt x="206375" y="101660"/>
                      <a:pt x="200511" y="106299"/>
                      <a:pt x="194162" y="110204"/>
                    </a:cubicBezTo>
                    <a:lnTo>
                      <a:pt x="218492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6014"/>
                      <a:pt x="98421" y="115757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3" y="85011"/>
                      <a:pt x="90410" y="8745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21" y="89049"/>
                      <a:pt x="26753" y="86544"/>
                      <a:pt x="21003" y="83248"/>
                    </a:cubicBezTo>
                    <a:cubicBezTo>
                      <a:pt x="14759" y="79915"/>
                      <a:pt x="9342" y="75229"/>
                      <a:pt x="5132" y="69532"/>
                    </a:cubicBezTo>
                    <a:cubicBezTo>
                      <a:pt x="2053" y="65246"/>
                      <a:pt x="542" y="60036"/>
                      <a:pt x="855" y="54769"/>
                    </a:cubicBezTo>
                    <a:cubicBezTo>
                      <a:pt x="1359" y="49282"/>
                      <a:pt x="3554" y="44091"/>
                      <a:pt x="7128" y="39910"/>
                    </a:cubicBezTo>
                    <a:cubicBezTo>
                      <a:pt x="11500" y="34442"/>
                      <a:pt x="16698" y="29689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55" y="12849"/>
                      <a:pt x="57070" y="8830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7044" y="62294"/>
                    </a:moveTo>
                    <a:cubicBezTo>
                      <a:pt x="52052" y="65179"/>
                      <a:pt x="57840" y="66408"/>
                      <a:pt x="63580" y="65818"/>
                    </a:cubicBezTo>
                    <a:cubicBezTo>
                      <a:pt x="71345" y="64961"/>
                      <a:pt x="78986" y="63275"/>
                      <a:pt x="86389" y="60770"/>
                    </a:cubicBezTo>
                    <a:lnTo>
                      <a:pt x="50560" y="40005"/>
                    </a:lnTo>
                    <a:cubicBezTo>
                      <a:pt x="37255" y="48673"/>
                      <a:pt x="35924" y="56007"/>
                      <a:pt x="46854" y="62294"/>
                    </a:cubicBezTo>
                    <a:close/>
                    <a:moveTo>
                      <a:pt x="172494" y="72771"/>
                    </a:moveTo>
                    <a:cubicBezTo>
                      <a:pt x="167048" y="69771"/>
                      <a:pt x="160775" y="68628"/>
                      <a:pt x="154627" y="69532"/>
                    </a:cubicBezTo>
                    <a:cubicBezTo>
                      <a:pt x="146149" y="70609"/>
                      <a:pt x="137776" y="72457"/>
                      <a:pt x="129632" y="75057"/>
                    </a:cubicBezTo>
                    <a:lnTo>
                      <a:pt x="165176" y="95631"/>
                    </a:lnTo>
                    <a:cubicBezTo>
                      <a:pt x="180192" y="86296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7" name="Google Shape;4457;p48"/>
            <p:cNvGrpSpPr/>
            <p:nvPr/>
          </p:nvGrpSpPr>
          <p:grpSpPr>
            <a:xfrm>
              <a:off x="3200486" y="3710215"/>
              <a:ext cx="664598" cy="467011"/>
              <a:chOff x="4981586" y="4526565"/>
              <a:chExt cx="664598" cy="467011"/>
            </a:xfrm>
          </p:grpSpPr>
          <p:sp>
            <p:nvSpPr>
              <p:cNvPr id="4458" name="Google Shape;4458;p48"/>
              <p:cNvSpPr/>
              <p:nvPr/>
            </p:nvSpPr>
            <p:spPr>
              <a:xfrm>
                <a:off x="4981586" y="4608957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9" name="Google Shape;4459;p48"/>
              <p:cNvSpPr/>
              <p:nvPr/>
            </p:nvSpPr>
            <p:spPr>
              <a:xfrm>
                <a:off x="4981681" y="471658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0" name="Google Shape;4460;p48"/>
              <p:cNvSpPr/>
              <p:nvPr/>
            </p:nvSpPr>
            <p:spPr>
              <a:xfrm>
                <a:off x="5596100" y="471887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1" name="Google Shape;4461;p48"/>
              <p:cNvSpPr/>
              <p:nvPr/>
            </p:nvSpPr>
            <p:spPr>
              <a:xfrm>
                <a:off x="4981586" y="4526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2" name="Google Shape;4462;p48"/>
              <p:cNvSpPr/>
              <p:nvPr/>
            </p:nvSpPr>
            <p:spPr>
              <a:xfrm>
                <a:off x="5076086" y="4578881"/>
                <a:ext cx="475673" cy="275344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4" extrusionOk="0">
                    <a:moveTo>
                      <a:pt x="475252" y="145994"/>
                    </a:moveTo>
                    <a:cubicBezTo>
                      <a:pt x="471830" y="178380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8380"/>
                      <a:pt x="443" y="145994"/>
                    </a:cubicBezTo>
                    <a:cubicBezTo>
                      <a:pt x="-3549" y="107894"/>
                      <a:pt x="19450" y="69318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8085"/>
                      <a:pt x="475252" y="14599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3" name="Google Shape;4463;p48"/>
              <p:cNvSpPr/>
              <p:nvPr/>
            </p:nvSpPr>
            <p:spPr>
              <a:xfrm>
                <a:off x="5076528" y="4595360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516"/>
                    </a:moveTo>
                    <a:cubicBezTo>
                      <a:pt x="471388" y="161901"/>
                      <a:pt x="448389" y="193715"/>
                      <a:pt x="405526" y="218575"/>
                    </a:cubicBezTo>
                    <a:cubicBezTo>
                      <a:pt x="312675" y="272296"/>
                      <a:pt x="162040" y="272296"/>
                      <a:pt x="69092" y="218575"/>
                    </a:cubicBezTo>
                    <a:cubicBezTo>
                      <a:pt x="26325" y="193715"/>
                      <a:pt x="3326" y="161901"/>
                      <a:pt x="0" y="129516"/>
                    </a:cubicBezTo>
                    <a:cubicBezTo>
                      <a:pt x="3326" y="97131"/>
                      <a:pt x="26325" y="65222"/>
                      <a:pt x="69092" y="40362"/>
                    </a:cubicBezTo>
                    <a:cubicBezTo>
                      <a:pt x="162040" y="-13454"/>
                      <a:pt x="312675" y="-13454"/>
                      <a:pt x="405526" y="40362"/>
                    </a:cubicBezTo>
                    <a:cubicBezTo>
                      <a:pt x="448389" y="65222"/>
                      <a:pt x="471388" y="97131"/>
                      <a:pt x="474809" y="129516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4" name="Google Shape;4464;p48"/>
              <p:cNvSpPr/>
              <p:nvPr/>
            </p:nvSpPr>
            <p:spPr>
              <a:xfrm>
                <a:off x="5197892" y="4657629"/>
                <a:ext cx="221515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1515" h="139160" extrusionOk="0">
                    <a:moveTo>
                      <a:pt x="112525" y="22193"/>
                    </a:moveTo>
                    <a:cubicBezTo>
                      <a:pt x="109598" y="22155"/>
                      <a:pt x="106670" y="22374"/>
                      <a:pt x="103781" y="22860"/>
                    </a:cubicBezTo>
                    <a:cubicBezTo>
                      <a:pt x="99885" y="23432"/>
                      <a:pt x="95513" y="24194"/>
                      <a:pt x="90666" y="25241"/>
                    </a:cubicBezTo>
                    <a:cubicBezTo>
                      <a:pt x="85819" y="26289"/>
                      <a:pt x="81162" y="27527"/>
                      <a:pt x="75460" y="29146"/>
                    </a:cubicBezTo>
                    <a:cubicBezTo>
                      <a:pt x="70376" y="30632"/>
                      <a:pt x="65424" y="32509"/>
                      <a:pt x="60634" y="34766"/>
                    </a:cubicBezTo>
                    <a:lnTo>
                      <a:pt x="98649" y="56960"/>
                    </a:lnTo>
                    <a:lnTo>
                      <a:pt x="105492" y="54483"/>
                    </a:lnTo>
                    <a:cubicBezTo>
                      <a:pt x="114996" y="51245"/>
                      <a:pt x="124500" y="48482"/>
                      <a:pt x="132958" y="46196"/>
                    </a:cubicBezTo>
                    <a:cubicBezTo>
                      <a:pt x="141046" y="44044"/>
                      <a:pt x="149324" y="42701"/>
                      <a:pt x="157668" y="42196"/>
                    </a:cubicBezTo>
                    <a:cubicBezTo>
                      <a:pt x="165309" y="41691"/>
                      <a:pt x="172978" y="42196"/>
                      <a:pt x="180477" y="43720"/>
                    </a:cubicBezTo>
                    <a:cubicBezTo>
                      <a:pt x="188146" y="45330"/>
                      <a:pt x="195502" y="48187"/>
                      <a:pt x="202241" y="52197"/>
                    </a:cubicBezTo>
                    <a:cubicBezTo>
                      <a:pt x="208817" y="55607"/>
                      <a:pt x="214443" y="60617"/>
                      <a:pt x="218587" y="66770"/>
                    </a:cubicBezTo>
                    <a:cubicBezTo>
                      <a:pt x="221343" y="71238"/>
                      <a:pt x="222199" y="76619"/>
                      <a:pt x="220963" y="81725"/>
                    </a:cubicBezTo>
                    <a:cubicBezTo>
                      <a:pt x="219347" y="87354"/>
                      <a:pt x="216268" y="92450"/>
                      <a:pt x="212029" y="96488"/>
                    </a:cubicBezTo>
                    <a:cubicBezTo>
                      <a:pt x="206755" y="101756"/>
                      <a:pt x="200891" y="106394"/>
                      <a:pt x="194543" y="110300"/>
                    </a:cubicBezTo>
                    <a:lnTo>
                      <a:pt x="218872" y="124396"/>
                    </a:lnTo>
                    <a:lnTo>
                      <a:pt x="205662" y="132017"/>
                    </a:lnTo>
                    <a:lnTo>
                      <a:pt x="181142" y="117824"/>
                    </a:lnTo>
                    <a:cubicBezTo>
                      <a:pt x="169462" y="123625"/>
                      <a:pt x="157240" y="128254"/>
                      <a:pt x="144648" y="131636"/>
                    </a:cubicBezTo>
                    <a:cubicBezTo>
                      <a:pt x="131494" y="135322"/>
                      <a:pt x="118037" y="137846"/>
                      <a:pt x="104447" y="139160"/>
                    </a:cubicBezTo>
                    <a:lnTo>
                      <a:pt x="91711" y="116205"/>
                    </a:lnTo>
                    <a:cubicBezTo>
                      <a:pt x="95275" y="116110"/>
                      <a:pt x="98830" y="115824"/>
                      <a:pt x="102356" y="115348"/>
                    </a:cubicBezTo>
                    <a:cubicBezTo>
                      <a:pt x="107754" y="114710"/>
                      <a:pt x="113114" y="113786"/>
                      <a:pt x="118417" y="112586"/>
                    </a:cubicBezTo>
                    <a:cubicBezTo>
                      <a:pt x="124310" y="111347"/>
                      <a:pt x="130487" y="109728"/>
                      <a:pt x="137425" y="107823"/>
                    </a:cubicBezTo>
                    <a:cubicBezTo>
                      <a:pt x="143925" y="105985"/>
                      <a:pt x="150283" y="103661"/>
                      <a:pt x="156432" y="100870"/>
                    </a:cubicBezTo>
                    <a:lnTo>
                      <a:pt x="118417" y="78867"/>
                    </a:lnTo>
                    <a:lnTo>
                      <a:pt x="113475" y="80582"/>
                    </a:lnTo>
                    <a:lnTo>
                      <a:pt x="108248" y="82201"/>
                    </a:lnTo>
                    <a:cubicBezTo>
                      <a:pt x="98744" y="85344"/>
                      <a:pt x="89906" y="87821"/>
                      <a:pt x="81923" y="89630"/>
                    </a:cubicBezTo>
                    <a:cubicBezTo>
                      <a:pt x="74557" y="91307"/>
                      <a:pt x="67049" y="92297"/>
                      <a:pt x="59494" y="92583"/>
                    </a:cubicBezTo>
                    <a:cubicBezTo>
                      <a:pt x="52851" y="92812"/>
                      <a:pt x="46217" y="92212"/>
                      <a:pt x="39726" y="90773"/>
                    </a:cubicBezTo>
                    <a:cubicBezTo>
                      <a:pt x="33301" y="89240"/>
                      <a:pt x="27143" y="86735"/>
                      <a:pt x="21479" y="83344"/>
                    </a:cubicBezTo>
                    <a:cubicBezTo>
                      <a:pt x="15187" y="80039"/>
                      <a:pt x="9732" y="75352"/>
                      <a:pt x="5512" y="69628"/>
                    </a:cubicBezTo>
                    <a:cubicBezTo>
                      <a:pt x="2433" y="65342"/>
                      <a:pt x="922" y="60132"/>
                      <a:pt x="1236" y="54864"/>
                    </a:cubicBezTo>
                    <a:cubicBezTo>
                      <a:pt x="1825" y="49406"/>
                      <a:pt x="4011" y="44234"/>
                      <a:pt x="7508" y="40005"/>
                    </a:cubicBezTo>
                    <a:cubicBezTo>
                      <a:pt x="11918" y="34566"/>
                      <a:pt x="17145" y="29842"/>
                      <a:pt x="22999" y="2600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8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8"/>
                      <a:pt x="90067" y="1248"/>
                      <a:pt x="101120" y="0"/>
                    </a:cubicBezTo>
                    <a:close/>
                    <a:moveTo>
                      <a:pt x="47519" y="62294"/>
                    </a:moveTo>
                    <a:cubicBezTo>
                      <a:pt x="52556" y="65189"/>
                      <a:pt x="58372" y="66418"/>
                      <a:pt x="64151" y="65818"/>
                    </a:cubicBezTo>
                    <a:cubicBezTo>
                      <a:pt x="71877" y="64951"/>
                      <a:pt x="79499" y="63265"/>
                      <a:pt x="86865" y="60770"/>
                    </a:cubicBezTo>
                    <a:lnTo>
                      <a:pt x="51130" y="40005"/>
                    </a:lnTo>
                    <a:cubicBezTo>
                      <a:pt x="38015" y="48701"/>
                      <a:pt x="36808" y="56131"/>
                      <a:pt x="47519" y="62294"/>
                    </a:cubicBezTo>
                    <a:close/>
                    <a:moveTo>
                      <a:pt x="172969" y="72771"/>
                    </a:moveTo>
                    <a:cubicBezTo>
                      <a:pt x="167523" y="69771"/>
                      <a:pt x="161251" y="68628"/>
                      <a:pt x="155102" y="69533"/>
                    </a:cubicBezTo>
                    <a:cubicBezTo>
                      <a:pt x="146663" y="70656"/>
                      <a:pt x="138328" y="72504"/>
                      <a:pt x="130202" y="75057"/>
                    </a:cubicBezTo>
                    <a:lnTo>
                      <a:pt x="165746" y="95631"/>
                    </a:lnTo>
                    <a:cubicBezTo>
                      <a:pt x="180572" y="86392"/>
                      <a:pt x="183328" y="78677"/>
                      <a:pt x="17296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289888" y="4760785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85496" y="476897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396046" y="472144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321441" y="4726305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249117" y="468487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780" y="29146"/>
                    </a:lnTo>
                    <a:lnTo>
                      <a:pt x="44383" y="23717"/>
                    </a:lnTo>
                    <a:lnTo>
                      <a:pt x="39346" y="17907"/>
                    </a:lnTo>
                    <a:cubicBezTo>
                      <a:pt x="36105" y="14116"/>
                      <a:pt x="32246" y="10896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289888" y="4661344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197987" y="465753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198652" y="470087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2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197892" y="4644961"/>
                <a:ext cx="221610" cy="138874"/>
              </a:xfrm>
              <a:custGeom>
                <a:avLst/>
                <a:gdLst/>
                <a:ahLst/>
                <a:cxnLst/>
                <a:rect l="l" t="t" r="r" b="b"/>
                <a:pathLst>
                  <a:path w="221610" h="138874" extrusionOk="0">
                    <a:moveTo>
                      <a:pt x="112525" y="22288"/>
                    </a:moveTo>
                    <a:cubicBezTo>
                      <a:pt x="109598" y="22298"/>
                      <a:pt x="106680" y="22517"/>
                      <a:pt x="103781" y="22955"/>
                    </a:cubicBezTo>
                    <a:cubicBezTo>
                      <a:pt x="99885" y="23527"/>
                      <a:pt x="95513" y="24289"/>
                      <a:pt x="90666" y="25337"/>
                    </a:cubicBezTo>
                    <a:cubicBezTo>
                      <a:pt x="85819" y="26384"/>
                      <a:pt x="81162" y="27718"/>
                      <a:pt x="75460" y="29242"/>
                    </a:cubicBezTo>
                    <a:cubicBezTo>
                      <a:pt x="70395" y="30804"/>
                      <a:pt x="65434" y="32709"/>
                      <a:pt x="60634" y="34957"/>
                    </a:cubicBezTo>
                    <a:lnTo>
                      <a:pt x="98649" y="57055"/>
                    </a:lnTo>
                    <a:lnTo>
                      <a:pt x="105492" y="54578"/>
                    </a:lnTo>
                    <a:cubicBezTo>
                      <a:pt x="114996" y="51435"/>
                      <a:pt x="124500" y="48673"/>
                      <a:pt x="132958" y="46387"/>
                    </a:cubicBezTo>
                    <a:cubicBezTo>
                      <a:pt x="141036" y="44205"/>
                      <a:pt x="149314" y="42834"/>
                      <a:pt x="157668" y="42291"/>
                    </a:cubicBezTo>
                    <a:cubicBezTo>
                      <a:pt x="165309" y="41786"/>
                      <a:pt x="172978" y="42291"/>
                      <a:pt x="180477" y="43815"/>
                    </a:cubicBezTo>
                    <a:cubicBezTo>
                      <a:pt x="188127" y="45501"/>
                      <a:pt x="195464" y="48358"/>
                      <a:pt x="202241" y="52292"/>
                    </a:cubicBezTo>
                    <a:cubicBezTo>
                      <a:pt x="208846" y="55702"/>
                      <a:pt x="214501" y="60712"/>
                      <a:pt x="218682" y="66865"/>
                    </a:cubicBezTo>
                    <a:cubicBezTo>
                      <a:pt x="221438" y="71333"/>
                      <a:pt x="222294" y="76714"/>
                      <a:pt x="221058" y="81820"/>
                    </a:cubicBezTo>
                    <a:cubicBezTo>
                      <a:pt x="219442" y="87449"/>
                      <a:pt x="216363" y="92545"/>
                      <a:pt x="212125" y="96583"/>
                    </a:cubicBezTo>
                    <a:cubicBezTo>
                      <a:pt x="206869" y="101851"/>
                      <a:pt x="200996" y="106451"/>
                      <a:pt x="194638" y="110299"/>
                    </a:cubicBezTo>
                    <a:lnTo>
                      <a:pt x="218967" y="124396"/>
                    </a:lnTo>
                    <a:lnTo>
                      <a:pt x="205757" y="132112"/>
                    </a:lnTo>
                    <a:lnTo>
                      <a:pt x="181427" y="117538"/>
                    </a:lnTo>
                    <a:cubicBezTo>
                      <a:pt x="169728" y="123301"/>
                      <a:pt x="157506" y="127930"/>
                      <a:pt x="144933" y="131350"/>
                    </a:cubicBezTo>
                    <a:cubicBezTo>
                      <a:pt x="131760" y="134950"/>
                      <a:pt x="118313" y="137465"/>
                      <a:pt x="104732" y="138874"/>
                    </a:cubicBezTo>
                    <a:lnTo>
                      <a:pt x="91997" y="115824"/>
                    </a:lnTo>
                    <a:cubicBezTo>
                      <a:pt x="95561" y="115729"/>
                      <a:pt x="99115" y="115443"/>
                      <a:pt x="102641" y="114967"/>
                    </a:cubicBezTo>
                    <a:cubicBezTo>
                      <a:pt x="108039" y="114367"/>
                      <a:pt x="113399" y="113471"/>
                      <a:pt x="118702" y="112300"/>
                    </a:cubicBezTo>
                    <a:cubicBezTo>
                      <a:pt x="124595" y="110966"/>
                      <a:pt x="130772" y="109347"/>
                      <a:pt x="137710" y="107442"/>
                    </a:cubicBezTo>
                    <a:cubicBezTo>
                      <a:pt x="144229" y="105651"/>
                      <a:pt x="150578" y="103327"/>
                      <a:pt x="156717" y="100489"/>
                    </a:cubicBezTo>
                    <a:lnTo>
                      <a:pt x="118702" y="78486"/>
                    </a:lnTo>
                    <a:lnTo>
                      <a:pt x="113760" y="80296"/>
                    </a:lnTo>
                    <a:lnTo>
                      <a:pt x="108533" y="81820"/>
                    </a:lnTo>
                    <a:cubicBezTo>
                      <a:pt x="99029" y="84963"/>
                      <a:pt x="90191" y="87439"/>
                      <a:pt x="82208" y="89249"/>
                    </a:cubicBezTo>
                    <a:cubicBezTo>
                      <a:pt x="74842" y="90954"/>
                      <a:pt x="67334" y="91973"/>
                      <a:pt x="59779" y="92297"/>
                    </a:cubicBezTo>
                    <a:cubicBezTo>
                      <a:pt x="53136" y="92497"/>
                      <a:pt x="46493" y="91859"/>
                      <a:pt x="40011" y="90392"/>
                    </a:cubicBezTo>
                    <a:cubicBezTo>
                      <a:pt x="33586" y="88859"/>
                      <a:pt x="27428" y="86354"/>
                      <a:pt x="21764" y="82963"/>
                    </a:cubicBezTo>
                    <a:cubicBezTo>
                      <a:pt x="15463" y="79724"/>
                      <a:pt x="9998" y="75057"/>
                      <a:pt x="5797" y="69342"/>
                    </a:cubicBezTo>
                    <a:cubicBezTo>
                      <a:pt x="2737" y="65056"/>
                      <a:pt x="1226" y="59845"/>
                      <a:pt x="1521" y="54578"/>
                    </a:cubicBezTo>
                    <a:cubicBezTo>
                      <a:pt x="2091" y="49111"/>
                      <a:pt x="4277" y="43939"/>
                      <a:pt x="7793" y="39719"/>
                    </a:cubicBezTo>
                    <a:cubicBezTo>
                      <a:pt x="12203" y="34252"/>
                      <a:pt x="17430" y="29499"/>
                      <a:pt x="23284" y="25622"/>
                    </a:cubicBezTo>
                    <a:lnTo>
                      <a:pt x="0" y="12763"/>
                    </a:lnTo>
                    <a:lnTo>
                      <a:pt x="13210" y="5144"/>
                    </a:lnTo>
                    <a:lnTo>
                      <a:pt x="35544" y="18002"/>
                    </a:lnTo>
                    <a:cubicBezTo>
                      <a:pt x="46017" y="12821"/>
                      <a:pt x="57004" y="8763"/>
                      <a:pt x="68332" y="5905"/>
                    </a:cubicBezTo>
                    <a:cubicBezTo>
                      <a:pt x="79119" y="3191"/>
                      <a:pt x="90067" y="1219"/>
                      <a:pt x="101120" y="0"/>
                    </a:cubicBezTo>
                    <a:close/>
                    <a:moveTo>
                      <a:pt x="47519" y="62008"/>
                    </a:moveTo>
                    <a:cubicBezTo>
                      <a:pt x="52547" y="64932"/>
                      <a:pt x="58363" y="66199"/>
                      <a:pt x="64151" y="65627"/>
                    </a:cubicBezTo>
                    <a:cubicBezTo>
                      <a:pt x="71887" y="64770"/>
                      <a:pt x="79509" y="63037"/>
                      <a:pt x="86865" y="60484"/>
                    </a:cubicBezTo>
                    <a:lnTo>
                      <a:pt x="51130" y="39814"/>
                    </a:lnTo>
                    <a:cubicBezTo>
                      <a:pt x="38015" y="48387"/>
                      <a:pt x="36808" y="55788"/>
                      <a:pt x="47519" y="62008"/>
                    </a:cubicBezTo>
                    <a:close/>
                    <a:moveTo>
                      <a:pt x="172969" y="72485"/>
                    </a:moveTo>
                    <a:cubicBezTo>
                      <a:pt x="167514" y="69513"/>
                      <a:pt x="161241" y="68409"/>
                      <a:pt x="155102" y="69342"/>
                    </a:cubicBezTo>
                    <a:cubicBezTo>
                      <a:pt x="146663" y="70428"/>
                      <a:pt x="138328" y="72247"/>
                      <a:pt x="130202" y="74771"/>
                    </a:cubicBezTo>
                    <a:lnTo>
                      <a:pt x="165746" y="95345"/>
                    </a:lnTo>
                    <a:cubicBezTo>
                      <a:pt x="180572" y="86106"/>
                      <a:pt x="183328" y="78486"/>
                      <a:pt x="172969" y="7248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4" name="Google Shape;4474;p48"/>
            <p:cNvGrpSpPr/>
            <p:nvPr/>
          </p:nvGrpSpPr>
          <p:grpSpPr>
            <a:xfrm>
              <a:off x="2181300" y="4477454"/>
              <a:ext cx="746806" cy="516445"/>
              <a:chOff x="3962400" y="5293804"/>
              <a:chExt cx="746806" cy="516445"/>
            </a:xfrm>
          </p:grpSpPr>
          <p:sp>
            <p:nvSpPr>
              <p:cNvPr id="4475" name="Google Shape;4475;p48"/>
              <p:cNvSpPr/>
              <p:nvPr/>
            </p:nvSpPr>
            <p:spPr>
              <a:xfrm>
                <a:off x="3962400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4044607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4044702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4659217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4044607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4139107" y="5346215"/>
                <a:ext cx="475657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57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05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4139550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4261389" y="5424963"/>
                <a:ext cx="221102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8970" extrusionOk="0">
                    <a:moveTo>
                      <a:pt x="112050" y="22098"/>
                    </a:moveTo>
                    <a:cubicBezTo>
                      <a:pt x="109122" y="22060"/>
                      <a:pt x="106194" y="22279"/>
                      <a:pt x="103306" y="22765"/>
                    </a:cubicBezTo>
                    <a:cubicBezTo>
                      <a:pt x="99410" y="23336"/>
                      <a:pt x="95038" y="24098"/>
                      <a:pt x="90191" y="25146"/>
                    </a:cubicBezTo>
                    <a:cubicBezTo>
                      <a:pt x="85344" y="26194"/>
                      <a:pt x="80687" y="27432"/>
                      <a:pt x="75080" y="29051"/>
                    </a:cubicBezTo>
                    <a:cubicBezTo>
                      <a:pt x="69967" y="30566"/>
                      <a:pt x="64977" y="32480"/>
                      <a:pt x="60159" y="34766"/>
                    </a:cubicBezTo>
                    <a:lnTo>
                      <a:pt x="98174" y="56864"/>
                    </a:lnTo>
                    <a:lnTo>
                      <a:pt x="105017" y="54388"/>
                    </a:lnTo>
                    <a:cubicBezTo>
                      <a:pt x="114521" y="51149"/>
                      <a:pt x="124024" y="48387"/>
                      <a:pt x="132483" y="46196"/>
                    </a:cubicBezTo>
                    <a:cubicBezTo>
                      <a:pt x="140574" y="44120"/>
                      <a:pt x="148851" y="42844"/>
                      <a:pt x="157193" y="42386"/>
                    </a:cubicBezTo>
                    <a:cubicBezTo>
                      <a:pt x="164798" y="41881"/>
                      <a:pt x="172437" y="42386"/>
                      <a:pt x="179907" y="43910"/>
                    </a:cubicBezTo>
                    <a:cubicBezTo>
                      <a:pt x="187570" y="45539"/>
                      <a:pt x="194919" y="48406"/>
                      <a:pt x="201670" y="52388"/>
                    </a:cubicBezTo>
                    <a:cubicBezTo>
                      <a:pt x="208292" y="55731"/>
                      <a:pt x="213951" y="60713"/>
                      <a:pt x="218112" y="66866"/>
                    </a:cubicBezTo>
                    <a:cubicBezTo>
                      <a:pt x="220891" y="71323"/>
                      <a:pt x="221780" y="76705"/>
                      <a:pt x="220583" y="81820"/>
                    </a:cubicBezTo>
                    <a:cubicBezTo>
                      <a:pt x="218785" y="87506"/>
                      <a:pt x="215504" y="92602"/>
                      <a:pt x="211079" y="96584"/>
                    </a:cubicBezTo>
                    <a:cubicBezTo>
                      <a:pt x="205885" y="101898"/>
                      <a:pt x="200041" y="106547"/>
                      <a:pt x="193687" y="110395"/>
                    </a:cubicBezTo>
                    <a:lnTo>
                      <a:pt x="217922" y="124492"/>
                    </a:lnTo>
                    <a:lnTo>
                      <a:pt x="204712" y="132112"/>
                    </a:lnTo>
                    <a:lnTo>
                      <a:pt x="180952" y="117634"/>
                    </a:lnTo>
                    <a:cubicBezTo>
                      <a:pt x="169319" y="123463"/>
                      <a:pt x="157122" y="128092"/>
                      <a:pt x="144553" y="131445"/>
                    </a:cubicBezTo>
                    <a:cubicBezTo>
                      <a:pt x="131396" y="135112"/>
                      <a:pt x="117944" y="137636"/>
                      <a:pt x="104352" y="138970"/>
                    </a:cubicBezTo>
                    <a:lnTo>
                      <a:pt x="91521" y="116015"/>
                    </a:lnTo>
                    <a:cubicBezTo>
                      <a:pt x="95114" y="115919"/>
                      <a:pt x="98699" y="115634"/>
                      <a:pt x="102261" y="115158"/>
                    </a:cubicBezTo>
                    <a:cubicBezTo>
                      <a:pt x="107627" y="114510"/>
                      <a:pt x="112956" y="113586"/>
                      <a:pt x="118227" y="112395"/>
                    </a:cubicBezTo>
                    <a:cubicBezTo>
                      <a:pt x="124119" y="111157"/>
                      <a:pt x="130392" y="109538"/>
                      <a:pt x="137235" y="107633"/>
                    </a:cubicBezTo>
                    <a:cubicBezTo>
                      <a:pt x="143743" y="105823"/>
                      <a:pt x="150098" y="103489"/>
                      <a:pt x="156242" y="100679"/>
                    </a:cubicBezTo>
                    <a:lnTo>
                      <a:pt x="118227" y="78677"/>
                    </a:lnTo>
                    <a:cubicBezTo>
                      <a:pt x="116611" y="79248"/>
                      <a:pt x="114996" y="79915"/>
                      <a:pt x="113285" y="80391"/>
                    </a:cubicBezTo>
                    <a:lnTo>
                      <a:pt x="108058" y="82010"/>
                    </a:lnTo>
                    <a:cubicBezTo>
                      <a:pt x="98554" y="85154"/>
                      <a:pt x="89716" y="87630"/>
                      <a:pt x="81828" y="89440"/>
                    </a:cubicBezTo>
                    <a:cubicBezTo>
                      <a:pt x="74465" y="91154"/>
                      <a:pt x="66953" y="92145"/>
                      <a:pt x="59399" y="92393"/>
                    </a:cubicBezTo>
                    <a:cubicBezTo>
                      <a:pt x="52758" y="92678"/>
                      <a:pt x="46110" y="92069"/>
                      <a:pt x="39631" y="90583"/>
                    </a:cubicBezTo>
                    <a:cubicBezTo>
                      <a:pt x="33176" y="89059"/>
                      <a:pt x="26991" y="86554"/>
                      <a:pt x="21288" y="83153"/>
                    </a:cubicBezTo>
                    <a:cubicBezTo>
                      <a:pt x="14928" y="79924"/>
                      <a:pt x="9398" y="75257"/>
                      <a:pt x="5132" y="69533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28" y="49273"/>
                      <a:pt x="3511" y="44063"/>
                      <a:pt x="7033" y="39815"/>
                    </a:cubicBezTo>
                    <a:cubicBezTo>
                      <a:pt x="11446" y="34376"/>
                      <a:pt x="16672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37" y="3143"/>
                      <a:pt x="90126" y="1172"/>
                      <a:pt x="101215" y="0"/>
                    </a:cubicBezTo>
                    <a:close/>
                    <a:moveTo>
                      <a:pt x="47139" y="62198"/>
                    </a:moveTo>
                    <a:cubicBezTo>
                      <a:pt x="52133" y="65122"/>
                      <a:pt x="57921" y="66389"/>
                      <a:pt x="63675" y="65818"/>
                    </a:cubicBezTo>
                    <a:cubicBezTo>
                      <a:pt x="71401" y="64875"/>
                      <a:pt x="79011" y="63151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5979"/>
                      <a:pt x="47139" y="62198"/>
                    </a:cubicBezTo>
                    <a:close/>
                    <a:moveTo>
                      <a:pt x="172589" y="72676"/>
                    </a:moveTo>
                    <a:cubicBezTo>
                      <a:pt x="167122" y="69742"/>
                      <a:pt x="160859" y="68637"/>
                      <a:pt x="154722" y="69533"/>
                    </a:cubicBezTo>
                    <a:cubicBezTo>
                      <a:pt x="146250" y="70618"/>
                      <a:pt x="137887" y="72438"/>
                      <a:pt x="129727" y="74962"/>
                    </a:cubicBezTo>
                    <a:lnTo>
                      <a:pt x="165271" y="95536"/>
                    </a:lnTo>
                    <a:cubicBezTo>
                      <a:pt x="180477" y="86296"/>
                      <a:pt x="182853" y="78677"/>
                      <a:pt x="17258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4352910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4448518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3" y="12954"/>
                    </a:moveTo>
                    <a:lnTo>
                      <a:pt x="31553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3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4459162" y="548868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4384748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4312139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0" y="14135"/>
                      <a:pt x="32258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4352910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4261008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4261769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4261389" y="5412009"/>
                <a:ext cx="22119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97" h="139065" extrusionOk="0">
                    <a:moveTo>
                      <a:pt x="112050" y="22098"/>
                    </a:moveTo>
                    <a:cubicBezTo>
                      <a:pt x="109119" y="22098"/>
                      <a:pt x="106193" y="22355"/>
                      <a:pt x="103306" y="22860"/>
                    </a:cubicBezTo>
                    <a:cubicBezTo>
                      <a:pt x="99441" y="23431"/>
                      <a:pt x="95069" y="24194"/>
                      <a:pt x="90191" y="25146"/>
                    </a:cubicBezTo>
                    <a:cubicBezTo>
                      <a:pt x="85344" y="26194"/>
                      <a:pt x="80687" y="27527"/>
                      <a:pt x="75080" y="29051"/>
                    </a:cubicBezTo>
                    <a:cubicBezTo>
                      <a:pt x="69981" y="30613"/>
                      <a:pt x="64995" y="32518"/>
                      <a:pt x="60159" y="34766"/>
                    </a:cubicBezTo>
                    <a:lnTo>
                      <a:pt x="98174" y="56864"/>
                    </a:lnTo>
                    <a:lnTo>
                      <a:pt x="105017" y="54483"/>
                    </a:lnTo>
                    <a:cubicBezTo>
                      <a:pt x="114521" y="51245"/>
                      <a:pt x="124024" y="48482"/>
                      <a:pt x="132483" y="46196"/>
                    </a:cubicBezTo>
                    <a:cubicBezTo>
                      <a:pt x="140606" y="44063"/>
                      <a:pt x="148910" y="42691"/>
                      <a:pt x="157288" y="42100"/>
                    </a:cubicBezTo>
                    <a:cubicBezTo>
                      <a:pt x="164893" y="41643"/>
                      <a:pt x="172525" y="42158"/>
                      <a:pt x="180002" y="43624"/>
                    </a:cubicBezTo>
                    <a:cubicBezTo>
                      <a:pt x="187668" y="45291"/>
                      <a:pt x="195018" y="48187"/>
                      <a:pt x="201765" y="52197"/>
                    </a:cubicBezTo>
                    <a:cubicBezTo>
                      <a:pt x="208387" y="55540"/>
                      <a:pt x="214046" y="60522"/>
                      <a:pt x="218207" y="66675"/>
                    </a:cubicBezTo>
                    <a:cubicBezTo>
                      <a:pt x="220986" y="71133"/>
                      <a:pt x="221875" y="76514"/>
                      <a:pt x="220678" y="81629"/>
                    </a:cubicBezTo>
                    <a:cubicBezTo>
                      <a:pt x="218855" y="87297"/>
                      <a:pt x="215578" y="92393"/>
                      <a:pt x="211174" y="96393"/>
                    </a:cubicBezTo>
                    <a:cubicBezTo>
                      <a:pt x="205956" y="101689"/>
                      <a:pt x="200116" y="106318"/>
                      <a:pt x="193782" y="110204"/>
                    </a:cubicBezTo>
                    <a:lnTo>
                      <a:pt x="218017" y="124206"/>
                    </a:lnTo>
                    <a:lnTo>
                      <a:pt x="204807" y="131921"/>
                    </a:lnTo>
                    <a:lnTo>
                      <a:pt x="180287" y="117729"/>
                    </a:lnTo>
                    <a:cubicBezTo>
                      <a:pt x="168831" y="123434"/>
                      <a:pt x="156868" y="128064"/>
                      <a:pt x="144553" y="131540"/>
                    </a:cubicBezTo>
                    <a:cubicBezTo>
                      <a:pt x="131385" y="135169"/>
                      <a:pt x="117937" y="137684"/>
                      <a:pt x="104352" y="139065"/>
                    </a:cubicBezTo>
                    <a:lnTo>
                      <a:pt x="91521" y="116014"/>
                    </a:lnTo>
                    <a:cubicBezTo>
                      <a:pt x="95113" y="115967"/>
                      <a:pt x="98698" y="115710"/>
                      <a:pt x="102261" y="115253"/>
                    </a:cubicBezTo>
                    <a:cubicBezTo>
                      <a:pt x="107013" y="114681"/>
                      <a:pt x="112335" y="113729"/>
                      <a:pt x="118227" y="112490"/>
                    </a:cubicBezTo>
                    <a:cubicBezTo>
                      <a:pt x="124119" y="111252"/>
                      <a:pt x="130392" y="109633"/>
                      <a:pt x="137235" y="107728"/>
                    </a:cubicBezTo>
                    <a:cubicBezTo>
                      <a:pt x="143731" y="105842"/>
                      <a:pt x="150083" y="103479"/>
                      <a:pt x="156242" y="100679"/>
                    </a:cubicBezTo>
                    <a:lnTo>
                      <a:pt x="118227" y="78772"/>
                    </a:lnTo>
                    <a:lnTo>
                      <a:pt x="113285" y="80486"/>
                    </a:lnTo>
                    <a:lnTo>
                      <a:pt x="108058" y="82105"/>
                    </a:lnTo>
                    <a:cubicBezTo>
                      <a:pt x="99447" y="85001"/>
                      <a:pt x="90692" y="87449"/>
                      <a:pt x="81828" y="89440"/>
                    </a:cubicBezTo>
                    <a:cubicBezTo>
                      <a:pt x="74467" y="91183"/>
                      <a:pt x="66956" y="92202"/>
                      <a:pt x="59399" y="92488"/>
                    </a:cubicBezTo>
                    <a:cubicBezTo>
                      <a:pt x="52754" y="92745"/>
                      <a:pt x="46105" y="92107"/>
                      <a:pt x="39631" y="90583"/>
                    </a:cubicBezTo>
                    <a:cubicBezTo>
                      <a:pt x="33193" y="89049"/>
                      <a:pt x="27013" y="86573"/>
                      <a:pt x="21288" y="83248"/>
                    </a:cubicBezTo>
                    <a:cubicBezTo>
                      <a:pt x="14922" y="79981"/>
                      <a:pt x="9393" y="75286"/>
                      <a:pt x="5132" y="69532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51" y="49311"/>
                      <a:pt x="3533" y="44139"/>
                      <a:pt x="7033" y="39910"/>
                    </a:cubicBezTo>
                    <a:cubicBezTo>
                      <a:pt x="11467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45" y="3258"/>
                      <a:pt x="90131" y="1248"/>
                      <a:pt x="101215" y="0"/>
                    </a:cubicBezTo>
                    <a:close/>
                    <a:moveTo>
                      <a:pt x="47139" y="62294"/>
                    </a:moveTo>
                    <a:cubicBezTo>
                      <a:pt x="52142" y="65189"/>
                      <a:pt x="57930" y="66418"/>
                      <a:pt x="63675" y="65818"/>
                    </a:cubicBezTo>
                    <a:cubicBezTo>
                      <a:pt x="71416" y="64970"/>
                      <a:pt x="79036" y="63246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6007"/>
                      <a:pt x="47139" y="62294"/>
                    </a:cubicBezTo>
                    <a:close/>
                    <a:moveTo>
                      <a:pt x="172589" y="72771"/>
                    </a:moveTo>
                    <a:cubicBezTo>
                      <a:pt x="167144" y="69771"/>
                      <a:pt x="160871" y="68628"/>
                      <a:pt x="154722" y="69532"/>
                    </a:cubicBezTo>
                    <a:cubicBezTo>
                      <a:pt x="146240" y="70609"/>
                      <a:pt x="137873" y="72457"/>
                      <a:pt x="129727" y="75057"/>
                    </a:cubicBezTo>
                    <a:lnTo>
                      <a:pt x="165271" y="95631"/>
                    </a:lnTo>
                    <a:cubicBezTo>
                      <a:pt x="180477" y="86296"/>
                      <a:pt x="182853" y="78677"/>
                      <a:pt x="17258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2" name="Google Shape;4492;p48"/>
            <p:cNvGrpSpPr/>
            <p:nvPr/>
          </p:nvGrpSpPr>
          <p:grpSpPr>
            <a:xfrm>
              <a:off x="2290688" y="4374965"/>
              <a:ext cx="664599" cy="467010"/>
              <a:chOff x="4071788" y="5191315"/>
              <a:chExt cx="664599" cy="467010"/>
            </a:xfrm>
          </p:grpSpPr>
          <p:sp>
            <p:nvSpPr>
              <p:cNvPr id="4493" name="Google Shape;4493;p48"/>
              <p:cNvSpPr/>
              <p:nvPr/>
            </p:nvSpPr>
            <p:spPr>
              <a:xfrm>
                <a:off x="4071788" y="527370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4071883" y="538133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4686303" y="538362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4071788" y="519131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4166288" y="5243631"/>
                <a:ext cx="475673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3" extrusionOk="0">
                    <a:moveTo>
                      <a:pt x="475252" y="145899"/>
                    </a:moveTo>
                    <a:cubicBezTo>
                      <a:pt x="471830" y="178284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4166731" y="5260109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575"/>
                    </a:cubicBezTo>
                    <a:cubicBezTo>
                      <a:pt x="312675" y="272296"/>
                      <a:pt x="162040" y="272296"/>
                      <a:pt x="69093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2"/>
                      <a:pt x="69093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222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4287999" y="5322379"/>
                <a:ext cx="221706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706" h="139065" extrusionOk="0">
                    <a:moveTo>
                      <a:pt x="112620" y="22098"/>
                    </a:moveTo>
                    <a:cubicBezTo>
                      <a:pt x="109691" y="22146"/>
                      <a:pt x="106769" y="22403"/>
                      <a:pt x="103876" y="22860"/>
                    </a:cubicBezTo>
                    <a:cubicBezTo>
                      <a:pt x="99980" y="23431"/>
                      <a:pt x="95608" y="24194"/>
                      <a:pt x="90761" y="25241"/>
                    </a:cubicBezTo>
                    <a:cubicBezTo>
                      <a:pt x="85627" y="26280"/>
                      <a:pt x="80552" y="27575"/>
                      <a:pt x="75555" y="29146"/>
                    </a:cubicBezTo>
                    <a:cubicBezTo>
                      <a:pt x="70475" y="30632"/>
                      <a:pt x="65518" y="32509"/>
                      <a:pt x="60729" y="34766"/>
                    </a:cubicBezTo>
                    <a:lnTo>
                      <a:pt x="98744" y="56864"/>
                    </a:lnTo>
                    <a:lnTo>
                      <a:pt x="105587" y="54483"/>
                    </a:lnTo>
                    <a:cubicBezTo>
                      <a:pt x="115091" y="51245"/>
                      <a:pt x="124595" y="48482"/>
                      <a:pt x="133053" y="46196"/>
                    </a:cubicBezTo>
                    <a:cubicBezTo>
                      <a:pt x="141144" y="44063"/>
                      <a:pt x="149417" y="42691"/>
                      <a:pt x="157763" y="42101"/>
                    </a:cubicBezTo>
                    <a:cubicBezTo>
                      <a:pt x="165404" y="41624"/>
                      <a:pt x="173074" y="42167"/>
                      <a:pt x="180572" y="43720"/>
                    </a:cubicBezTo>
                    <a:cubicBezTo>
                      <a:pt x="188218" y="45310"/>
                      <a:pt x="195542" y="48178"/>
                      <a:pt x="202241" y="52197"/>
                    </a:cubicBezTo>
                    <a:cubicBezTo>
                      <a:pt x="208885" y="55550"/>
                      <a:pt x="214575" y="60522"/>
                      <a:pt x="218777" y="66675"/>
                    </a:cubicBezTo>
                    <a:cubicBezTo>
                      <a:pt x="221533" y="71142"/>
                      <a:pt x="222390" y="76524"/>
                      <a:pt x="221153" y="81629"/>
                    </a:cubicBezTo>
                    <a:cubicBezTo>
                      <a:pt x="219541" y="87259"/>
                      <a:pt x="216457" y="92355"/>
                      <a:pt x="212220" y="96393"/>
                    </a:cubicBezTo>
                    <a:cubicBezTo>
                      <a:pt x="206946" y="101660"/>
                      <a:pt x="201077" y="106299"/>
                      <a:pt x="194733" y="110204"/>
                    </a:cubicBezTo>
                    <a:lnTo>
                      <a:pt x="219062" y="124206"/>
                    </a:lnTo>
                    <a:lnTo>
                      <a:pt x="205852" y="131921"/>
                    </a:lnTo>
                    <a:lnTo>
                      <a:pt x="181332" y="117729"/>
                    </a:lnTo>
                    <a:cubicBezTo>
                      <a:pt x="169629" y="123473"/>
                      <a:pt x="157410" y="128102"/>
                      <a:pt x="144838" y="131540"/>
                    </a:cubicBezTo>
                    <a:cubicBezTo>
                      <a:pt x="131674" y="135179"/>
                      <a:pt x="118225" y="137703"/>
                      <a:pt x="104637" y="139065"/>
                    </a:cubicBezTo>
                    <a:lnTo>
                      <a:pt x="92567" y="116396"/>
                    </a:lnTo>
                    <a:cubicBezTo>
                      <a:pt x="96128" y="116300"/>
                      <a:pt x="99680" y="116014"/>
                      <a:pt x="103211" y="115538"/>
                    </a:cubicBezTo>
                    <a:cubicBezTo>
                      <a:pt x="108058" y="114967"/>
                      <a:pt x="113380" y="114014"/>
                      <a:pt x="119273" y="112776"/>
                    </a:cubicBezTo>
                    <a:cubicBezTo>
                      <a:pt x="125165" y="111538"/>
                      <a:pt x="131342" y="109919"/>
                      <a:pt x="138280" y="108013"/>
                    </a:cubicBezTo>
                    <a:cubicBezTo>
                      <a:pt x="144781" y="106175"/>
                      <a:pt x="151135" y="103851"/>
                      <a:pt x="157288" y="101060"/>
                    </a:cubicBezTo>
                    <a:lnTo>
                      <a:pt x="119273" y="79057"/>
                    </a:lnTo>
                    <a:lnTo>
                      <a:pt x="114236" y="80772"/>
                    </a:lnTo>
                    <a:lnTo>
                      <a:pt x="109104" y="82391"/>
                    </a:lnTo>
                    <a:cubicBezTo>
                      <a:pt x="99600" y="85535"/>
                      <a:pt x="90761" y="88011"/>
                      <a:pt x="82778" y="89821"/>
                    </a:cubicBezTo>
                    <a:cubicBezTo>
                      <a:pt x="75409" y="91497"/>
                      <a:pt x="67901" y="92488"/>
                      <a:pt x="60349" y="92773"/>
                    </a:cubicBezTo>
                    <a:cubicBezTo>
                      <a:pt x="53710" y="93002"/>
                      <a:pt x="47068" y="92402"/>
                      <a:pt x="40581" y="90964"/>
                    </a:cubicBezTo>
                    <a:cubicBezTo>
                      <a:pt x="34183" y="89354"/>
                      <a:pt x="28042" y="86849"/>
                      <a:pt x="22334" y="83534"/>
                    </a:cubicBezTo>
                    <a:cubicBezTo>
                      <a:pt x="16043" y="80229"/>
                      <a:pt x="10584" y="75543"/>
                      <a:pt x="6368" y="69818"/>
                    </a:cubicBezTo>
                    <a:cubicBezTo>
                      <a:pt x="3291" y="65532"/>
                      <a:pt x="1781" y="60322"/>
                      <a:pt x="2091" y="55054"/>
                    </a:cubicBezTo>
                    <a:cubicBezTo>
                      <a:pt x="2294" y="49730"/>
                      <a:pt x="4009" y="44577"/>
                      <a:pt x="7033" y="40196"/>
                    </a:cubicBezTo>
                    <a:cubicBezTo>
                      <a:pt x="11467" y="34747"/>
                      <a:pt x="16689" y="29994"/>
                      <a:pt x="22524" y="26098"/>
                    </a:cubicBezTo>
                    <a:lnTo>
                      <a:pt x="0" y="13049"/>
                    </a:lnTo>
                    <a:lnTo>
                      <a:pt x="13210" y="5429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13" y="3258"/>
                      <a:pt x="90067" y="1248"/>
                      <a:pt x="101120" y="0"/>
                    </a:cubicBezTo>
                    <a:close/>
                    <a:moveTo>
                      <a:pt x="47614" y="62294"/>
                    </a:moveTo>
                    <a:cubicBezTo>
                      <a:pt x="52651" y="65189"/>
                      <a:pt x="58470" y="66418"/>
                      <a:pt x="64246" y="65818"/>
                    </a:cubicBezTo>
                    <a:cubicBezTo>
                      <a:pt x="71975" y="64951"/>
                      <a:pt x="79590" y="63265"/>
                      <a:pt x="86960" y="60770"/>
                    </a:cubicBezTo>
                    <a:lnTo>
                      <a:pt x="51225" y="40196"/>
                    </a:lnTo>
                    <a:cubicBezTo>
                      <a:pt x="38110" y="48673"/>
                      <a:pt x="36875" y="56007"/>
                      <a:pt x="47614" y="62294"/>
                    </a:cubicBezTo>
                    <a:close/>
                    <a:moveTo>
                      <a:pt x="173064" y="72771"/>
                    </a:moveTo>
                    <a:cubicBezTo>
                      <a:pt x="167619" y="69771"/>
                      <a:pt x="161346" y="68628"/>
                      <a:pt x="155197" y="69532"/>
                    </a:cubicBezTo>
                    <a:cubicBezTo>
                      <a:pt x="146746" y="70609"/>
                      <a:pt x="138412" y="72457"/>
                      <a:pt x="130297" y="75057"/>
                    </a:cubicBezTo>
                    <a:lnTo>
                      <a:pt x="165841" y="95631"/>
                    </a:lnTo>
                    <a:cubicBezTo>
                      <a:pt x="180952" y="86296"/>
                      <a:pt x="183423" y="78296"/>
                      <a:pt x="17306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4380566" y="5425821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4475699" y="5433726"/>
                <a:ext cx="31552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763" extrusionOk="0">
                    <a:moveTo>
                      <a:pt x="31553" y="12859"/>
                    </a:moveTo>
                    <a:lnTo>
                      <a:pt x="31553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553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4486248" y="538619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4411929" y="5390959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4339320" y="534962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191"/>
                    </a:moveTo>
                    <a:lnTo>
                      <a:pt x="36780" y="29146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346" y="17812"/>
                    </a:cubicBezTo>
                    <a:cubicBezTo>
                      <a:pt x="36032" y="14097"/>
                      <a:pt x="32188" y="10887"/>
                      <a:pt x="27941" y="8287"/>
                    </a:cubicBezTo>
                    <a:cubicBezTo>
                      <a:pt x="25185" y="7810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4380091" y="5326094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4288189" y="532228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4288855" y="536562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1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4289330" y="5309520"/>
                <a:ext cx="220369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0369" h="139160" extrusionOk="0">
                    <a:moveTo>
                      <a:pt x="111289" y="22098"/>
                    </a:moveTo>
                    <a:cubicBezTo>
                      <a:pt x="108361" y="22060"/>
                      <a:pt x="105434" y="22279"/>
                      <a:pt x="102546" y="22765"/>
                    </a:cubicBezTo>
                    <a:cubicBezTo>
                      <a:pt x="98649" y="23336"/>
                      <a:pt x="94278" y="24098"/>
                      <a:pt x="89431" y="25146"/>
                    </a:cubicBezTo>
                    <a:cubicBezTo>
                      <a:pt x="84584" y="26194"/>
                      <a:pt x="79452" y="27432"/>
                      <a:pt x="74225" y="29051"/>
                    </a:cubicBezTo>
                    <a:cubicBezTo>
                      <a:pt x="69142" y="30566"/>
                      <a:pt x="64185" y="32480"/>
                      <a:pt x="59399" y="34766"/>
                    </a:cubicBezTo>
                    <a:lnTo>
                      <a:pt x="97414" y="56864"/>
                    </a:lnTo>
                    <a:lnTo>
                      <a:pt x="104257" y="54388"/>
                    </a:lnTo>
                    <a:cubicBezTo>
                      <a:pt x="113760" y="51149"/>
                      <a:pt x="123264" y="48482"/>
                      <a:pt x="131722" y="46196"/>
                    </a:cubicBezTo>
                    <a:cubicBezTo>
                      <a:pt x="139804" y="44015"/>
                      <a:pt x="148080" y="42644"/>
                      <a:pt x="156432" y="42101"/>
                    </a:cubicBezTo>
                    <a:cubicBezTo>
                      <a:pt x="164070" y="41596"/>
                      <a:pt x="171739" y="42101"/>
                      <a:pt x="179241" y="43625"/>
                    </a:cubicBezTo>
                    <a:cubicBezTo>
                      <a:pt x="186874" y="45253"/>
                      <a:pt x="194193" y="48120"/>
                      <a:pt x="200910" y="52102"/>
                    </a:cubicBezTo>
                    <a:cubicBezTo>
                      <a:pt x="207554" y="55455"/>
                      <a:pt x="213244" y="60427"/>
                      <a:pt x="217447" y="66580"/>
                    </a:cubicBezTo>
                    <a:cubicBezTo>
                      <a:pt x="220193" y="71047"/>
                      <a:pt x="221049" y="76429"/>
                      <a:pt x="219823" y="81534"/>
                    </a:cubicBezTo>
                    <a:cubicBezTo>
                      <a:pt x="218233" y="87173"/>
                      <a:pt x="215145" y="92278"/>
                      <a:pt x="210889" y="96298"/>
                    </a:cubicBezTo>
                    <a:cubicBezTo>
                      <a:pt x="205705" y="101613"/>
                      <a:pt x="199897" y="106289"/>
                      <a:pt x="193592" y="110204"/>
                    </a:cubicBezTo>
                    <a:lnTo>
                      <a:pt x="217922" y="124301"/>
                    </a:lnTo>
                    <a:lnTo>
                      <a:pt x="204712" y="131921"/>
                    </a:lnTo>
                    <a:lnTo>
                      <a:pt x="180192" y="117729"/>
                    </a:lnTo>
                    <a:cubicBezTo>
                      <a:pt x="168525" y="123558"/>
                      <a:pt x="156297" y="128188"/>
                      <a:pt x="143697" y="131540"/>
                    </a:cubicBezTo>
                    <a:cubicBezTo>
                      <a:pt x="130535" y="135217"/>
                      <a:pt x="117088" y="137760"/>
                      <a:pt x="103496" y="139160"/>
                    </a:cubicBezTo>
                    <a:lnTo>
                      <a:pt x="91236" y="116014"/>
                    </a:lnTo>
                    <a:cubicBezTo>
                      <a:pt x="94797" y="115919"/>
                      <a:pt x="98350" y="115634"/>
                      <a:pt x="101881" y="115157"/>
                    </a:cubicBezTo>
                    <a:cubicBezTo>
                      <a:pt x="107279" y="114519"/>
                      <a:pt x="112641" y="113595"/>
                      <a:pt x="117942" y="112395"/>
                    </a:cubicBezTo>
                    <a:cubicBezTo>
                      <a:pt x="123834" y="111157"/>
                      <a:pt x="130012" y="109538"/>
                      <a:pt x="136950" y="107633"/>
                    </a:cubicBezTo>
                    <a:cubicBezTo>
                      <a:pt x="143464" y="105842"/>
                      <a:pt x="149821" y="103518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616" y="79915"/>
                      <a:pt x="112905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1" y="91145"/>
                      <a:pt x="66572" y="92164"/>
                      <a:pt x="59019" y="92488"/>
                    </a:cubicBezTo>
                    <a:cubicBezTo>
                      <a:pt x="52375" y="92688"/>
                      <a:pt x="45733" y="92050"/>
                      <a:pt x="39251" y="90583"/>
                    </a:cubicBezTo>
                    <a:cubicBezTo>
                      <a:pt x="32826" y="89049"/>
                      <a:pt x="26672" y="86544"/>
                      <a:pt x="21003" y="83153"/>
                    </a:cubicBezTo>
                    <a:cubicBezTo>
                      <a:pt x="14721" y="79886"/>
                      <a:pt x="9261" y="75229"/>
                      <a:pt x="5037" y="69533"/>
                    </a:cubicBezTo>
                    <a:cubicBezTo>
                      <a:pt x="1975" y="65246"/>
                      <a:pt x="466" y="60036"/>
                      <a:pt x="760" y="54769"/>
                    </a:cubicBezTo>
                    <a:cubicBezTo>
                      <a:pt x="1328" y="49273"/>
                      <a:pt x="3511" y="44063"/>
                      <a:pt x="7033" y="39814"/>
                    </a:cubicBezTo>
                    <a:cubicBezTo>
                      <a:pt x="11472" y="34404"/>
                      <a:pt x="16693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4214" y="18002"/>
                    </a:lnTo>
                    <a:cubicBezTo>
                      <a:pt x="44668" y="12783"/>
                      <a:pt x="55664" y="8725"/>
                      <a:pt x="67002" y="5905"/>
                    </a:cubicBezTo>
                    <a:cubicBezTo>
                      <a:pt x="77774" y="3143"/>
                      <a:pt x="88732" y="1172"/>
                      <a:pt x="99790" y="0"/>
                    </a:cubicBezTo>
                    <a:close/>
                    <a:moveTo>
                      <a:pt x="46283" y="62579"/>
                    </a:moveTo>
                    <a:cubicBezTo>
                      <a:pt x="51312" y="65504"/>
                      <a:pt x="57130" y="66770"/>
                      <a:pt x="62915" y="66199"/>
                    </a:cubicBezTo>
                    <a:cubicBezTo>
                      <a:pt x="70639" y="65246"/>
                      <a:pt x="78248" y="63522"/>
                      <a:pt x="85629" y="61055"/>
                    </a:cubicBezTo>
                    <a:lnTo>
                      <a:pt x="49895" y="40386"/>
                    </a:lnTo>
                    <a:cubicBezTo>
                      <a:pt x="36780" y="48835"/>
                      <a:pt x="35576" y="56226"/>
                      <a:pt x="46283" y="62579"/>
                    </a:cubicBezTo>
                    <a:close/>
                    <a:moveTo>
                      <a:pt x="171733" y="73057"/>
                    </a:moveTo>
                    <a:cubicBezTo>
                      <a:pt x="166278" y="70085"/>
                      <a:pt x="160005" y="68980"/>
                      <a:pt x="153866" y="69913"/>
                    </a:cubicBezTo>
                    <a:cubicBezTo>
                      <a:pt x="145426" y="70999"/>
                      <a:pt x="137095" y="72819"/>
                      <a:pt x="128966" y="75343"/>
                    </a:cubicBezTo>
                    <a:lnTo>
                      <a:pt x="164511" y="95917"/>
                    </a:lnTo>
                    <a:cubicBezTo>
                      <a:pt x="179622" y="86296"/>
                      <a:pt x="182093" y="78677"/>
                      <a:pt x="171733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09" name="Google Shape;4509;p48"/>
            <p:cNvGrpSpPr/>
            <p:nvPr/>
          </p:nvGrpSpPr>
          <p:grpSpPr>
            <a:xfrm>
              <a:off x="3915836" y="4477454"/>
              <a:ext cx="746806" cy="516445"/>
              <a:chOff x="5696936" y="5293804"/>
              <a:chExt cx="746806" cy="516445"/>
            </a:xfrm>
          </p:grpSpPr>
          <p:sp>
            <p:nvSpPr>
              <p:cNvPr id="4510" name="Google Shape;4510;p48"/>
              <p:cNvSpPr/>
              <p:nvPr/>
            </p:nvSpPr>
            <p:spPr>
              <a:xfrm>
                <a:off x="5696936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779143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5779238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393753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5779143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873643" y="534621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5874086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6" y="193715"/>
                      <a:pt x="3326" y="161806"/>
                      <a:pt x="0" y="129421"/>
                    </a:cubicBezTo>
                    <a:cubicBezTo>
                      <a:pt x="3326" y="97036"/>
                      <a:pt x="26326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5996115" y="5424963"/>
                <a:ext cx="220987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8970" extrusionOk="0">
                    <a:moveTo>
                      <a:pt x="111859" y="22098"/>
                    </a:moveTo>
                    <a:cubicBezTo>
                      <a:pt x="108932" y="22060"/>
                      <a:pt x="106005" y="22279"/>
                      <a:pt x="103116" y="22765"/>
                    </a:cubicBezTo>
                    <a:cubicBezTo>
                      <a:pt x="99219" y="23336"/>
                      <a:pt x="94848" y="24098"/>
                      <a:pt x="90001" y="25146"/>
                    </a:cubicBezTo>
                    <a:cubicBezTo>
                      <a:pt x="85154" y="26194"/>
                      <a:pt x="80497" y="27432"/>
                      <a:pt x="74890" y="29051"/>
                    </a:cubicBezTo>
                    <a:cubicBezTo>
                      <a:pt x="69777" y="30566"/>
                      <a:pt x="64787" y="32480"/>
                      <a:pt x="59969" y="34766"/>
                    </a:cubicBezTo>
                    <a:lnTo>
                      <a:pt x="97984" y="56864"/>
                    </a:lnTo>
                    <a:lnTo>
                      <a:pt x="104827" y="54388"/>
                    </a:lnTo>
                    <a:cubicBezTo>
                      <a:pt x="114331" y="51149"/>
                      <a:pt x="123834" y="48387"/>
                      <a:pt x="132293" y="46196"/>
                    </a:cubicBezTo>
                    <a:cubicBezTo>
                      <a:pt x="140409" y="44015"/>
                      <a:pt x="148715" y="42644"/>
                      <a:pt x="157098" y="42101"/>
                    </a:cubicBezTo>
                    <a:cubicBezTo>
                      <a:pt x="164701" y="41596"/>
                      <a:pt x="172342" y="42101"/>
                      <a:pt x="179812" y="43625"/>
                    </a:cubicBezTo>
                    <a:cubicBezTo>
                      <a:pt x="187472" y="45253"/>
                      <a:pt x="194828" y="48120"/>
                      <a:pt x="201575" y="52102"/>
                    </a:cubicBezTo>
                    <a:cubicBezTo>
                      <a:pt x="208199" y="55445"/>
                      <a:pt x="213854" y="60427"/>
                      <a:pt x="218017" y="66580"/>
                    </a:cubicBezTo>
                    <a:cubicBezTo>
                      <a:pt x="220839" y="71019"/>
                      <a:pt x="221695" y="76438"/>
                      <a:pt x="220393" y="81534"/>
                    </a:cubicBezTo>
                    <a:cubicBezTo>
                      <a:pt x="218806" y="87173"/>
                      <a:pt x="215717" y="92278"/>
                      <a:pt x="211459" y="96298"/>
                    </a:cubicBezTo>
                    <a:cubicBezTo>
                      <a:pt x="206261" y="101613"/>
                      <a:pt x="200425" y="106261"/>
                      <a:pt x="194067" y="110109"/>
                    </a:cubicBezTo>
                    <a:lnTo>
                      <a:pt x="218302" y="124206"/>
                    </a:lnTo>
                    <a:lnTo>
                      <a:pt x="205092" y="131826"/>
                    </a:lnTo>
                    <a:lnTo>
                      <a:pt x="180667" y="117634"/>
                    </a:lnTo>
                    <a:cubicBezTo>
                      <a:pt x="169034" y="123463"/>
                      <a:pt x="156841" y="128092"/>
                      <a:pt x="144267" y="131445"/>
                    </a:cubicBezTo>
                    <a:cubicBezTo>
                      <a:pt x="131114" y="135112"/>
                      <a:pt x="117657" y="137636"/>
                      <a:pt x="104066" y="138970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012" y="109538"/>
                      <a:pt x="136949" y="107633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711" y="7991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0" y="92678"/>
                      <a:pt x="45827" y="92069"/>
                      <a:pt x="39346" y="90583"/>
                    </a:cubicBezTo>
                    <a:cubicBezTo>
                      <a:pt x="32893" y="89059"/>
                      <a:pt x="26706" y="86554"/>
                      <a:pt x="21003" y="83153"/>
                    </a:cubicBezTo>
                    <a:cubicBezTo>
                      <a:pt x="14750" y="79886"/>
                      <a:pt x="9314" y="75229"/>
                      <a:pt x="5132" y="69533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31" y="49273"/>
                      <a:pt x="3507" y="44063"/>
                      <a:pt x="7033" y="39815"/>
                    </a:cubicBezTo>
                    <a:cubicBezTo>
                      <a:pt x="11443" y="34376"/>
                      <a:pt x="16670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09" y="3153"/>
                      <a:pt x="90067" y="118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48" y="65122"/>
                      <a:pt x="57726" y="66389"/>
                      <a:pt x="63485" y="65818"/>
                    </a:cubicBezTo>
                    <a:cubicBezTo>
                      <a:pt x="71212" y="64875"/>
                      <a:pt x="78824" y="63151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5979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896" y="69733"/>
                      <a:pt x="160605" y="68628"/>
                      <a:pt x="154437" y="69533"/>
                    </a:cubicBezTo>
                    <a:cubicBezTo>
                      <a:pt x="145997" y="70628"/>
                      <a:pt x="137672" y="72447"/>
                      <a:pt x="129537" y="74962"/>
                    </a:cubicBezTo>
                    <a:lnTo>
                      <a:pt x="165081" y="95536"/>
                    </a:lnTo>
                    <a:cubicBezTo>
                      <a:pt x="180667" y="86296"/>
                      <a:pt x="182663" y="78677"/>
                      <a:pt x="17239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087446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183054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193698" y="5488685"/>
                <a:ext cx="23569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569" h="13049" extrusionOk="0">
                    <a:moveTo>
                      <a:pt x="23569" y="13049"/>
                    </a:moveTo>
                    <a:lnTo>
                      <a:pt x="23569" y="0"/>
                    </a:lnTo>
                    <a:lnTo>
                      <a:pt x="0" y="8573"/>
                    </a:lnTo>
                    <a:lnTo>
                      <a:pt x="23569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9759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6046675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6087446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5995544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5996210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5996115" y="5412009"/>
                <a:ext cx="22098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9065" extrusionOk="0">
                    <a:moveTo>
                      <a:pt x="111859" y="22098"/>
                    </a:moveTo>
                    <a:cubicBezTo>
                      <a:pt x="108932" y="22098"/>
                      <a:pt x="106005" y="22355"/>
                      <a:pt x="103116" y="22860"/>
                    </a:cubicBezTo>
                    <a:cubicBezTo>
                      <a:pt x="99248" y="23431"/>
                      <a:pt x="94876" y="24194"/>
                      <a:pt x="90001" y="25146"/>
                    </a:cubicBezTo>
                    <a:cubicBezTo>
                      <a:pt x="85154" y="26194"/>
                      <a:pt x="80497" y="27527"/>
                      <a:pt x="74890" y="29051"/>
                    </a:cubicBezTo>
                    <a:cubicBezTo>
                      <a:pt x="69786" y="30613"/>
                      <a:pt x="64806" y="32518"/>
                      <a:pt x="59969" y="34766"/>
                    </a:cubicBezTo>
                    <a:lnTo>
                      <a:pt x="97984" y="56864"/>
                    </a:lnTo>
                    <a:lnTo>
                      <a:pt x="104827" y="54483"/>
                    </a:lnTo>
                    <a:cubicBezTo>
                      <a:pt x="114331" y="51245"/>
                      <a:pt x="123834" y="48482"/>
                      <a:pt x="132293" y="46196"/>
                    </a:cubicBezTo>
                    <a:cubicBezTo>
                      <a:pt x="140418" y="44063"/>
                      <a:pt x="148725" y="42691"/>
                      <a:pt x="157098" y="42100"/>
                    </a:cubicBezTo>
                    <a:cubicBezTo>
                      <a:pt x="164701" y="41643"/>
                      <a:pt x="172332" y="42158"/>
                      <a:pt x="179812" y="43624"/>
                    </a:cubicBezTo>
                    <a:cubicBezTo>
                      <a:pt x="187481" y="45291"/>
                      <a:pt x="194828" y="48187"/>
                      <a:pt x="201575" y="52197"/>
                    </a:cubicBezTo>
                    <a:cubicBezTo>
                      <a:pt x="208199" y="55540"/>
                      <a:pt x="213854" y="60522"/>
                      <a:pt x="218017" y="66675"/>
                    </a:cubicBezTo>
                    <a:cubicBezTo>
                      <a:pt x="220839" y="71114"/>
                      <a:pt x="221695" y="76533"/>
                      <a:pt x="220393" y="81629"/>
                    </a:cubicBezTo>
                    <a:cubicBezTo>
                      <a:pt x="218777" y="87259"/>
                      <a:pt x="215698" y="92354"/>
                      <a:pt x="211459" y="96393"/>
                    </a:cubicBezTo>
                    <a:cubicBezTo>
                      <a:pt x="206242" y="101689"/>
                      <a:pt x="200397" y="106318"/>
                      <a:pt x="194067" y="110204"/>
                    </a:cubicBezTo>
                    <a:lnTo>
                      <a:pt x="218302" y="124206"/>
                    </a:lnTo>
                    <a:lnTo>
                      <a:pt x="205092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5967"/>
                      <a:pt x="98412" y="115710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7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2" y="85001"/>
                      <a:pt x="90410" y="8744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45"/>
                      <a:pt x="45818" y="92107"/>
                      <a:pt x="39346" y="90583"/>
                    </a:cubicBezTo>
                    <a:cubicBezTo>
                      <a:pt x="32912" y="89049"/>
                      <a:pt x="26725" y="86573"/>
                      <a:pt x="21003" y="83248"/>
                    </a:cubicBezTo>
                    <a:cubicBezTo>
                      <a:pt x="14740" y="79943"/>
                      <a:pt x="9314" y="75257"/>
                      <a:pt x="5132" y="69532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7" y="12849"/>
                      <a:pt x="57013" y="8830"/>
                      <a:pt x="68332" y="6001"/>
                    </a:cubicBezTo>
                    <a:cubicBezTo>
                      <a:pt x="79119" y="3267"/>
                      <a:pt x="90067" y="1257"/>
                      <a:pt x="101120" y="0"/>
                    </a:cubicBezTo>
                    <a:close/>
                    <a:moveTo>
                      <a:pt x="46949" y="62294"/>
                    </a:moveTo>
                    <a:cubicBezTo>
                      <a:pt x="51948" y="65189"/>
                      <a:pt x="57735" y="66418"/>
                      <a:pt x="63485" y="65818"/>
                    </a:cubicBezTo>
                    <a:cubicBezTo>
                      <a:pt x="71231" y="64970"/>
                      <a:pt x="78843" y="63246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6007"/>
                      <a:pt x="46949" y="62294"/>
                    </a:cubicBezTo>
                    <a:close/>
                    <a:moveTo>
                      <a:pt x="172399" y="72771"/>
                    </a:moveTo>
                    <a:cubicBezTo>
                      <a:pt x="166924" y="69752"/>
                      <a:pt x="160614" y="68609"/>
                      <a:pt x="154437" y="69532"/>
                    </a:cubicBezTo>
                    <a:cubicBezTo>
                      <a:pt x="145988" y="70618"/>
                      <a:pt x="137653" y="72466"/>
                      <a:pt x="129537" y="75057"/>
                    </a:cubicBezTo>
                    <a:lnTo>
                      <a:pt x="165081" y="95631"/>
                    </a:lnTo>
                    <a:cubicBezTo>
                      <a:pt x="180667" y="86296"/>
                      <a:pt x="182663" y="78677"/>
                      <a:pt x="17239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27" name="Google Shape;4527;p48"/>
            <p:cNvSpPr/>
            <p:nvPr/>
          </p:nvSpPr>
          <p:spPr>
            <a:xfrm>
              <a:off x="5615017" y="4460119"/>
              <a:ext cx="828920" cy="479679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8" name="Google Shape;4528;p48"/>
            <p:cNvSpPr/>
            <p:nvPr/>
          </p:nvSpPr>
          <p:spPr>
            <a:xfrm>
              <a:off x="5846435" y="2182763"/>
              <a:ext cx="465451" cy="682637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9" name="Google Shape;4529;p48"/>
            <p:cNvSpPr/>
            <p:nvPr/>
          </p:nvSpPr>
          <p:spPr>
            <a:xfrm>
              <a:off x="5832052" y="2673876"/>
              <a:ext cx="86758" cy="504907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0" name="Google Shape;4530;p48"/>
            <p:cNvSpPr/>
            <p:nvPr/>
          </p:nvSpPr>
          <p:spPr>
            <a:xfrm>
              <a:off x="5882176" y="2176405"/>
              <a:ext cx="221715" cy="275766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1" name="Google Shape;4531;p48"/>
            <p:cNvSpPr/>
            <p:nvPr/>
          </p:nvSpPr>
          <p:spPr>
            <a:xfrm>
              <a:off x="5925036" y="2475870"/>
              <a:ext cx="274953" cy="308347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2" name="Google Shape;4532;p48"/>
            <p:cNvSpPr/>
            <p:nvPr/>
          </p:nvSpPr>
          <p:spPr>
            <a:xfrm>
              <a:off x="5845497" y="2576533"/>
              <a:ext cx="400459" cy="461811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3" name="Google Shape;4533;p48"/>
            <p:cNvSpPr/>
            <p:nvPr/>
          </p:nvSpPr>
          <p:spPr>
            <a:xfrm>
              <a:off x="5916607" y="2198526"/>
              <a:ext cx="294816" cy="364308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4" name="Google Shape;4534;p48"/>
            <p:cNvSpPr/>
            <p:nvPr/>
          </p:nvSpPr>
          <p:spPr>
            <a:xfrm>
              <a:off x="5928072" y="2197020"/>
              <a:ext cx="296585" cy="278850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5" name="Google Shape;4535;p48"/>
            <p:cNvSpPr/>
            <p:nvPr/>
          </p:nvSpPr>
          <p:spPr>
            <a:xfrm>
              <a:off x="5977205" y="4610895"/>
              <a:ext cx="232912" cy="178155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6" name="Google Shape;4536;p48"/>
            <p:cNvSpPr/>
            <p:nvPr/>
          </p:nvSpPr>
          <p:spPr>
            <a:xfrm>
              <a:off x="5978157" y="4667764"/>
              <a:ext cx="231905" cy="121227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7" name="Google Shape;4537;p48"/>
            <p:cNvSpPr/>
            <p:nvPr/>
          </p:nvSpPr>
          <p:spPr>
            <a:xfrm>
              <a:off x="5800764" y="4571652"/>
              <a:ext cx="213680" cy="165568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8" name="Google Shape;4538;p48"/>
            <p:cNvSpPr/>
            <p:nvPr/>
          </p:nvSpPr>
          <p:spPr>
            <a:xfrm>
              <a:off x="5801482" y="4626139"/>
              <a:ext cx="212755" cy="111143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9" name="Google Shape;4539;p48"/>
            <p:cNvSpPr/>
            <p:nvPr/>
          </p:nvSpPr>
          <p:spPr>
            <a:xfrm>
              <a:off x="5835285" y="3032607"/>
              <a:ext cx="455829" cy="159522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0" name="Google Shape;4540;p48"/>
            <p:cNvSpPr/>
            <p:nvPr/>
          </p:nvSpPr>
          <p:spPr>
            <a:xfrm>
              <a:off x="5815995" y="3000698"/>
              <a:ext cx="485198" cy="1060979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1" name="Google Shape;4541;p48"/>
            <p:cNvSpPr/>
            <p:nvPr/>
          </p:nvSpPr>
          <p:spPr>
            <a:xfrm>
              <a:off x="5561118" y="2683306"/>
              <a:ext cx="698939" cy="60971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2" name="Google Shape;4542;p48"/>
            <p:cNvSpPr/>
            <p:nvPr/>
          </p:nvSpPr>
          <p:spPr>
            <a:xfrm>
              <a:off x="6103702" y="2644294"/>
              <a:ext cx="168312" cy="197615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3" name="Google Shape;4543;p48"/>
            <p:cNvSpPr/>
            <p:nvPr/>
          </p:nvSpPr>
          <p:spPr>
            <a:xfrm>
              <a:off x="5833319" y="2576558"/>
              <a:ext cx="135999" cy="14296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4" name="Google Shape;4544;p48"/>
            <p:cNvSpPr/>
            <p:nvPr/>
          </p:nvSpPr>
          <p:spPr>
            <a:xfrm>
              <a:off x="2925535" y="2722330"/>
              <a:ext cx="1200895" cy="746478"/>
            </a:xfrm>
            <a:custGeom>
              <a:avLst/>
              <a:gdLst/>
              <a:ahLst/>
              <a:cxnLst/>
              <a:rect l="l" t="t" r="r" b="b"/>
              <a:pathLst>
                <a:path w="1200895" h="746478" extrusionOk="0">
                  <a:moveTo>
                    <a:pt x="1109954" y="738045"/>
                  </a:moveTo>
                  <a:lnTo>
                    <a:pt x="30323" y="113395"/>
                  </a:lnTo>
                  <a:cubicBezTo>
                    <a:pt x="1323" y="96612"/>
                    <a:pt x="-8610" y="59446"/>
                    <a:pt x="8136" y="30385"/>
                  </a:cubicBezTo>
                  <a:cubicBezTo>
                    <a:pt x="13457" y="21145"/>
                    <a:pt x="21109" y="13478"/>
                    <a:pt x="30323" y="8144"/>
                  </a:cubicBezTo>
                  <a:lnTo>
                    <a:pt x="30323" y="8144"/>
                  </a:lnTo>
                  <a:cubicBezTo>
                    <a:pt x="49084" y="-2715"/>
                    <a:pt x="72197" y="-2715"/>
                    <a:pt x="90957" y="8144"/>
                  </a:cubicBezTo>
                  <a:lnTo>
                    <a:pt x="1170588" y="633270"/>
                  </a:lnTo>
                  <a:cubicBezTo>
                    <a:pt x="1199584" y="650062"/>
                    <a:pt x="1209506" y="687229"/>
                    <a:pt x="1192750" y="716290"/>
                  </a:cubicBezTo>
                  <a:cubicBezTo>
                    <a:pt x="1186117" y="727805"/>
                    <a:pt x="1175891" y="736816"/>
                    <a:pt x="1163650" y="741950"/>
                  </a:cubicBezTo>
                  <a:lnTo>
                    <a:pt x="1163650" y="741950"/>
                  </a:lnTo>
                  <a:cubicBezTo>
                    <a:pt x="1146125" y="749151"/>
                    <a:pt x="1126253" y="747703"/>
                    <a:pt x="1109954" y="7380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5" name="Google Shape;4545;p48"/>
            <p:cNvSpPr/>
            <p:nvPr/>
          </p:nvSpPr>
          <p:spPr>
            <a:xfrm>
              <a:off x="2868613" y="1365288"/>
              <a:ext cx="1401428" cy="1812876"/>
            </a:xfrm>
            <a:custGeom>
              <a:avLst/>
              <a:gdLst/>
              <a:ahLst/>
              <a:cxnLst/>
              <a:rect l="l" t="t" r="r" b="b"/>
              <a:pathLst>
                <a:path w="1401428" h="1812876" extrusionOk="0">
                  <a:moveTo>
                    <a:pt x="700714" y="1717230"/>
                  </a:moveTo>
                  <a:cubicBezTo>
                    <a:pt x="314290" y="1493678"/>
                    <a:pt x="0" y="947991"/>
                    <a:pt x="0" y="500888"/>
                  </a:cubicBezTo>
                  <a:cubicBezTo>
                    <a:pt x="0" y="53784"/>
                    <a:pt x="314290" y="-127762"/>
                    <a:pt x="700714" y="95504"/>
                  </a:cubicBezTo>
                  <a:cubicBezTo>
                    <a:pt x="1087138" y="318770"/>
                    <a:pt x="1401428" y="864647"/>
                    <a:pt x="1401428" y="1311846"/>
                  </a:cubicBezTo>
                  <a:cubicBezTo>
                    <a:pt x="1401428" y="1759045"/>
                    <a:pt x="1087043" y="1940782"/>
                    <a:pt x="700714" y="1717230"/>
                  </a:cubicBezTo>
                  <a:close/>
                  <a:moveTo>
                    <a:pt x="700714" y="240855"/>
                  </a:moveTo>
                  <a:cubicBezTo>
                    <a:pt x="383478" y="57308"/>
                    <a:pt x="125355" y="206660"/>
                    <a:pt x="125355" y="573754"/>
                  </a:cubicBezTo>
                  <a:cubicBezTo>
                    <a:pt x="125355" y="940847"/>
                    <a:pt x="383478" y="1388808"/>
                    <a:pt x="700714" y="1572355"/>
                  </a:cubicBezTo>
                  <a:cubicBezTo>
                    <a:pt x="1017951" y="1755902"/>
                    <a:pt x="1275978" y="1606645"/>
                    <a:pt x="1275978" y="1239551"/>
                  </a:cubicBezTo>
                  <a:cubicBezTo>
                    <a:pt x="1275978" y="872458"/>
                    <a:pt x="1017951" y="424116"/>
                    <a:pt x="700714" y="240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6" name="Google Shape;4546;p48"/>
            <p:cNvSpPr/>
            <p:nvPr/>
          </p:nvSpPr>
          <p:spPr>
            <a:xfrm>
              <a:off x="2977907" y="1395545"/>
              <a:ext cx="128396" cy="88201"/>
            </a:xfrm>
            <a:custGeom>
              <a:avLst/>
              <a:gdLst/>
              <a:ahLst/>
              <a:cxnLst/>
              <a:rect l="l" t="t" r="r" b="b"/>
              <a:pathLst>
                <a:path w="128396" h="88201" extrusionOk="0">
                  <a:moveTo>
                    <a:pt x="0" y="70295"/>
                  </a:moveTo>
                  <a:lnTo>
                    <a:pt x="128396" y="0"/>
                  </a:lnTo>
                  <a:lnTo>
                    <a:pt x="109198" y="88201"/>
                  </a:lnTo>
                  <a:lnTo>
                    <a:pt x="0" y="70295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7" name="Google Shape;4547;p48"/>
            <p:cNvSpPr/>
            <p:nvPr/>
          </p:nvSpPr>
          <p:spPr>
            <a:xfrm>
              <a:off x="3945392" y="3100901"/>
              <a:ext cx="140370" cy="95440"/>
            </a:xfrm>
            <a:custGeom>
              <a:avLst/>
              <a:gdLst/>
              <a:ahLst/>
              <a:cxnLst/>
              <a:rect l="l" t="t" r="r" b="b"/>
              <a:pathLst>
                <a:path w="140370" h="95440" extrusionOk="0">
                  <a:moveTo>
                    <a:pt x="0" y="95440"/>
                  </a:moveTo>
                  <a:cubicBezTo>
                    <a:pt x="3136" y="94012"/>
                    <a:pt x="140371" y="17050"/>
                    <a:pt x="140371" y="17050"/>
                  </a:cubicBezTo>
                  <a:lnTo>
                    <a:pt x="34309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8" name="Google Shape;4548;p48"/>
            <p:cNvSpPr/>
            <p:nvPr/>
          </p:nvSpPr>
          <p:spPr>
            <a:xfrm rot="-1801764">
              <a:off x="2958862" y="1416978"/>
              <a:ext cx="1040879" cy="1807000"/>
            </a:xfrm>
            <a:custGeom>
              <a:avLst/>
              <a:gdLst/>
              <a:ahLst/>
              <a:cxnLst/>
              <a:rect l="l" t="t" r="r" b="b"/>
              <a:pathLst>
                <a:path w="1041804" h="1808606" extrusionOk="0">
                  <a:moveTo>
                    <a:pt x="1041805" y="904303"/>
                  </a:moveTo>
                  <a:cubicBezTo>
                    <a:pt x="1041805" y="1403736"/>
                    <a:pt x="808589" y="1808606"/>
                    <a:pt x="520902" y="1808606"/>
                  </a:cubicBezTo>
                  <a:cubicBezTo>
                    <a:pt x="233216" y="1808606"/>
                    <a:pt x="0" y="1403736"/>
                    <a:pt x="0" y="904303"/>
                  </a:cubicBezTo>
                  <a:cubicBezTo>
                    <a:pt x="0" y="404870"/>
                    <a:pt x="233216" y="0"/>
                    <a:pt x="520902" y="0"/>
                  </a:cubicBezTo>
                  <a:cubicBezTo>
                    <a:pt x="808589" y="0"/>
                    <a:pt x="1041805" y="404870"/>
                    <a:pt x="1041805" y="90430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9" name="Google Shape;4549;p48"/>
            <p:cNvSpPr/>
            <p:nvPr/>
          </p:nvSpPr>
          <p:spPr>
            <a:xfrm>
              <a:off x="2779183" y="1414991"/>
              <a:ext cx="1401428" cy="1812826"/>
            </a:xfrm>
            <a:custGeom>
              <a:avLst/>
              <a:gdLst/>
              <a:ahLst/>
              <a:cxnLst/>
              <a:rect l="l" t="t" r="r" b="b"/>
              <a:pathLst>
                <a:path w="1401428" h="1812826" extrusionOk="0">
                  <a:moveTo>
                    <a:pt x="700714" y="1717343"/>
                  </a:moveTo>
                  <a:cubicBezTo>
                    <a:pt x="314480" y="1493695"/>
                    <a:pt x="0" y="948104"/>
                    <a:pt x="0" y="500905"/>
                  </a:cubicBezTo>
                  <a:cubicBezTo>
                    <a:pt x="0" y="53706"/>
                    <a:pt x="314385" y="-127745"/>
                    <a:pt x="700714" y="95521"/>
                  </a:cubicBezTo>
                  <a:cubicBezTo>
                    <a:pt x="1087043" y="318787"/>
                    <a:pt x="1401428" y="864760"/>
                    <a:pt x="1401428" y="1311863"/>
                  </a:cubicBezTo>
                  <a:cubicBezTo>
                    <a:pt x="1401428" y="1758967"/>
                    <a:pt x="1087138" y="1940609"/>
                    <a:pt x="700714" y="1717343"/>
                  </a:cubicBezTo>
                  <a:close/>
                  <a:moveTo>
                    <a:pt x="700714" y="240967"/>
                  </a:moveTo>
                  <a:cubicBezTo>
                    <a:pt x="383573" y="57421"/>
                    <a:pt x="125450" y="206678"/>
                    <a:pt x="125450" y="573771"/>
                  </a:cubicBezTo>
                  <a:cubicBezTo>
                    <a:pt x="125450" y="940864"/>
                    <a:pt x="383573" y="1388920"/>
                    <a:pt x="700714" y="1572467"/>
                  </a:cubicBezTo>
                  <a:cubicBezTo>
                    <a:pt x="1017855" y="1756014"/>
                    <a:pt x="1276073" y="1606662"/>
                    <a:pt x="1276073" y="1239568"/>
                  </a:cubicBezTo>
                  <a:cubicBezTo>
                    <a:pt x="1276073" y="872475"/>
                    <a:pt x="1017760" y="424229"/>
                    <a:pt x="700714" y="240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0" name="Google Shape;4550;p48"/>
            <p:cNvSpPr/>
            <p:nvPr/>
          </p:nvSpPr>
          <p:spPr>
            <a:xfrm>
              <a:off x="3046144" y="1759790"/>
              <a:ext cx="868170" cy="1123263"/>
            </a:xfrm>
            <a:custGeom>
              <a:avLst/>
              <a:gdLst/>
              <a:ahLst/>
              <a:cxnLst/>
              <a:rect l="l" t="t" r="r" b="b"/>
              <a:pathLst>
                <a:path w="868170" h="1123263" extrusionOk="0">
                  <a:moveTo>
                    <a:pt x="433753" y="1063934"/>
                  </a:moveTo>
                  <a:cubicBezTo>
                    <a:pt x="194447" y="925440"/>
                    <a:pt x="0" y="587398"/>
                    <a:pt x="0" y="310411"/>
                  </a:cubicBezTo>
                  <a:cubicBezTo>
                    <a:pt x="0" y="33424"/>
                    <a:pt x="194733" y="-79257"/>
                    <a:pt x="434038" y="59237"/>
                  </a:cubicBezTo>
                  <a:cubicBezTo>
                    <a:pt x="673343" y="197730"/>
                    <a:pt x="868171" y="535487"/>
                    <a:pt x="868171" y="812759"/>
                  </a:cubicBezTo>
                  <a:cubicBezTo>
                    <a:pt x="868171" y="1090032"/>
                    <a:pt x="673153" y="1202523"/>
                    <a:pt x="433753" y="1063934"/>
                  </a:cubicBezTo>
                  <a:close/>
                  <a:moveTo>
                    <a:pt x="433753" y="204398"/>
                  </a:moveTo>
                  <a:cubicBezTo>
                    <a:pt x="263540" y="105909"/>
                    <a:pt x="125070" y="186015"/>
                    <a:pt x="125070" y="382992"/>
                  </a:cubicBezTo>
                  <a:cubicBezTo>
                    <a:pt x="125070" y="579969"/>
                    <a:pt x="263540" y="820380"/>
                    <a:pt x="433753" y="918868"/>
                  </a:cubicBezTo>
                  <a:cubicBezTo>
                    <a:pt x="603966" y="1017356"/>
                    <a:pt x="742436" y="937156"/>
                    <a:pt x="742436" y="740179"/>
                  </a:cubicBezTo>
                  <a:cubicBezTo>
                    <a:pt x="742436" y="543202"/>
                    <a:pt x="603966" y="302886"/>
                    <a:pt x="433753" y="2043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1" name="Google Shape;4551;p48"/>
            <p:cNvSpPr/>
            <p:nvPr/>
          </p:nvSpPr>
          <p:spPr>
            <a:xfrm>
              <a:off x="3308258" y="2099261"/>
              <a:ext cx="343371" cy="444102"/>
            </a:xfrm>
            <a:custGeom>
              <a:avLst/>
              <a:gdLst/>
              <a:ahLst/>
              <a:cxnLst/>
              <a:rect l="l" t="t" r="r" b="b"/>
              <a:pathLst>
                <a:path w="343371" h="444102" extrusionOk="0">
                  <a:moveTo>
                    <a:pt x="171638" y="420806"/>
                  </a:moveTo>
                  <a:cubicBezTo>
                    <a:pt x="76600" y="366037"/>
                    <a:pt x="0" y="232306"/>
                    <a:pt x="0" y="122768"/>
                  </a:cubicBezTo>
                  <a:cubicBezTo>
                    <a:pt x="0" y="13231"/>
                    <a:pt x="76981" y="-31346"/>
                    <a:pt x="171638" y="23423"/>
                  </a:cubicBezTo>
                  <a:cubicBezTo>
                    <a:pt x="266296" y="78191"/>
                    <a:pt x="343372" y="211922"/>
                    <a:pt x="343372" y="321460"/>
                  </a:cubicBezTo>
                  <a:cubicBezTo>
                    <a:pt x="343372" y="430997"/>
                    <a:pt x="266391" y="475289"/>
                    <a:pt x="171638" y="420806"/>
                  </a:cubicBezTo>
                  <a:close/>
                  <a:moveTo>
                    <a:pt x="171638" y="168584"/>
                  </a:moveTo>
                  <a:cubicBezTo>
                    <a:pt x="146168" y="153820"/>
                    <a:pt x="125355" y="165821"/>
                    <a:pt x="125355" y="195349"/>
                  </a:cubicBezTo>
                  <a:cubicBezTo>
                    <a:pt x="127170" y="227962"/>
                    <a:pt x="144353" y="257776"/>
                    <a:pt x="171638" y="275644"/>
                  </a:cubicBezTo>
                  <a:cubicBezTo>
                    <a:pt x="197204" y="290408"/>
                    <a:pt x="217922" y="278407"/>
                    <a:pt x="217922" y="248879"/>
                  </a:cubicBezTo>
                  <a:cubicBezTo>
                    <a:pt x="216145" y="216247"/>
                    <a:pt x="198952" y="186424"/>
                    <a:pt x="171638" y="168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2" name="Google Shape;4552;p48"/>
            <p:cNvSpPr/>
            <p:nvPr/>
          </p:nvSpPr>
          <p:spPr>
            <a:xfrm>
              <a:off x="2221786" y="2914306"/>
              <a:ext cx="208703" cy="88772"/>
            </a:xfrm>
            <a:custGeom>
              <a:avLst/>
              <a:gdLst/>
              <a:ahLst/>
              <a:cxnLst/>
              <a:rect l="l" t="t" r="r" b="b"/>
              <a:pathLst>
                <a:path w="208703" h="88772" extrusionOk="0">
                  <a:moveTo>
                    <a:pt x="64246" y="87916"/>
                  </a:moveTo>
                  <a:lnTo>
                    <a:pt x="0" y="88773"/>
                  </a:lnTo>
                  <a:lnTo>
                    <a:pt x="208703" y="0"/>
                  </a:lnTo>
                  <a:lnTo>
                    <a:pt x="87720" y="75342"/>
                  </a:lnTo>
                  <a:lnTo>
                    <a:pt x="6424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3" name="Google Shape;4553;p48"/>
            <p:cNvSpPr/>
            <p:nvPr/>
          </p:nvSpPr>
          <p:spPr>
            <a:xfrm rot="-1801764">
              <a:off x="2288993" y="2988576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6"/>
                    <a:pt x="20801" y="46482"/>
                    <a:pt x="13400" y="46482"/>
                  </a:cubicBezTo>
                  <a:cubicBezTo>
                    <a:pt x="6000" y="46482"/>
                    <a:pt x="0" y="36076"/>
                    <a:pt x="0" y="23241"/>
                  </a:cubicBezTo>
                  <a:cubicBezTo>
                    <a:pt x="0" y="10405"/>
                    <a:pt x="6000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4" name="Google Shape;4554;p48"/>
            <p:cNvSpPr/>
            <p:nvPr/>
          </p:nvSpPr>
          <p:spPr>
            <a:xfrm rot="-1801764">
              <a:off x="3469496" y="2304051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7"/>
                    <a:pt x="20801" y="46482"/>
                    <a:pt x="13400" y="46482"/>
                  </a:cubicBezTo>
                  <a:cubicBezTo>
                    <a:pt x="5999" y="46482"/>
                    <a:pt x="0" y="36077"/>
                    <a:pt x="0" y="23241"/>
                  </a:cubicBezTo>
                  <a:cubicBezTo>
                    <a:pt x="0" y="10405"/>
                    <a:pt x="5999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5" name="Google Shape;4555;p48"/>
            <p:cNvSpPr/>
            <p:nvPr/>
          </p:nvSpPr>
          <p:spPr>
            <a:xfrm>
              <a:off x="2314638" y="2924117"/>
              <a:ext cx="167836" cy="171354"/>
            </a:xfrm>
            <a:custGeom>
              <a:avLst/>
              <a:gdLst/>
              <a:ahLst/>
              <a:cxnLst/>
              <a:rect l="l" t="t" r="r" b="b"/>
              <a:pathLst>
                <a:path w="167836" h="171354" extrusionOk="0">
                  <a:moveTo>
                    <a:pt x="15301" y="171355"/>
                  </a:moveTo>
                  <a:lnTo>
                    <a:pt x="0" y="107251"/>
                  </a:lnTo>
                  <a:lnTo>
                    <a:pt x="167837" y="0"/>
                  </a:lnTo>
                  <a:lnTo>
                    <a:pt x="160519" y="15145"/>
                  </a:lnTo>
                  <a:lnTo>
                    <a:pt x="15301" y="171355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6" name="Google Shape;4556;p48"/>
            <p:cNvSpPr/>
            <p:nvPr/>
          </p:nvSpPr>
          <p:spPr>
            <a:xfrm>
              <a:off x="2290498" y="2306802"/>
              <a:ext cx="1203749" cy="724947"/>
            </a:xfrm>
            <a:custGeom>
              <a:avLst/>
              <a:gdLst/>
              <a:ahLst/>
              <a:cxnLst/>
              <a:rect l="l" t="t" r="r" b="b"/>
              <a:pathLst>
                <a:path w="1203749" h="724947" extrusionOk="0">
                  <a:moveTo>
                    <a:pt x="23855" y="724948"/>
                  </a:moveTo>
                  <a:cubicBezTo>
                    <a:pt x="25280" y="723709"/>
                    <a:pt x="1203750" y="40958"/>
                    <a:pt x="1203750" y="40958"/>
                  </a:cubicBezTo>
                  <a:lnTo>
                    <a:pt x="1182081" y="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7" name="Google Shape;4557;p48"/>
          <p:cNvGrpSpPr/>
          <p:nvPr/>
        </p:nvGrpSpPr>
        <p:grpSpPr>
          <a:xfrm>
            <a:off x="7353972" y="2937150"/>
            <a:ext cx="1412160" cy="1611152"/>
            <a:chOff x="2602525" y="317054"/>
            <a:chExt cx="4174283" cy="4762495"/>
          </a:xfrm>
        </p:grpSpPr>
        <p:sp>
          <p:nvSpPr>
            <p:cNvPr id="4558" name="Google Shape;4558;p48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9" name="Google Shape;4559;p48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0" name="Google Shape;4560;p48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1" name="Google Shape;4561;p48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2" name="Google Shape;4562;p48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3" name="Google Shape;4563;p48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4" name="Google Shape;4564;p48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5" name="Google Shape;4565;p48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6" name="Google Shape;4566;p48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7" name="Google Shape;4567;p48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8" name="Google Shape;4568;p48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9" name="Google Shape;4569;p48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0" name="Google Shape;4570;p48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1" name="Google Shape;4571;p48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2" name="Google Shape;4572;p48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3" name="Google Shape;4573;p48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4" name="Google Shape;4574;p48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5" name="Google Shape;4575;p48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6" name="Google Shape;4576;p48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7" name="Google Shape;4577;p48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8" name="Google Shape;4578;p48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9" name="Google Shape;4579;p48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0" name="Google Shape;4580;p48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1" name="Google Shape;4581;p48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2" name="Google Shape;4582;p48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3" name="Google Shape;4583;p48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4" name="Google Shape;4584;p48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5" name="Google Shape;4585;p48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6" name="Google Shape;4586;p48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7" name="Google Shape;4587;p48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8" name="Google Shape;4588;p48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9" name="Google Shape;4589;p48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0" name="Google Shape;4590;p48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1" name="Google Shape;4591;p48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2" name="Google Shape;4592;p48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3" name="Google Shape;4593;p48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4" name="Google Shape;4594;p48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48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48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48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48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48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0" name="Google Shape;4600;p48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1" name="Google Shape;4601;p48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4" name="Google Shape;4604;p48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5" name="Google Shape;4605;p48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6" name="Google Shape;4606;p48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0" name="Google Shape;4610;p48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1" name="Google Shape;4611;p48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2" name="Google Shape;4612;p48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3" name="Google Shape;4613;p48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4" name="Google Shape;4614;p48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15" name="Google Shape;4615;p48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4616" name="Google Shape;4616;p48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4617" name="Google Shape;4617;p48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8" name="Google Shape;4618;p48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9" name="Google Shape;4619;p48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20" name="Google Shape;4620;p48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4621" name="Google Shape;4621;p48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22" name="Google Shape;4622;p48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23" name="Google Shape;4623;p48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4" name="Google Shape;4624;p48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5" name="Google Shape;4625;p48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6" name="Google Shape;4626;p48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7" name="Google Shape;4627;p48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8" name="Google Shape;4628;p48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9" name="Google Shape;4629;p48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0" name="Google Shape;4630;p48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1" name="Google Shape;4631;p48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2" name="Google Shape;4632;p48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3" name="Google Shape;4633;p48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4" name="Google Shape;4634;p48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5" name="Google Shape;4635;p48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6" name="Google Shape;4636;p48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7" name="Google Shape;4637;p48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8" name="Google Shape;4638;p48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9" name="Google Shape;4639;p48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0" name="Google Shape;4640;p48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1" name="Google Shape;4641;p48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2" name="Google Shape;4642;p48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3" name="Google Shape;4643;p48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4" name="Google Shape;4644;p48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5" name="Google Shape;4645;p48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6" name="Google Shape;4646;p48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7" name="Google Shape;4647;p48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8" name="Google Shape;4648;p48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9" name="Google Shape;4649;p48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0" name="Google Shape;4650;p48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1" name="Google Shape;4651;p48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2" name="Google Shape;4652;p48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3" name="Google Shape;4653;p48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4" name="Google Shape;4654;p48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5" name="Google Shape;4655;p48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6" name="Google Shape;4656;p48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7" name="Google Shape;4657;p48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8" name="Google Shape;4658;p48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9" name="Google Shape;4659;p48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0" name="Google Shape;4660;p48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1" name="Google Shape;4661;p48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2" name="Google Shape;4662;p48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3" name="Google Shape;4663;p48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4" name="Google Shape;4664;p48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5" name="Google Shape;4665;p48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6" name="Google Shape;4666;p48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7" name="Google Shape;4667;p48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8" name="Google Shape;4668;p48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9" name="Google Shape;4669;p48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0" name="Google Shape;4670;p48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1" name="Google Shape;4671;p48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2" name="Google Shape;4672;p48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3" name="Google Shape;4673;p48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4" name="Google Shape;4674;p48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5" name="Google Shape;4675;p48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6" name="Google Shape;4676;p48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7" name="Google Shape;4677;p48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8" name="Google Shape;4678;p48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9" name="Google Shape;4679;p48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0" name="Google Shape;4680;p48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1" name="Google Shape;4681;p48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2" name="Google Shape;4682;p48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3" name="Google Shape;4683;p48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4" name="Google Shape;4684;p48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5" name="Google Shape;4685;p48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6" name="Google Shape;4686;p48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87" name="Google Shape;4687;p48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4688" name="Google Shape;4688;p48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4689" name="Google Shape;4689;p48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0" name="Google Shape;4690;p48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1" name="Google Shape;4691;p4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2" name="Google Shape;4692;p4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3" name="Google Shape;4693;p48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94" name="Google Shape;4694;p48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5" name="Google Shape;4695;p48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6" name="Google Shape;4696;p48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697" name="Google Shape;4697;p48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8" name="Google Shape;4698;p48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9" name="Google Shape;4699;p48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0" name="Google Shape;4700;p48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1" name="Google Shape;4701;p48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2" name="Google Shape;4702;p48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3" name="Google Shape;4703;p48"/>
          <p:cNvSpPr txBox="1">
            <a:spLocks noGrp="1"/>
          </p:cNvSpPr>
          <p:nvPr>
            <p:ph type="title"/>
          </p:nvPr>
        </p:nvSpPr>
        <p:spPr>
          <a:xfrm>
            <a:off x="381000" y="624650"/>
            <a:ext cx="1562100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Extra resources</a:t>
            </a:r>
            <a:endParaRPr sz="2400"/>
          </a:p>
        </p:txBody>
      </p:sp>
      <p:sp>
        <p:nvSpPr>
          <p:cNvPr id="4704" name="Google Shape;4704;p48"/>
          <p:cNvSpPr txBox="1"/>
          <p:nvPr/>
        </p:nvSpPr>
        <p:spPr>
          <a:xfrm>
            <a:off x="381000" y="1466850"/>
            <a:ext cx="17826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Illustrations created by </a:t>
            </a:r>
            <a:r>
              <a:rPr lang="en" sz="12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3"/>
              </a:rPr>
              <a:t>Sergei Tikhonov</a:t>
            </a: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.</a:t>
            </a: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Free illustrations published under the MIT License. You can use them for personal and commercial projects, without the need to include attribution.</a:t>
            </a: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4"/>
              </a:rPr>
              <a:t>See license</a:t>
            </a: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.</a:t>
            </a: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grpSp>
        <p:nvGrpSpPr>
          <p:cNvPr id="2529" name="Google Shape;2529;p47"/>
          <p:cNvGrpSpPr/>
          <p:nvPr/>
        </p:nvGrpSpPr>
        <p:grpSpPr>
          <a:xfrm>
            <a:off x="2343926" y="272752"/>
            <a:ext cx="1782756" cy="1850564"/>
            <a:chOff x="2012475" y="393272"/>
            <a:chExt cx="4440240" cy="4609126"/>
          </a:xfrm>
        </p:grpSpPr>
        <p:sp>
          <p:nvSpPr>
            <p:cNvPr id="2530" name="Google Shape;2530;p47"/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47"/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2" name="Google Shape;2542;p47"/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47"/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47"/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47"/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47"/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47"/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47"/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47"/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47"/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47"/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47"/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47"/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47"/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47"/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47"/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47"/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47"/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47"/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47"/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47"/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47"/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47"/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47"/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47"/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47"/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47"/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47"/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47"/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47"/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47"/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47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47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47"/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3" name="Google Shape;2623;p47"/>
          <p:cNvGrpSpPr/>
          <p:nvPr/>
        </p:nvGrpSpPr>
        <p:grpSpPr>
          <a:xfrm>
            <a:off x="4562360" y="368824"/>
            <a:ext cx="1641691" cy="1754492"/>
            <a:chOff x="1926580" y="602477"/>
            <a:chExt cx="4456273" cy="4762466"/>
          </a:xfrm>
        </p:grpSpPr>
        <p:sp>
          <p:nvSpPr>
            <p:cNvPr id="2624" name="Google Shape;2624;p47"/>
            <p:cNvSpPr/>
            <p:nvPr/>
          </p:nvSpPr>
          <p:spPr>
            <a:xfrm>
              <a:off x="4352367" y="1409287"/>
              <a:ext cx="1407834" cy="1779317"/>
            </a:xfrm>
            <a:custGeom>
              <a:avLst/>
              <a:gdLst/>
              <a:ahLst/>
              <a:cxnLst/>
              <a:rect l="l" t="t" r="r" b="b"/>
              <a:pathLst>
                <a:path w="1407834" h="1779317" extrusionOk="0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47"/>
            <p:cNvSpPr/>
            <p:nvPr/>
          </p:nvSpPr>
          <p:spPr>
            <a:xfrm>
              <a:off x="4492846" y="1745654"/>
              <a:ext cx="1118701" cy="793785"/>
            </a:xfrm>
            <a:custGeom>
              <a:avLst/>
              <a:gdLst/>
              <a:ahLst/>
              <a:cxnLst/>
              <a:rect l="l" t="t" r="r" b="b"/>
              <a:pathLst>
                <a:path w="1118701" h="793785" extrusionOk="0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47"/>
            <p:cNvSpPr/>
            <p:nvPr/>
          </p:nvSpPr>
          <p:spPr>
            <a:xfrm>
              <a:off x="3766118" y="879295"/>
              <a:ext cx="2497551" cy="3394041"/>
            </a:xfrm>
            <a:custGeom>
              <a:avLst/>
              <a:gdLst/>
              <a:ahLst/>
              <a:cxnLst/>
              <a:rect l="l" t="t" r="r" b="b"/>
              <a:pathLst>
                <a:path w="2497551" h="3394041" extrusionOk="0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47"/>
            <p:cNvSpPr/>
            <p:nvPr/>
          </p:nvSpPr>
          <p:spPr>
            <a:xfrm>
              <a:off x="3744257" y="892344"/>
              <a:ext cx="2498022" cy="3393845"/>
            </a:xfrm>
            <a:custGeom>
              <a:avLst/>
              <a:gdLst/>
              <a:ahLst/>
              <a:cxnLst/>
              <a:rect l="l" t="t" r="r" b="b"/>
              <a:pathLst>
                <a:path w="2498022" h="3393845" extrusionOk="0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8" name="Google Shape;2628;p47"/>
            <p:cNvSpPr/>
            <p:nvPr/>
          </p:nvSpPr>
          <p:spPr>
            <a:xfrm>
              <a:off x="3740075" y="894303"/>
              <a:ext cx="2498022" cy="3394082"/>
            </a:xfrm>
            <a:custGeom>
              <a:avLst/>
              <a:gdLst/>
              <a:ahLst/>
              <a:cxnLst/>
              <a:rect l="l" t="t" r="r" b="b"/>
              <a:pathLst>
                <a:path w="2498022" h="3394082" extrusionOk="0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47"/>
            <p:cNvSpPr/>
            <p:nvPr/>
          </p:nvSpPr>
          <p:spPr>
            <a:xfrm>
              <a:off x="3770110" y="934160"/>
              <a:ext cx="2435672" cy="3234830"/>
            </a:xfrm>
            <a:custGeom>
              <a:avLst/>
              <a:gdLst/>
              <a:ahLst/>
              <a:cxnLst/>
              <a:rect l="l" t="t" r="r" b="b"/>
              <a:pathLst>
                <a:path w="2435672" h="3234830" extrusionOk="0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47"/>
            <p:cNvSpPr/>
            <p:nvPr/>
          </p:nvSpPr>
          <p:spPr>
            <a:xfrm>
              <a:off x="3770110" y="934160"/>
              <a:ext cx="2435006" cy="3234925"/>
            </a:xfrm>
            <a:custGeom>
              <a:avLst/>
              <a:gdLst/>
              <a:ahLst/>
              <a:cxnLst/>
              <a:rect l="l" t="t" r="r" b="b"/>
              <a:pathLst>
                <a:path w="2435006" h="3234925" extrusionOk="0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47"/>
            <p:cNvSpPr/>
            <p:nvPr/>
          </p:nvSpPr>
          <p:spPr>
            <a:xfrm>
              <a:off x="6215951" y="4191660"/>
              <a:ext cx="26328" cy="93440"/>
            </a:xfrm>
            <a:custGeom>
              <a:avLst/>
              <a:gdLst/>
              <a:ahLst/>
              <a:cxnLst/>
              <a:rect l="l" t="t" r="r" b="b"/>
              <a:pathLst>
                <a:path w="26328" h="93440" extrusionOk="0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47"/>
            <p:cNvSpPr/>
            <p:nvPr/>
          </p:nvSpPr>
          <p:spPr>
            <a:xfrm>
              <a:off x="3761840" y="882675"/>
              <a:ext cx="63206" cy="27150"/>
            </a:xfrm>
            <a:custGeom>
              <a:avLst/>
              <a:gdLst/>
              <a:ahLst/>
              <a:cxnLst/>
              <a:rect l="l" t="t" r="r" b="b"/>
              <a:pathLst>
                <a:path w="63206" h="27150" extrusionOk="0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47"/>
            <p:cNvSpPr/>
            <p:nvPr/>
          </p:nvSpPr>
          <p:spPr>
            <a:xfrm>
              <a:off x="1985051" y="2961416"/>
              <a:ext cx="4154298" cy="2403527"/>
            </a:xfrm>
            <a:custGeom>
              <a:avLst/>
              <a:gdLst/>
              <a:ahLst/>
              <a:cxnLst/>
              <a:rect l="l" t="t" r="r" b="b"/>
              <a:pathLst>
                <a:path w="4154298" h="2403527" extrusionOk="0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47"/>
            <p:cNvSpPr/>
            <p:nvPr/>
          </p:nvSpPr>
          <p:spPr>
            <a:xfrm>
              <a:off x="2036757" y="2930659"/>
              <a:ext cx="4154369" cy="2403042"/>
            </a:xfrm>
            <a:custGeom>
              <a:avLst/>
              <a:gdLst/>
              <a:ahLst/>
              <a:cxnLst/>
              <a:rect l="l" t="t" r="r" b="b"/>
              <a:pathLst>
                <a:path w="4154369" h="2403042" extrusionOk="0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47"/>
            <p:cNvSpPr/>
            <p:nvPr/>
          </p:nvSpPr>
          <p:spPr>
            <a:xfrm>
              <a:off x="2036929" y="3869239"/>
              <a:ext cx="50374" cy="44958"/>
            </a:xfrm>
            <a:custGeom>
              <a:avLst/>
              <a:gdLst/>
              <a:ahLst/>
              <a:cxnLst/>
              <a:rect l="l" t="t" r="r" b="b"/>
              <a:pathLst>
                <a:path w="50374" h="44958" extrusionOk="0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47"/>
            <p:cNvSpPr/>
            <p:nvPr/>
          </p:nvSpPr>
          <p:spPr>
            <a:xfrm>
              <a:off x="6153886" y="4308341"/>
              <a:ext cx="37258" cy="49244"/>
            </a:xfrm>
            <a:custGeom>
              <a:avLst/>
              <a:gdLst/>
              <a:ahLst/>
              <a:cxnLst/>
              <a:rect l="l" t="t" r="r" b="b"/>
              <a:pathLst>
                <a:path w="37258" h="49244" extrusionOk="0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47"/>
            <p:cNvSpPr/>
            <p:nvPr/>
          </p:nvSpPr>
          <p:spPr>
            <a:xfrm>
              <a:off x="2036757" y="2892519"/>
              <a:ext cx="4154369" cy="2403360"/>
            </a:xfrm>
            <a:custGeom>
              <a:avLst/>
              <a:gdLst/>
              <a:ahLst/>
              <a:cxnLst/>
              <a:rect l="l" t="t" r="r" b="b"/>
              <a:pathLst>
                <a:path w="4154369" h="2403360" extrusionOk="0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47"/>
            <p:cNvSpPr/>
            <p:nvPr/>
          </p:nvSpPr>
          <p:spPr>
            <a:xfrm>
              <a:off x="2036757" y="2886502"/>
              <a:ext cx="4154369" cy="2403527"/>
            </a:xfrm>
            <a:custGeom>
              <a:avLst/>
              <a:gdLst/>
              <a:ahLst/>
              <a:cxnLst/>
              <a:rect l="l" t="t" r="r" b="b"/>
              <a:pathLst>
                <a:path w="4154369" h="2403527" extrusionOk="0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47"/>
            <p:cNvSpPr/>
            <p:nvPr/>
          </p:nvSpPr>
          <p:spPr>
            <a:xfrm>
              <a:off x="3500252" y="306524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47"/>
            <p:cNvSpPr/>
            <p:nvPr/>
          </p:nvSpPr>
          <p:spPr>
            <a:xfrm>
              <a:off x="3657092" y="3155925"/>
              <a:ext cx="266442" cy="153985"/>
            </a:xfrm>
            <a:custGeom>
              <a:avLst/>
              <a:gdLst/>
              <a:ahLst/>
              <a:cxnLst/>
              <a:rect l="l" t="t" r="r" b="b"/>
              <a:pathLst>
                <a:path w="266442" h="153985" extrusionOk="0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1" name="Google Shape;2641;p47"/>
            <p:cNvSpPr/>
            <p:nvPr/>
          </p:nvSpPr>
          <p:spPr>
            <a:xfrm>
              <a:off x="3815428" y="3247563"/>
              <a:ext cx="266636" cy="153995"/>
            </a:xfrm>
            <a:custGeom>
              <a:avLst/>
              <a:gdLst/>
              <a:ahLst/>
              <a:cxnLst/>
              <a:rect l="l" t="t" r="r" b="b"/>
              <a:pathLst>
                <a:path w="266636" h="153995" extrusionOk="0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47"/>
            <p:cNvSpPr/>
            <p:nvPr/>
          </p:nvSpPr>
          <p:spPr>
            <a:xfrm>
              <a:off x="3970462" y="3337185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4127000" y="3427863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4283886" y="3519017"/>
              <a:ext cx="266280" cy="153993"/>
            </a:xfrm>
            <a:custGeom>
              <a:avLst/>
              <a:gdLst/>
              <a:ahLst/>
              <a:cxnLst/>
              <a:rect l="l" t="t" r="r" b="b"/>
              <a:pathLst>
                <a:path w="266280" h="153993" extrusionOk="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4440564" y="3609219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4597287" y="3699905"/>
              <a:ext cx="266442" cy="153983"/>
            </a:xfrm>
            <a:custGeom>
              <a:avLst/>
              <a:gdLst/>
              <a:ahLst/>
              <a:cxnLst/>
              <a:rect l="l" t="t" r="r" b="b"/>
              <a:pathLst>
                <a:path w="266442" h="153983" extrusionOk="0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4753934" y="3790488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4910657" y="3881158"/>
              <a:ext cx="266058" cy="153915"/>
            </a:xfrm>
            <a:custGeom>
              <a:avLst/>
              <a:gdLst/>
              <a:ahLst/>
              <a:cxnLst/>
              <a:rect l="l" t="t" r="r" b="b"/>
              <a:pathLst>
                <a:path w="266058" h="153915" extrusionOk="0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47"/>
            <p:cNvSpPr/>
            <p:nvPr/>
          </p:nvSpPr>
          <p:spPr>
            <a:xfrm>
              <a:off x="5067303" y="3971836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47"/>
            <p:cNvSpPr/>
            <p:nvPr/>
          </p:nvSpPr>
          <p:spPr>
            <a:xfrm>
              <a:off x="5224035" y="4062514"/>
              <a:ext cx="266528" cy="154092"/>
            </a:xfrm>
            <a:custGeom>
              <a:avLst/>
              <a:gdLst/>
              <a:ahLst/>
              <a:cxnLst/>
              <a:rect l="l" t="t" r="r" b="b"/>
              <a:pathLst>
                <a:path w="266528" h="154092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5380534" y="4153137"/>
              <a:ext cx="266473" cy="154041"/>
            </a:xfrm>
            <a:custGeom>
              <a:avLst/>
              <a:gdLst/>
              <a:ahLst/>
              <a:cxnLst/>
              <a:rect l="l" t="t" r="r" b="b"/>
              <a:pathLst>
                <a:path w="266473" h="154041" extrusionOk="0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5537405" y="4243783"/>
              <a:ext cx="341715" cy="197836"/>
            </a:xfrm>
            <a:custGeom>
              <a:avLst/>
              <a:gdLst/>
              <a:ahLst/>
              <a:cxnLst/>
              <a:rect l="l" t="t" r="r" b="b"/>
              <a:pathLst>
                <a:path w="341715" h="197836" extrusionOk="0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47"/>
            <p:cNvSpPr/>
            <p:nvPr/>
          </p:nvSpPr>
          <p:spPr>
            <a:xfrm>
              <a:off x="3580766" y="3287750"/>
              <a:ext cx="266442" cy="153846"/>
            </a:xfrm>
            <a:custGeom>
              <a:avLst/>
              <a:gdLst/>
              <a:ahLst/>
              <a:cxnLst/>
              <a:rect l="l" t="t" r="r" b="b"/>
              <a:pathLst>
                <a:path w="266442" h="153846" extrusionOk="0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47"/>
            <p:cNvSpPr/>
            <p:nvPr/>
          </p:nvSpPr>
          <p:spPr>
            <a:xfrm>
              <a:off x="3737968" y="3378809"/>
              <a:ext cx="266343" cy="153636"/>
            </a:xfrm>
            <a:custGeom>
              <a:avLst/>
              <a:gdLst/>
              <a:ahLst/>
              <a:cxnLst/>
              <a:rect l="l" t="t" r="r" b="b"/>
              <a:pathLst>
                <a:path w="266343" h="153636" extrusionOk="0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5" name="Google Shape;2655;p47"/>
            <p:cNvSpPr/>
            <p:nvPr/>
          </p:nvSpPr>
          <p:spPr>
            <a:xfrm>
              <a:off x="3894706" y="346920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47"/>
            <p:cNvSpPr/>
            <p:nvPr/>
          </p:nvSpPr>
          <p:spPr>
            <a:xfrm>
              <a:off x="4051822" y="3559729"/>
              <a:ext cx="266144" cy="154280"/>
            </a:xfrm>
            <a:custGeom>
              <a:avLst/>
              <a:gdLst/>
              <a:ahLst/>
              <a:cxnLst/>
              <a:rect l="l" t="t" r="r" b="b"/>
              <a:pathLst>
                <a:path w="266144" h="154280" extrusionOk="0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47"/>
            <p:cNvSpPr/>
            <p:nvPr/>
          </p:nvSpPr>
          <p:spPr>
            <a:xfrm>
              <a:off x="4207595" y="3649708"/>
              <a:ext cx="266442" cy="154372"/>
            </a:xfrm>
            <a:custGeom>
              <a:avLst/>
              <a:gdLst/>
              <a:ahLst/>
              <a:cxnLst/>
              <a:rect l="l" t="t" r="r" b="b"/>
              <a:pathLst>
                <a:path w="266442" h="154372" extrusionOk="0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47"/>
            <p:cNvSpPr/>
            <p:nvPr/>
          </p:nvSpPr>
          <p:spPr>
            <a:xfrm>
              <a:off x="4364526" y="3740759"/>
              <a:ext cx="266248" cy="154101"/>
            </a:xfrm>
            <a:custGeom>
              <a:avLst/>
              <a:gdLst/>
              <a:ahLst/>
              <a:cxnLst/>
              <a:rect l="l" t="t" r="r" b="b"/>
              <a:pathLst>
                <a:path w="266248" h="154101" extrusionOk="0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47"/>
            <p:cNvSpPr/>
            <p:nvPr/>
          </p:nvSpPr>
          <p:spPr>
            <a:xfrm>
              <a:off x="4521449" y="3831731"/>
              <a:ext cx="266334" cy="153985"/>
            </a:xfrm>
            <a:custGeom>
              <a:avLst/>
              <a:gdLst/>
              <a:ahLst/>
              <a:cxnLst/>
              <a:rect l="l" t="t" r="r" b="b"/>
              <a:pathLst>
                <a:path w="266334" h="153985" extrusionOk="0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47"/>
            <p:cNvSpPr/>
            <p:nvPr/>
          </p:nvSpPr>
          <p:spPr>
            <a:xfrm>
              <a:off x="4678466" y="3922592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p47"/>
            <p:cNvSpPr/>
            <p:nvPr/>
          </p:nvSpPr>
          <p:spPr>
            <a:xfrm>
              <a:off x="4835195" y="4013365"/>
              <a:ext cx="266474" cy="153993"/>
            </a:xfrm>
            <a:custGeom>
              <a:avLst/>
              <a:gdLst/>
              <a:ahLst/>
              <a:cxnLst/>
              <a:rect l="l" t="t" r="r" b="b"/>
              <a:pathLst>
                <a:path w="266474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47"/>
            <p:cNvSpPr/>
            <p:nvPr/>
          </p:nvSpPr>
          <p:spPr>
            <a:xfrm>
              <a:off x="4992397" y="4104213"/>
              <a:ext cx="266533" cy="154079"/>
            </a:xfrm>
            <a:custGeom>
              <a:avLst/>
              <a:gdLst/>
              <a:ahLst/>
              <a:cxnLst/>
              <a:rect l="l" t="t" r="r" b="b"/>
              <a:pathLst>
                <a:path w="266533" h="154079" extrusionOk="0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3" name="Google Shape;2663;p47"/>
            <p:cNvSpPr/>
            <p:nvPr/>
          </p:nvSpPr>
          <p:spPr>
            <a:xfrm>
              <a:off x="5149329" y="4195292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47"/>
            <p:cNvSpPr/>
            <p:nvPr/>
          </p:nvSpPr>
          <p:spPr>
            <a:xfrm>
              <a:off x="5306305" y="4285820"/>
              <a:ext cx="266280" cy="154040"/>
            </a:xfrm>
            <a:custGeom>
              <a:avLst/>
              <a:gdLst/>
              <a:ahLst/>
              <a:cxnLst/>
              <a:rect l="l" t="t" r="r" b="b"/>
              <a:pathLst>
                <a:path w="266280" h="154040" extrusionOk="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47"/>
            <p:cNvSpPr/>
            <p:nvPr/>
          </p:nvSpPr>
          <p:spPr>
            <a:xfrm>
              <a:off x="3348561" y="3153075"/>
              <a:ext cx="342095" cy="197622"/>
            </a:xfrm>
            <a:custGeom>
              <a:avLst/>
              <a:gdLst/>
              <a:ahLst/>
              <a:cxnLst/>
              <a:rect l="l" t="t" r="r" b="b"/>
              <a:pathLst>
                <a:path w="342095" h="197622" extrusionOk="0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47"/>
            <p:cNvSpPr/>
            <p:nvPr/>
          </p:nvSpPr>
          <p:spPr>
            <a:xfrm>
              <a:off x="5350264" y="4375807"/>
              <a:ext cx="378572" cy="242223"/>
            </a:xfrm>
            <a:custGeom>
              <a:avLst/>
              <a:gdLst/>
              <a:ahLst/>
              <a:cxnLst/>
              <a:rect l="l" t="t" r="r" b="b"/>
              <a:pathLst>
                <a:path w="378572" h="242223" extrusionOk="0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47"/>
            <p:cNvSpPr/>
            <p:nvPr/>
          </p:nvSpPr>
          <p:spPr>
            <a:xfrm>
              <a:off x="2893378" y="3416909"/>
              <a:ext cx="266442" cy="154101"/>
            </a:xfrm>
            <a:custGeom>
              <a:avLst/>
              <a:gdLst/>
              <a:ahLst/>
              <a:cxnLst/>
              <a:rect l="l" t="t" r="r" b="b"/>
              <a:pathLst>
                <a:path w="266442" h="154101" extrusionOk="0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47"/>
            <p:cNvSpPr/>
            <p:nvPr/>
          </p:nvSpPr>
          <p:spPr>
            <a:xfrm>
              <a:off x="3049635" y="350749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47"/>
            <p:cNvSpPr/>
            <p:nvPr/>
          </p:nvSpPr>
          <p:spPr>
            <a:xfrm>
              <a:off x="3205860" y="3597884"/>
              <a:ext cx="266188" cy="153922"/>
            </a:xfrm>
            <a:custGeom>
              <a:avLst/>
              <a:gdLst/>
              <a:ahLst/>
              <a:cxnLst/>
              <a:rect l="l" t="t" r="r" b="b"/>
              <a:pathLst>
                <a:path w="266188" h="153922" extrusionOk="0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47"/>
            <p:cNvSpPr/>
            <p:nvPr/>
          </p:nvSpPr>
          <p:spPr>
            <a:xfrm>
              <a:off x="4536462" y="4367735"/>
              <a:ext cx="266437" cy="154256"/>
            </a:xfrm>
            <a:custGeom>
              <a:avLst/>
              <a:gdLst/>
              <a:ahLst/>
              <a:cxnLst/>
              <a:rect l="l" t="t" r="r" b="b"/>
              <a:pathLst>
                <a:path w="266437" h="154256" extrusionOk="0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47"/>
            <p:cNvSpPr/>
            <p:nvPr/>
          </p:nvSpPr>
          <p:spPr>
            <a:xfrm>
              <a:off x="4692711" y="4458183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47"/>
            <p:cNvSpPr/>
            <p:nvPr/>
          </p:nvSpPr>
          <p:spPr>
            <a:xfrm>
              <a:off x="4849162" y="4548575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47"/>
            <p:cNvSpPr/>
            <p:nvPr/>
          </p:nvSpPr>
          <p:spPr>
            <a:xfrm>
              <a:off x="5005419" y="4638967"/>
              <a:ext cx="266537" cy="154092"/>
            </a:xfrm>
            <a:custGeom>
              <a:avLst/>
              <a:gdLst/>
              <a:ahLst/>
              <a:cxnLst/>
              <a:rect l="l" t="t" r="r" b="b"/>
              <a:pathLst>
                <a:path w="266537" h="154092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47"/>
            <p:cNvSpPr/>
            <p:nvPr/>
          </p:nvSpPr>
          <p:spPr>
            <a:xfrm>
              <a:off x="3362257" y="3688277"/>
              <a:ext cx="306733" cy="177321"/>
            </a:xfrm>
            <a:custGeom>
              <a:avLst/>
              <a:gdLst/>
              <a:ahLst/>
              <a:cxnLst/>
              <a:rect l="l" t="t" r="r" b="b"/>
              <a:pathLst>
                <a:path w="306733" h="177321" extrusionOk="0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47"/>
            <p:cNvSpPr/>
            <p:nvPr/>
          </p:nvSpPr>
          <p:spPr>
            <a:xfrm>
              <a:off x="4339992" y="4254062"/>
              <a:ext cx="306655" cy="177321"/>
            </a:xfrm>
            <a:custGeom>
              <a:avLst/>
              <a:gdLst/>
              <a:ahLst/>
              <a:cxnLst/>
              <a:rect l="l" t="t" r="r" b="b"/>
              <a:pathLst>
                <a:path w="306655" h="177321" extrusionOk="0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47"/>
            <p:cNvSpPr/>
            <p:nvPr/>
          </p:nvSpPr>
          <p:spPr>
            <a:xfrm>
              <a:off x="3558805" y="3802100"/>
              <a:ext cx="891371" cy="515693"/>
            </a:xfrm>
            <a:custGeom>
              <a:avLst/>
              <a:gdLst/>
              <a:ahLst/>
              <a:cxnLst/>
              <a:rect l="l" t="t" r="r" b="b"/>
              <a:pathLst>
                <a:path w="891371" h="515693" extrusionOk="0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47"/>
            <p:cNvSpPr/>
            <p:nvPr/>
          </p:nvSpPr>
          <p:spPr>
            <a:xfrm>
              <a:off x="3471751" y="3400145"/>
              <a:ext cx="266623" cy="154042"/>
            </a:xfrm>
            <a:custGeom>
              <a:avLst/>
              <a:gdLst/>
              <a:ahLst/>
              <a:cxnLst/>
              <a:rect l="l" t="t" r="r" b="b"/>
              <a:pathLst>
                <a:path w="266623" h="154042" extrusionOk="0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47"/>
            <p:cNvSpPr/>
            <p:nvPr/>
          </p:nvSpPr>
          <p:spPr>
            <a:xfrm>
              <a:off x="3628284" y="3490390"/>
              <a:ext cx="266442" cy="154037"/>
            </a:xfrm>
            <a:custGeom>
              <a:avLst/>
              <a:gdLst/>
              <a:ahLst/>
              <a:cxnLst/>
              <a:rect l="l" t="t" r="r" b="b"/>
              <a:pathLst>
                <a:path w="266442" h="154037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47"/>
            <p:cNvSpPr/>
            <p:nvPr/>
          </p:nvSpPr>
          <p:spPr>
            <a:xfrm>
              <a:off x="3784546" y="3581216"/>
              <a:ext cx="266667" cy="153993"/>
            </a:xfrm>
            <a:custGeom>
              <a:avLst/>
              <a:gdLst/>
              <a:ahLst/>
              <a:cxnLst/>
              <a:rect l="l" t="t" r="r" b="b"/>
              <a:pathLst>
                <a:path w="266667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47"/>
            <p:cNvSpPr/>
            <p:nvPr/>
          </p:nvSpPr>
          <p:spPr>
            <a:xfrm>
              <a:off x="3941088" y="3671799"/>
              <a:ext cx="266351" cy="153784"/>
            </a:xfrm>
            <a:custGeom>
              <a:avLst/>
              <a:gdLst/>
              <a:ahLst/>
              <a:cxnLst/>
              <a:rect l="l" t="t" r="r" b="b"/>
              <a:pathLst>
                <a:path w="266351" h="153784" extrusionOk="0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1" name="Google Shape;2681;p47"/>
            <p:cNvSpPr/>
            <p:nvPr/>
          </p:nvSpPr>
          <p:spPr>
            <a:xfrm>
              <a:off x="4097622" y="3762381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2" name="Google Shape;2682;p47"/>
            <p:cNvSpPr/>
            <p:nvPr/>
          </p:nvSpPr>
          <p:spPr>
            <a:xfrm>
              <a:off x="4254133" y="3852876"/>
              <a:ext cx="266854" cy="154172"/>
            </a:xfrm>
            <a:custGeom>
              <a:avLst/>
              <a:gdLst/>
              <a:ahLst/>
              <a:cxnLst/>
              <a:rect l="l" t="t" r="r" b="b"/>
              <a:pathLst>
                <a:path w="266854" h="154172" extrusionOk="0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3" name="Google Shape;2683;p47"/>
            <p:cNvSpPr/>
            <p:nvPr/>
          </p:nvSpPr>
          <p:spPr>
            <a:xfrm>
              <a:off x="4410814" y="394345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4" name="Google Shape;2684;p47"/>
            <p:cNvSpPr/>
            <p:nvPr/>
          </p:nvSpPr>
          <p:spPr>
            <a:xfrm>
              <a:off x="4567356" y="4034034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5" name="Google Shape;2685;p47"/>
            <p:cNvSpPr/>
            <p:nvPr/>
          </p:nvSpPr>
          <p:spPr>
            <a:xfrm>
              <a:off x="4723985" y="4124617"/>
              <a:ext cx="266248" cy="154017"/>
            </a:xfrm>
            <a:custGeom>
              <a:avLst/>
              <a:gdLst/>
              <a:ahLst/>
              <a:cxnLst/>
              <a:rect l="l" t="t" r="r" b="b"/>
              <a:pathLst>
                <a:path w="266248" h="154017" extrusionOk="0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47"/>
            <p:cNvSpPr/>
            <p:nvPr/>
          </p:nvSpPr>
          <p:spPr>
            <a:xfrm>
              <a:off x="4880346" y="4215112"/>
              <a:ext cx="266334" cy="154040"/>
            </a:xfrm>
            <a:custGeom>
              <a:avLst/>
              <a:gdLst/>
              <a:ahLst/>
              <a:cxnLst/>
              <a:rect l="l" t="t" r="r" b="b"/>
              <a:pathLst>
                <a:path w="266334" h="154040" extrusionOk="0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47"/>
            <p:cNvSpPr/>
            <p:nvPr/>
          </p:nvSpPr>
          <p:spPr>
            <a:xfrm>
              <a:off x="5036888" y="430568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47"/>
            <p:cNvSpPr/>
            <p:nvPr/>
          </p:nvSpPr>
          <p:spPr>
            <a:xfrm>
              <a:off x="5193145" y="4396270"/>
              <a:ext cx="266239" cy="154284"/>
            </a:xfrm>
            <a:custGeom>
              <a:avLst/>
              <a:gdLst/>
              <a:ahLst/>
              <a:cxnLst/>
              <a:rect l="l" t="t" r="r" b="b"/>
              <a:pathLst>
                <a:path w="266239" h="154284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47"/>
            <p:cNvSpPr/>
            <p:nvPr/>
          </p:nvSpPr>
          <p:spPr>
            <a:xfrm>
              <a:off x="3196776" y="3241078"/>
              <a:ext cx="384874" cy="222382"/>
            </a:xfrm>
            <a:custGeom>
              <a:avLst/>
              <a:gdLst/>
              <a:ahLst/>
              <a:cxnLst/>
              <a:rect l="l" t="t" r="r" b="b"/>
              <a:pathLst>
                <a:path w="384874" h="222382" extrusionOk="0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47"/>
            <p:cNvSpPr/>
            <p:nvPr/>
          </p:nvSpPr>
          <p:spPr>
            <a:xfrm>
              <a:off x="3242171" y="3443016"/>
              <a:ext cx="266280" cy="153882"/>
            </a:xfrm>
            <a:custGeom>
              <a:avLst/>
              <a:gdLst/>
              <a:ahLst/>
              <a:cxnLst/>
              <a:rect l="l" t="t" r="r" b="b"/>
              <a:pathLst>
                <a:path w="266280" h="153882" extrusionOk="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47"/>
            <p:cNvSpPr/>
            <p:nvPr/>
          </p:nvSpPr>
          <p:spPr>
            <a:xfrm>
              <a:off x="3398660" y="353359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47"/>
            <p:cNvSpPr/>
            <p:nvPr/>
          </p:nvSpPr>
          <p:spPr>
            <a:xfrm>
              <a:off x="3554723" y="3624118"/>
              <a:ext cx="266722" cy="153784"/>
            </a:xfrm>
            <a:custGeom>
              <a:avLst/>
              <a:gdLst/>
              <a:ahLst/>
              <a:cxnLst/>
              <a:rect l="l" t="t" r="r" b="b"/>
              <a:pathLst>
                <a:path w="266722" h="153784" extrusionOk="0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47"/>
            <p:cNvSpPr/>
            <p:nvPr/>
          </p:nvSpPr>
          <p:spPr>
            <a:xfrm>
              <a:off x="3711455" y="3714661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47"/>
            <p:cNvSpPr/>
            <p:nvPr/>
          </p:nvSpPr>
          <p:spPr>
            <a:xfrm>
              <a:off x="3868572" y="3805244"/>
              <a:ext cx="266280" cy="154106"/>
            </a:xfrm>
            <a:custGeom>
              <a:avLst/>
              <a:gdLst/>
              <a:ahLst/>
              <a:cxnLst/>
              <a:rect l="l" t="t" r="r" b="b"/>
              <a:pathLst>
                <a:path w="266280" h="154106" extrusionOk="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5" name="Google Shape;2695;p47"/>
            <p:cNvSpPr/>
            <p:nvPr/>
          </p:nvSpPr>
          <p:spPr>
            <a:xfrm>
              <a:off x="4024630" y="3895731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6" name="Google Shape;2696;p47"/>
            <p:cNvSpPr/>
            <p:nvPr/>
          </p:nvSpPr>
          <p:spPr>
            <a:xfrm>
              <a:off x="4181086" y="398631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7" name="Google Shape;2697;p47"/>
            <p:cNvSpPr/>
            <p:nvPr/>
          </p:nvSpPr>
          <p:spPr>
            <a:xfrm>
              <a:off x="4337714" y="4076809"/>
              <a:ext cx="266248" cy="154040"/>
            </a:xfrm>
            <a:custGeom>
              <a:avLst/>
              <a:gdLst/>
              <a:ahLst/>
              <a:cxnLst/>
              <a:rect l="l" t="t" r="r" b="b"/>
              <a:pathLst>
                <a:path w="266248" h="154040" extrusionOk="0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8" name="Google Shape;2698;p47"/>
            <p:cNvSpPr/>
            <p:nvPr/>
          </p:nvSpPr>
          <p:spPr>
            <a:xfrm>
              <a:off x="4494075" y="416738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47"/>
            <p:cNvSpPr/>
            <p:nvPr/>
          </p:nvSpPr>
          <p:spPr>
            <a:xfrm>
              <a:off x="4650609" y="4257915"/>
              <a:ext cx="266153" cy="154012"/>
            </a:xfrm>
            <a:custGeom>
              <a:avLst/>
              <a:gdLst/>
              <a:ahLst/>
              <a:cxnLst/>
              <a:rect l="l" t="t" r="r" b="b"/>
              <a:pathLst>
                <a:path w="266153" h="154012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47"/>
            <p:cNvSpPr/>
            <p:nvPr/>
          </p:nvSpPr>
          <p:spPr>
            <a:xfrm>
              <a:off x="4807065" y="434845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1" name="Google Shape;2701;p47"/>
            <p:cNvSpPr/>
            <p:nvPr/>
          </p:nvSpPr>
          <p:spPr>
            <a:xfrm>
              <a:off x="4963756" y="4439037"/>
              <a:ext cx="459701" cy="266038"/>
            </a:xfrm>
            <a:custGeom>
              <a:avLst/>
              <a:gdLst/>
              <a:ahLst/>
              <a:cxnLst/>
              <a:rect l="l" t="t" r="r" b="b"/>
              <a:pathLst>
                <a:path w="459701" h="266038" extrusionOk="0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2" name="Google Shape;2702;p47"/>
            <p:cNvSpPr/>
            <p:nvPr/>
          </p:nvSpPr>
          <p:spPr>
            <a:xfrm>
              <a:off x="3045263" y="3329192"/>
              <a:ext cx="306655" cy="177371"/>
            </a:xfrm>
            <a:custGeom>
              <a:avLst/>
              <a:gdLst/>
              <a:ahLst/>
              <a:cxnLst/>
              <a:rect l="l" t="t" r="r" b="b"/>
              <a:pathLst>
                <a:path w="306655" h="177371" extrusionOk="0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47"/>
            <p:cNvSpPr/>
            <p:nvPr/>
          </p:nvSpPr>
          <p:spPr>
            <a:xfrm>
              <a:off x="3658039" y="3005282"/>
              <a:ext cx="2325529" cy="1345328"/>
            </a:xfrm>
            <a:custGeom>
              <a:avLst/>
              <a:gdLst/>
              <a:ahLst/>
              <a:cxnLst/>
              <a:rect l="l" t="t" r="r" b="b"/>
              <a:pathLst>
                <a:path w="2325529" h="1345328" extrusionOk="0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47"/>
            <p:cNvSpPr/>
            <p:nvPr/>
          </p:nvSpPr>
          <p:spPr>
            <a:xfrm>
              <a:off x="2758377" y="3858961"/>
              <a:ext cx="1752611" cy="1013632"/>
            </a:xfrm>
            <a:custGeom>
              <a:avLst/>
              <a:gdLst/>
              <a:ahLst/>
              <a:cxnLst/>
              <a:rect l="l" t="t" r="r" b="b"/>
              <a:pathLst>
                <a:path w="1752611" h="1013632" extrusionOk="0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5" name="Google Shape;2705;p47"/>
            <p:cNvSpPr/>
            <p:nvPr/>
          </p:nvSpPr>
          <p:spPr>
            <a:xfrm>
              <a:off x="2759571" y="3871207"/>
              <a:ext cx="1750478" cy="1001386"/>
            </a:xfrm>
            <a:custGeom>
              <a:avLst/>
              <a:gdLst/>
              <a:ahLst/>
              <a:cxnLst/>
              <a:rect l="l" t="t" r="r" b="b"/>
              <a:pathLst>
                <a:path w="1750478" h="1001386" extrusionOk="0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6" name="Google Shape;2706;p47"/>
            <p:cNvSpPr/>
            <p:nvPr/>
          </p:nvSpPr>
          <p:spPr>
            <a:xfrm>
              <a:off x="3817633" y="2891711"/>
              <a:ext cx="2255273" cy="1359741"/>
            </a:xfrm>
            <a:custGeom>
              <a:avLst/>
              <a:gdLst/>
              <a:ahLst/>
              <a:cxnLst/>
              <a:rect l="l" t="t" r="r" b="b"/>
              <a:pathLst>
                <a:path w="2255273" h="1359741" extrusionOk="0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47"/>
            <p:cNvSpPr/>
            <p:nvPr/>
          </p:nvSpPr>
          <p:spPr>
            <a:xfrm>
              <a:off x="3899944" y="2334804"/>
              <a:ext cx="319167" cy="507819"/>
            </a:xfrm>
            <a:custGeom>
              <a:avLst/>
              <a:gdLst/>
              <a:ahLst/>
              <a:cxnLst/>
              <a:rect l="l" t="t" r="r" b="b"/>
              <a:pathLst>
                <a:path w="319167" h="507819" extrusionOk="0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47"/>
            <p:cNvSpPr/>
            <p:nvPr/>
          </p:nvSpPr>
          <p:spPr>
            <a:xfrm>
              <a:off x="3899468" y="1737396"/>
              <a:ext cx="318787" cy="562544"/>
            </a:xfrm>
            <a:custGeom>
              <a:avLst/>
              <a:gdLst/>
              <a:ahLst/>
              <a:cxnLst/>
              <a:rect l="l" t="t" r="r" b="b"/>
              <a:pathLst>
                <a:path w="318787" h="562544" extrusionOk="0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47"/>
            <p:cNvSpPr/>
            <p:nvPr/>
          </p:nvSpPr>
          <p:spPr>
            <a:xfrm>
              <a:off x="3979213" y="1913870"/>
              <a:ext cx="161864" cy="209418"/>
            </a:xfrm>
            <a:custGeom>
              <a:avLst/>
              <a:gdLst/>
              <a:ahLst/>
              <a:cxnLst/>
              <a:rect l="l" t="t" r="r" b="b"/>
              <a:pathLst>
                <a:path w="161864" h="209418" extrusionOk="0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47"/>
            <p:cNvSpPr/>
            <p:nvPr/>
          </p:nvSpPr>
          <p:spPr>
            <a:xfrm>
              <a:off x="4045651" y="1966906"/>
              <a:ext cx="50374" cy="107156"/>
            </a:xfrm>
            <a:custGeom>
              <a:avLst/>
              <a:gdLst/>
              <a:ahLst/>
              <a:cxnLst/>
              <a:rect l="l" t="t" r="r" b="b"/>
              <a:pathLst>
                <a:path w="50374" h="107156" extrusionOk="0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47"/>
            <p:cNvSpPr/>
            <p:nvPr/>
          </p:nvSpPr>
          <p:spPr>
            <a:xfrm>
              <a:off x="3899183" y="1178204"/>
              <a:ext cx="318787" cy="538687"/>
            </a:xfrm>
            <a:custGeom>
              <a:avLst/>
              <a:gdLst/>
              <a:ahLst/>
              <a:cxnLst/>
              <a:rect l="l" t="t" r="r" b="b"/>
              <a:pathLst>
                <a:path w="318787" h="538687" extrusionOk="0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3979213" y="1338206"/>
              <a:ext cx="159393" cy="203465"/>
            </a:xfrm>
            <a:custGeom>
              <a:avLst/>
              <a:gdLst/>
              <a:ahLst/>
              <a:cxnLst/>
              <a:rect l="l" t="t" r="r" b="b"/>
              <a:pathLst>
                <a:path w="159393" h="203465" extrusionOk="0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3993280" y="2480040"/>
              <a:ext cx="134491" cy="224767"/>
            </a:xfrm>
            <a:custGeom>
              <a:avLst/>
              <a:gdLst/>
              <a:ahLst/>
              <a:cxnLst/>
              <a:rect l="l" t="t" r="r" b="b"/>
              <a:pathLst>
                <a:path w="134491" h="224767" extrusionOk="0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47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avLst/>
              <a:gdLst/>
              <a:ahLst/>
              <a:cxnLst/>
              <a:rect l="l" t="t" r="r" b="b"/>
              <a:pathLst>
                <a:path w="71855" h="124586" extrusionOk="0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4492846" y="2048739"/>
              <a:ext cx="559351" cy="469824"/>
            </a:xfrm>
            <a:custGeom>
              <a:avLst/>
              <a:gdLst/>
              <a:ahLst/>
              <a:cxnLst/>
              <a:rect l="l" t="t" r="r" b="b"/>
              <a:pathLst>
                <a:path w="559351" h="469824" extrusionOk="0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4353888" y="2645824"/>
              <a:ext cx="1638988" cy="1231605"/>
            </a:xfrm>
            <a:custGeom>
              <a:avLst/>
              <a:gdLst/>
              <a:ahLst/>
              <a:cxnLst/>
              <a:rect l="l" t="t" r="r" b="b"/>
              <a:pathLst>
                <a:path w="1638988" h="123160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4353888" y="2645824"/>
              <a:ext cx="1638988" cy="746475"/>
            </a:xfrm>
            <a:custGeom>
              <a:avLst/>
              <a:gdLst/>
              <a:ahLst/>
              <a:cxnLst/>
              <a:rect l="l" t="t" r="r" b="b"/>
              <a:pathLst>
                <a:path w="1638988" h="74647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w="10075" cap="flat" cmpd="sng">
              <a:solidFill>
                <a:srgbClr val="CCCED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4257005" y="773645"/>
              <a:ext cx="165344" cy="325643"/>
            </a:xfrm>
            <a:custGeom>
              <a:avLst/>
              <a:gdLst/>
              <a:ahLst/>
              <a:cxnLst/>
              <a:rect l="l" t="t" r="r" b="b"/>
              <a:pathLst>
                <a:path w="165344" h="325643" extrusionOk="0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47"/>
            <p:cNvSpPr/>
            <p:nvPr/>
          </p:nvSpPr>
          <p:spPr>
            <a:xfrm>
              <a:off x="4272441" y="1538278"/>
              <a:ext cx="113451" cy="88273"/>
            </a:xfrm>
            <a:custGeom>
              <a:avLst/>
              <a:gdLst/>
              <a:ahLst/>
              <a:cxnLst/>
              <a:rect l="l" t="t" r="r" b="b"/>
              <a:pathLst>
                <a:path w="113451" h="88273" extrusionOk="0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47"/>
            <p:cNvSpPr/>
            <p:nvPr/>
          </p:nvSpPr>
          <p:spPr>
            <a:xfrm>
              <a:off x="4272622" y="1567332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47"/>
            <p:cNvSpPr/>
            <p:nvPr/>
          </p:nvSpPr>
          <p:spPr>
            <a:xfrm>
              <a:off x="4135669" y="1458312"/>
              <a:ext cx="113522" cy="85076"/>
            </a:xfrm>
            <a:custGeom>
              <a:avLst/>
              <a:gdLst/>
              <a:ahLst/>
              <a:cxnLst/>
              <a:rect l="l" t="t" r="r" b="b"/>
              <a:pathLst>
                <a:path w="113522" h="85076" extrusionOk="0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2" name="Google Shape;2722;p47"/>
            <p:cNvSpPr/>
            <p:nvPr/>
          </p:nvSpPr>
          <p:spPr>
            <a:xfrm>
              <a:off x="4135660" y="1485798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3" name="Google Shape;2723;p47"/>
            <p:cNvSpPr/>
            <p:nvPr/>
          </p:nvSpPr>
          <p:spPr>
            <a:xfrm>
              <a:off x="4163850" y="1066881"/>
              <a:ext cx="398264" cy="482949"/>
            </a:xfrm>
            <a:custGeom>
              <a:avLst/>
              <a:gdLst/>
              <a:ahLst/>
              <a:cxnLst/>
              <a:rect l="l" t="t" r="r" b="b"/>
              <a:pathLst>
                <a:path w="398264" h="482949" extrusionOk="0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47"/>
            <p:cNvSpPr/>
            <p:nvPr/>
          </p:nvSpPr>
          <p:spPr>
            <a:xfrm>
              <a:off x="4403391" y="743705"/>
              <a:ext cx="125692" cy="122150"/>
            </a:xfrm>
            <a:custGeom>
              <a:avLst/>
              <a:gdLst/>
              <a:ahLst/>
              <a:cxnLst/>
              <a:rect l="l" t="t" r="r" b="b"/>
              <a:pathLst>
                <a:path w="125692" h="122150" extrusionOk="0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5" name="Google Shape;2725;p47"/>
            <p:cNvSpPr/>
            <p:nvPr/>
          </p:nvSpPr>
          <p:spPr>
            <a:xfrm>
              <a:off x="4358991" y="760843"/>
              <a:ext cx="203859" cy="398340"/>
            </a:xfrm>
            <a:custGeom>
              <a:avLst/>
              <a:gdLst/>
              <a:ahLst/>
              <a:cxnLst/>
              <a:rect l="l" t="t" r="r" b="b"/>
              <a:pathLst>
                <a:path w="203859" h="398340" extrusionOk="0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6" name="Google Shape;2726;p47"/>
            <p:cNvSpPr/>
            <p:nvPr/>
          </p:nvSpPr>
          <p:spPr>
            <a:xfrm>
              <a:off x="4398650" y="616917"/>
              <a:ext cx="135166" cy="164844"/>
            </a:xfrm>
            <a:custGeom>
              <a:avLst/>
              <a:gdLst/>
              <a:ahLst/>
              <a:cxnLst/>
              <a:rect l="l" t="t" r="r" b="b"/>
              <a:pathLst>
                <a:path w="135166" h="164844" extrusionOk="0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7" name="Google Shape;2727;p47"/>
            <p:cNvSpPr/>
            <p:nvPr/>
          </p:nvSpPr>
          <p:spPr>
            <a:xfrm>
              <a:off x="4403852" y="602477"/>
              <a:ext cx="142520" cy="141227"/>
            </a:xfrm>
            <a:custGeom>
              <a:avLst/>
              <a:gdLst/>
              <a:ahLst/>
              <a:cxnLst/>
              <a:rect l="l" t="t" r="r" b="b"/>
              <a:pathLst>
                <a:path w="142520" h="141227" extrusionOk="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47"/>
            <p:cNvSpPr/>
            <p:nvPr/>
          </p:nvSpPr>
          <p:spPr>
            <a:xfrm>
              <a:off x="4338015" y="761231"/>
              <a:ext cx="65677" cy="95630"/>
            </a:xfrm>
            <a:custGeom>
              <a:avLst/>
              <a:gdLst/>
              <a:ahLst/>
              <a:cxnLst/>
              <a:rect l="l" t="t" r="r" b="b"/>
              <a:pathLst>
                <a:path w="65677" h="95630" extrusionOk="0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9" name="Google Shape;2729;p47"/>
            <p:cNvSpPr/>
            <p:nvPr/>
          </p:nvSpPr>
          <p:spPr>
            <a:xfrm>
              <a:off x="5408528" y="1603174"/>
              <a:ext cx="974325" cy="1973896"/>
            </a:xfrm>
            <a:custGeom>
              <a:avLst/>
              <a:gdLst/>
              <a:ahLst/>
              <a:cxnLst/>
              <a:rect l="l" t="t" r="r" b="b"/>
              <a:pathLst>
                <a:path w="974325" h="1973896" extrusionOk="0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0" name="Google Shape;2730;p47"/>
            <p:cNvSpPr/>
            <p:nvPr/>
          </p:nvSpPr>
          <p:spPr>
            <a:xfrm>
              <a:off x="6324400" y="3534911"/>
              <a:ext cx="27183" cy="49530"/>
            </a:xfrm>
            <a:custGeom>
              <a:avLst/>
              <a:gdLst/>
              <a:ahLst/>
              <a:cxnLst/>
              <a:rect l="l" t="t" r="r" b="b"/>
              <a:pathLst>
                <a:path w="27183" h="49530" extrusionOk="0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47"/>
            <p:cNvSpPr/>
            <p:nvPr/>
          </p:nvSpPr>
          <p:spPr>
            <a:xfrm>
              <a:off x="5423355" y="1605432"/>
              <a:ext cx="45242" cy="39909"/>
            </a:xfrm>
            <a:custGeom>
              <a:avLst/>
              <a:gdLst/>
              <a:ahLst/>
              <a:cxnLst/>
              <a:rect l="l" t="t" r="r" b="b"/>
              <a:pathLst>
                <a:path w="45242" h="39909" extrusionOk="0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47"/>
            <p:cNvSpPr/>
            <p:nvPr/>
          </p:nvSpPr>
          <p:spPr>
            <a:xfrm>
              <a:off x="5387713" y="1613611"/>
              <a:ext cx="974325" cy="1973876"/>
            </a:xfrm>
            <a:custGeom>
              <a:avLst/>
              <a:gdLst/>
              <a:ahLst/>
              <a:cxnLst/>
              <a:rect l="l" t="t" r="r" b="b"/>
              <a:pathLst>
                <a:path w="974325" h="1973876" extrusionOk="0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47"/>
            <p:cNvSpPr/>
            <p:nvPr/>
          </p:nvSpPr>
          <p:spPr>
            <a:xfrm>
              <a:off x="5477912" y="174973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47"/>
            <p:cNvSpPr/>
            <p:nvPr/>
          </p:nvSpPr>
          <p:spPr>
            <a:xfrm>
              <a:off x="5649377" y="1848986"/>
              <a:ext cx="613432" cy="407098"/>
            </a:xfrm>
            <a:custGeom>
              <a:avLst/>
              <a:gdLst/>
              <a:ahLst/>
              <a:cxnLst/>
              <a:rect l="l" t="t" r="r" b="b"/>
              <a:pathLst>
                <a:path w="613432" h="407098" extrusionOk="0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47"/>
            <p:cNvSpPr/>
            <p:nvPr/>
          </p:nvSpPr>
          <p:spPr>
            <a:xfrm>
              <a:off x="5477912" y="191680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6" name="Google Shape;2736;p47"/>
            <p:cNvSpPr/>
            <p:nvPr/>
          </p:nvSpPr>
          <p:spPr>
            <a:xfrm>
              <a:off x="5649377" y="2015959"/>
              <a:ext cx="405945" cy="287083"/>
            </a:xfrm>
            <a:custGeom>
              <a:avLst/>
              <a:gdLst/>
              <a:ahLst/>
              <a:cxnLst/>
              <a:rect l="l" t="t" r="r" b="b"/>
              <a:pathLst>
                <a:path w="405945" h="287083" extrusionOk="0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47"/>
            <p:cNvSpPr/>
            <p:nvPr/>
          </p:nvSpPr>
          <p:spPr>
            <a:xfrm>
              <a:off x="5477912" y="2000338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47"/>
            <p:cNvSpPr/>
            <p:nvPr/>
          </p:nvSpPr>
          <p:spPr>
            <a:xfrm>
              <a:off x="5649377" y="2099494"/>
              <a:ext cx="505174" cy="344519"/>
            </a:xfrm>
            <a:custGeom>
              <a:avLst/>
              <a:gdLst/>
              <a:ahLst/>
              <a:cxnLst/>
              <a:rect l="l" t="t" r="r" b="b"/>
              <a:pathLst>
                <a:path w="505174" h="344519" extrusionOk="0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47"/>
            <p:cNvSpPr/>
            <p:nvPr/>
          </p:nvSpPr>
          <p:spPr>
            <a:xfrm>
              <a:off x="5477912" y="208377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47"/>
            <p:cNvSpPr/>
            <p:nvPr/>
          </p:nvSpPr>
          <p:spPr>
            <a:xfrm>
              <a:off x="5649377" y="2183028"/>
              <a:ext cx="351863" cy="255746"/>
            </a:xfrm>
            <a:custGeom>
              <a:avLst/>
              <a:gdLst/>
              <a:ahLst/>
              <a:cxnLst/>
              <a:rect l="l" t="t" r="r" b="b"/>
              <a:pathLst>
                <a:path w="351863" h="255746" extrusionOk="0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47"/>
            <p:cNvSpPr/>
            <p:nvPr/>
          </p:nvSpPr>
          <p:spPr>
            <a:xfrm>
              <a:off x="5477912" y="1833270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47"/>
            <p:cNvSpPr/>
            <p:nvPr/>
          </p:nvSpPr>
          <p:spPr>
            <a:xfrm>
              <a:off x="5649377" y="1932425"/>
              <a:ext cx="306716" cy="229742"/>
            </a:xfrm>
            <a:custGeom>
              <a:avLst/>
              <a:gdLst/>
              <a:ahLst/>
              <a:cxnLst/>
              <a:rect l="l" t="t" r="r" b="b"/>
              <a:pathLst>
                <a:path w="306716" h="229742" extrusionOk="0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47"/>
            <p:cNvSpPr/>
            <p:nvPr/>
          </p:nvSpPr>
          <p:spPr>
            <a:xfrm>
              <a:off x="5477912" y="216731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47"/>
            <p:cNvSpPr/>
            <p:nvPr/>
          </p:nvSpPr>
          <p:spPr>
            <a:xfrm>
              <a:off x="5649377" y="2266467"/>
              <a:ext cx="180399" cy="156591"/>
            </a:xfrm>
            <a:custGeom>
              <a:avLst/>
              <a:gdLst/>
              <a:ahLst/>
              <a:cxnLst/>
              <a:rect l="l" t="t" r="r" b="b"/>
              <a:pathLst>
                <a:path w="180399" h="156591" extrusionOk="0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47"/>
            <p:cNvSpPr/>
            <p:nvPr/>
          </p:nvSpPr>
          <p:spPr>
            <a:xfrm>
              <a:off x="5477912" y="2334380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47"/>
            <p:cNvSpPr/>
            <p:nvPr/>
          </p:nvSpPr>
          <p:spPr>
            <a:xfrm>
              <a:off x="5649377" y="2433536"/>
              <a:ext cx="568380" cy="381000"/>
            </a:xfrm>
            <a:custGeom>
              <a:avLst/>
              <a:gdLst/>
              <a:ahLst/>
              <a:cxnLst/>
              <a:rect l="l" t="t" r="r" b="b"/>
              <a:pathLst>
                <a:path w="568380" h="381000" extrusionOk="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47"/>
            <p:cNvSpPr/>
            <p:nvPr/>
          </p:nvSpPr>
          <p:spPr>
            <a:xfrm>
              <a:off x="5477912" y="241781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47"/>
            <p:cNvSpPr/>
            <p:nvPr/>
          </p:nvSpPr>
          <p:spPr>
            <a:xfrm>
              <a:off x="5649377" y="2517070"/>
              <a:ext cx="171369" cy="151352"/>
            </a:xfrm>
            <a:custGeom>
              <a:avLst/>
              <a:gdLst/>
              <a:ahLst/>
              <a:cxnLst/>
              <a:rect l="l" t="t" r="r" b="b"/>
              <a:pathLst>
                <a:path w="171369" h="151352" extrusionOk="0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47"/>
            <p:cNvSpPr/>
            <p:nvPr/>
          </p:nvSpPr>
          <p:spPr>
            <a:xfrm>
              <a:off x="5477912" y="250135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47"/>
            <p:cNvSpPr/>
            <p:nvPr/>
          </p:nvSpPr>
          <p:spPr>
            <a:xfrm>
              <a:off x="5649377" y="2600604"/>
              <a:ext cx="505174" cy="344424"/>
            </a:xfrm>
            <a:custGeom>
              <a:avLst/>
              <a:gdLst/>
              <a:ahLst/>
              <a:cxnLst/>
              <a:rect l="l" t="t" r="r" b="b"/>
              <a:pathLst>
                <a:path w="505174" h="344424" extrusionOk="0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1" name="Google Shape;2751;p47"/>
            <p:cNvSpPr/>
            <p:nvPr/>
          </p:nvSpPr>
          <p:spPr>
            <a:xfrm>
              <a:off x="5477912" y="225084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2" name="Google Shape;2752;p47"/>
            <p:cNvSpPr/>
            <p:nvPr/>
          </p:nvSpPr>
          <p:spPr>
            <a:xfrm>
              <a:off x="5649377" y="2350001"/>
              <a:ext cx="478085" cy="328898"/>
            </a:xfrm>
            <a:custGeom>
              <a:avLst/>
              <a:gdLst/>
              <a:ahLst/>
              <a:cxnLst/>
              <a:rect l="l" t="t" r="r" b="b"/>
              <a:pathLst>
                <a:path w="478085" h="328898" extrusionOk="0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47"/>
            <p:cNvSpPr/>
            <p:nvPr/>
          </p:nvSpPr>
          <p:spPr>
            <a:xfrm>
              <a:off x="5477912" y="258488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4" name="Google Shape;2754;p47"/>
            <p:cNvSpPr/>
            <p:nvPr/>
          </p:nvSpPr>
          <p:spPr>
            <a:xfrm>
              <a:off x="5649377" y="2684043"/>
              <a:ext cx="63110" cy="88773"/>
            </a:xfrm>
            <a:custGeom>
              <a:avLst/>
              <a:gdLst/>
              <a:ahLst/>
              <a:cxnLst/>
              <a:rect l="l" t="t" r="r" b="b"/>
              <a:pathLst>
                <a:path w="63110" h="88773" extrusionOk="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5" name="Google Shape;2755;p47"/>
            <p:cNvSpPr/>
            <p:nvPr/>
          </p:nvSpPr>
          <p:spPr>
            <a:xfrm>
              <a:off x="5477912" y="2751956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6" name="Google Shape;2756;p47"/>
            <p:cNvSpPr/>
            <p:nvPr/>
          </p:nvSpPr>
          <p:spPr>
            <a:xfrm>
              <a:off x="5649377" y="2851112"/>
              <a:ext cx="117287" cy="120014"/>
            </a:xfrm>
            <a:custGeom>
              <a:avLst/>
              <a:gdLst/>
              <a:ahLst/>
              <a:cxnLst/>
              <a:rect l="l" t="t" r="r" b="b"/>
              <a:pathLst>
                <a:path w="117287" h="120014" extrusionOk="0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7" name="Google Shape;2757;p47"/>
            <p:cNvSpPr/>
            <p:nvPr/>
          </p:nvSpPr>
          <p:spPr>
            <a:xfrm>
              <a:off x="5477912" y="2835395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8" name="Google Shape;2758;p47"/>
            <p:cNvSpPr/>
            <p:nvPr/>
          </p:nvSpPr>
          <p:spPr>
            <a:xfrm>
              <a:off x="5649377" y="2934646"/>
              <a:ext cx="306716" cy="229647"/>
            </a:xfrm>
            <a:custGeom>
              <a:avLst/>
              <a:gdLst/>
              <a:ahLst/>
              <a:cxnLst/>
              <a:rect l="l" t="t" r="r" b="b"/>
              <a:pathLst>
                <a:path w="306716" h="229647" extrusionOk="0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9" name="Google Shape;2759;p47"/>
            <p:cNvSpPr/>
            <p:nvPr/>
          </p:nvSpPr>
          <p:spPr>
            <a:xfrm>
              <a:off x="5477912" y="291892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0" name="Google Shape;2760;p47"/>
            <p:cNvSpPr/>
            <p:nvPr/>
          </p:nvSpPr>
          <p:spPr>
            <a:xfrm>
              <a:off x="5649377" y="3018085"/>
              <a:ext cx="487115" cy="334137"/>
            </a:xfrm>
            <a:custGeom>
              <a:avLst/>
              <a:gdLst/>
              <a:ahLst/>
              <a:cxnLst/>
              <a:rect l="l" t="t" r="r" b="b"/>
              <a:pathLst>
                <a:path w="487115" h="334137" extrusionOk="0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1" name="Google Shape;2761;p47"/>
            <p:cNvSpPr/>
            <p:nvPr/>
          </p:nvSpPr>
          <p:spPr>
            <a:xfrm>
              <a:off x="5477912" y="266842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2" name="Google Shape;2762;p47"/>
            <p:cNvSpPr/>
            <p:nvPr/>
          </p:nvSpPr>
          <p:spPr>
            <a:xfrm>
              <a:off x="5649377" y="2767577"/>
              <a:ext cx="613432" cy="407193"/>
            </a:xfrm>
            <a:custGeom>
              <a:avLst/>
              <a:gdLst/>
              <a:ahLst/>
              <a:cxnLst/>
              <a:rect l="l" t="t" r="r" b="b"/>
              <a:pathLst>
                <a:path w="613432" h="407193" extrusionOk="0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3" name="Google Shape;2763;p47"/>
            <p:cNvSpPr/>
            <p:nvPr/>
          </p:nvSpPr>
          <p:spPr>
            <a:xfrm>
              <a:off x="1926580" y="1674106"/>
              <a:ext cx="1230952" cy="1017480"/>
            </a:xfrm>
            <a:custGeom>
              <a:avLst/>
              <a:gdLst/>
              <a:ahLst/>
              <a:cxnLst/>
              <a:rect l="l" t="t" r="r" b="b"/>
              <a:pathLst>
                <a:path w="1230952" h="1017480" extrusionOk="0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4" name="Google Shape;2764;p47"/>
            <p:cNvSpPr/>
            <p:nvPr/>
          </p:nvSpPr>
          <p:spPr>
            <a:xfrm>
              <a:off x="3112195" y="1676584"/>
              <a:ext cx="59119" cy="52197"/>
            </a:xfrm>
            <a:custGeom>
              <a:avLst/>
              <a:gdLst/>
              <a:ahLst/>
              <a:cxnLst/>
              <a:rect l="l" t="t" r="r" b="b"/>
              <a:pathLst>
                <a:path w="59119" h="52197" extrusionOk="0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5" name="Google Shape;2765;p47"/>
            <p:cNvSpPr/>
            <p:nvPr/>
          </p:nvSpPr>
          <p:spPr>
            <a:xfrm>
              <a:off x="2269509" y="2593746"/>
              <a:ext cx="43151" cy="44767"/>
            </a:xfrm>
            <a:custGeom>
              <a:avLst/>
              <a:gdLst/>
              <a:ahLst/>
              <a:cxnLst/>
              <a:rect l="l" t="t" r="r" b="b"/>
              <a:pathLst>
                <a:path w="43151" h="44767" extrusionOk="0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6" name="Google Shape;2766;p47"/>
            <p:cNvSpPr/>
            <p:nvPr/>
          </p:nvSpPr>
          <p:spPr>
            <a:xfrm>
              <a:off x="1950116" y="2650325"/>
              <a:ext cx="58584" cy="57547"/>
            </a:xfrm>
            <a:custGeom>
              <a:avLst/>
              <a:gdLst/>
              <a:ahLst/>
              <a:cxnLst/>
              <a:rect l="l" t="t" r="r" b="b"/>
              <a:pathLst>
                <a:path w="58584" h="57547" extrusionOk="0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7" name="Google Shape;2767;p47"/>
            <p:cNvSpPr/>
            <p:nvPr/>
          </p:nvSpPr>
          <p:spPr>
            <a:xfrm>
              <a:off x="1969256" y="1691533"/>
              <a:ext cx="1231332" cy="1017436"/>
            </a:xfrm>
            <a:custGeom>
              <a:avLst/>
              <a:gdLst/>
              <a:ahLst/>
              <a:cxnLst/>
              <a:rect l="l" t="t" r="r" b="b"/>
              <a:pathLst>
                <a:path w="1231332" h="1017436" extrusionOk="0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8" name="Google Shape;2768;p47"/>
            <p:cNvSpPr/>
            <p:nvPr/>
          </p:nvSpPr>
          <p:spPr>
            <a:xfrm>
              <a:off x="2066299" y="1805171"/>
              <a:ext cx="1037246" cy="669226"/>
            </a:xfrm>
            <a:custGeom>
              <a:avLst/>
              <a:gdLst/>
              <a:ahLst/>
              <a:cxnLst/>
              <a:rect l="l" t="t" r="r" b="b"/>
              <a:pathLst>
                <a:path w="1037246" h="669226" extrusionOk="0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9" name="Google Shape;2769;p47"/>
            <p:cNvSpPr/>
            <p:nvPr/>
          </p:nvSpPr>
          <p:spPr>
            <a:xfrm>
              <a:off x="2066299" y="2133308"/>
              <a:ext cx="679110" cy="462057"/>
            </a:xfrm>
            <a:custGeom>
              <a:avLst/>
              <a:gdLst/>
              <a:ahLst/>
              <a:cxnLst/>
              <a:rect l="l" t="t" r="r" b="b"/>
              <a:pathLst>
                <a:path w="679110" h="462057" extrusionOk="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70" name="Google Shape;2770;p47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2771" name="Google Shape;2771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2" name="Google Shape;2772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76" name="Google Shape;2776;p47"/>
            <p:cNvSpPr/>
            <p:nvPr/>
          </p:nvSpPr>
          <p:spPr>
            <a:xfrm>
              <a:off x="4444588" y="826743"/>
              <a:ext cx="153590" cy="431871"/>
            </a:xfrm>
            <a:custGeom>
              <a:avLst/>
              <a:gdLst/>
              <a:ahLst/>
              <a:cxnLst/>
              <a:rect l="l" t="t" r="r" b="b"/>
              <a:pathLst>
                <a:path w="153590" h="431871" extrusionOk="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7" name="Google Shape;2777;p47"/>
            <p:cNvSpPr/>
            <p:nvPr/>
          </p:nvSpPr>
          <p:spPr>
            <a:xfrm>
              <a:off x="4515562" y="822838"/>
              <a:ext cx="88583" cy="120566"/>
            </a:xfrm>
            <a:custGeom>
              <a:avLst/>
              <a:gdLst/>
              <a:ahLst/>
              <a:cxnLst/>
              <a:rect l="l" t="t" r="r" b="b"/>
              <a:pathLst>
                <a:path w="88583" h="120566" extrusionOk="0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8" name="Google Shape;2778;p47"/>
          <p:cNvGrpSpPr/>
          <p:nvPr/>
        </p:nvGrpSpPr>
        <p:grpSpPr>
          <a:xfrm>
            <a:off x="7020695" y="311246"/>
            <a:ext cx="1782593" cy="1812070"/>
            <a:chOff x="2011725" y="44285"/>
            <a:chExt cx="4684870" cy="4762340"/>
          </a:xfrm>
        </p:grpSpPr>
        <p:grpSp>
          <p:nvGrpSpPr>
            <p:cNvPr id="2779" name="Google Shape;2779;p47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2780" name="Google Shape;2780;p47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47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47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47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47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47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47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47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47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47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47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47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2" name="Google Shape;2792;p47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3" name="Google Shape;2793;p47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47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47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47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47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47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47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0" name="Google Shape;2800;p47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47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2" name="Google Shape;2802;p47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3" name="Google Shape;2803;p47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4" name="Google Shape;2804;p47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47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47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47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8" name="Google Shape;2808;p47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9" name="Google Shape;2809;p47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0" name="Google Shape;2810;p47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47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2" name="Google Shape;2812;p47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47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47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47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6" name="Google Shape;2816;p47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7" name="Google Shape;2817;p47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47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47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0" name="Google Shape;2820;p47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1" name="Google Shape;2821;p47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47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47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47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47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47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47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47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9" name="Google Shape;2829;p47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0" name="Google Shape;2830;p47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47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47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47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4" name="Google Shape;2834;p47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5" name="Google Shape;2835;p47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6" name="Google Shape;2836;p47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7" name="Google Shape;2837;p47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8" name="Google Shape;2838;p47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9" name="Google Shape;2839;p47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0" name="Google Shape;2840;p47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1" name="Google Shape;2841;p47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2" name="Google Shape;2842;p47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3" name="Google Shape;2843;p47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4" name="Google Shape;2844;p47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5" name="Google Shape;2845;p47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6" name="Google Shape;2846;p47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7" name="Google Shape;2847;p47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8" name="Google Shape;2848;p47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47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0" name="Google Shape;2850;p47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1" name="Google Shape;2851;p47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2" name="Google Shape;2852;p47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3" name="Google Shape;2853;p47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4" name="Google Shape;2854;p47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5" name="Google Shape;2855;p47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6" name="Google Shape;2856;p47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7" name="Google Shape;2857;p47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47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9" name="Google Shape;2859;p47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0" name="Google Shape;2860;p47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1" name="Google Shape;2861;p47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2" name="Google Shape;2862;p47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47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4" name="Google Shape;2864;p47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5" name="Google Shape;2865;p47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47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47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8" name="Google Shape;2868;p47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47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0" name="Google Shape;2870;p47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47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2" name="Google Shape;2872;p47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47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47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5" name="Google Shape;2875;p47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47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47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47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47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47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2881;p47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47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2883;p47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2884;p47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5" name="Google Shape;2885;p47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6" name="Google Shape;2886;p47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7" name="Google Shape;2887;p47"/>
            <p:cNvSpPr/>
            <p:nvPr/>
          </p:nvSpPr>
          <p:spPr>
            <a:xfrm>
              <a:off x="4424312" y="3389781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47"/>
            <p:cNvSpPr/>
            <p:nvPr/>
          </p:nvSpPr>
          <p:spPr>
            <a:xfrm>
              <a:off x="4458697" y="3370540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47"/>
            <p:cNvSpPr/>
            <p:nvPr/>
          </p:nvSpPr>
          <p:spPr>
            <a:xfrm>
              <a:off x="4458697" y="3334726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47"/>
            <p:cNvSpPr/>
            <p:nvPr/>
          </p:nvSpPr>
          <p:spPr>
            <a:xfrm>
              <a:off x="5662371" y="3457123"/>
              <a:ext cx="830865" cy="479678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47"/>
            <p:cNvSpPr/>
            <p:nvPr/>
          </p:nvSpPr>
          <p:spPr>
            <a:xfrm>
              <a:off x="5582647" y="3524845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47"/>
            <p:cNvSpPr/>
            <p:nvPr/>
          </p:nvSpPr>
          <p:spPr>
            <a:xfrm>
              <a:off x="5520830" y="3560469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47"/>
            <p:cNvSpPr/>
            <p:nvPr/>
          </p:nvSpPr>
          <p:spPr>
            <a:xfrm>
              <a:off x="5459108" y="3596188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47"/>
            <p:cNvSpPr/>
            <p:nvPr/>
          </p:nvSpPr>
          <p:spPr>
            <a:xfrm>
              <a:off x="5006003" y="3836122"/>
              <a:ext cx="830770" cy="479679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47"/>
            <p:cNvSpPr/>
            <p:nvPr/>
          </p:nvSpPr>
          <p:spPr>
            <a:xfrm>
              <a:off x="4926279" y="3903750"/>
              <a:ext cx="741616" cy="428244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47"/>
            <p:cNvSpPr/>
            <p:nvPr/>
          </p:nvSpPr>
          <p:spPr>
            <a:xfrm>
              <a:off x="4864462" y="3939468"/>
              <a:ext cx="727614" cy="42005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7" name="Google Shape;2897;p47"/>
            <p:cNvSpPr/>
            <p:nvPr/>
          </p:nvSpPr>
          <p:spPr>
            <a:xfrm>
              <a:off x="4802740" y="3975092"/>
              <a:ext cx="620839" cy="358520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8" name="Google Shape;2898;p47"/>
            <p:cNvSpPr/>
            <p:nvPr/>
          </p:nvSpPr>
          <p:spPr>
            <a:xfrm>
              <a:off x="5169357" y="3663339"/>
              <a:ext cx="421766" cy="243458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p47"/>
            <p:cNvSpPr/>
            <p:nvPr/>
          </p:nvSpPr>
          <p:spPr>
            <a:xfrm>
              <a:off x="5441867" y="3820597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p47"/>
            <p:cNvSpPr/>
            <p:nvPr/>
          </p:nvSpPr>
          <p:spPr>
            <a:xfrm>
              <a:off x="5714378" y="3977950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47"/>
            <p:cNvSpPr/>
            <p:nvPr/>
          </p:nvSpPr>
          <p:spPr>
            <a:xfrm>
              <a:off x="2242896" y="2171438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47"/>
            <p:cNvSpPr/>
            <p:nvPr/>
          </p:nvSpPr>
          <p:spPr>
            <a:xfrm>
              <a:off x="2526170" y="20060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47"/>
            <p:cNvSpPr/>
            <p:nvPr/>
          </p:nvSpPr>
          <p:spPr>
            <a:xfrm>
              <a:off x="2632278" y="1017294"/>
              <a:ext cx="357473" cy="206311"/>
            </a:xfrm>
            <a:custGeom>
              <a:avLst/>
              <a:gdLst/>
              <a:ahLst/>
              <a:cxnLst/>
              <a:rect l="l" t="t" r="r" b="b"/>
              <a:pathLst>
                <a:path w="357473" h="206311" extrusionOk="0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47"/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47"/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47"/>
            <p:cNvSpPr/>
            <p:nvPr/>
          </p:nvSpPr>
          <p:spPr>
            <a:xfrm>
              <a:off x="2811062" y="1120450"/>
              <a:ext cx="178689" cy="1032319"/>
            </a:xfrm>
            <a:custGeom>
              <a:avLst/>
              <a:gdLst/>
              <a:ahLst/>
              <a:cxnLst/>
              <a:rect l="l" t="t" r="r" b="b"/>
              <a:pathLst>
                <a:path w="178689" h="1032319" extrusionOk="0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47"/>
            <p:cNvSpPr/>
            <p:nvPr/>
          </p:nvSpPr>
          <p:spPr>
            <a:xfrm>
              <a:off x="2364150" y="1481542"/>
              <a:ext cx="357473" cy="206501"/>
            </a:xfrm>
            <a:custGeom>
              <a:avLst/>
              <a:gdLst/>
              <a:ahLst/>
              <a:cxnLst/>
              <a:rect l="l" t="t" r="r" b="b"/>
              <a:pathLst>
                <a:path w="357473" h="206501" extrusionOk="0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47"/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9" name="Google Shape;2909;p47"/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47"/>
            <p:cNvSpPr/>
            <p:nvPr/>
          </p:nvSpPr>
          <p:spPr>
            <a:xfrm>
              <a:off x="2542934" y="1584793"/>
              <a:ext cx="178688" cy="721899"/>
            </a:xfrm>
            <a:custGeom>
              <a:avLst/>
              <a:gdLst/>
              <a:ahLst/>
              <a:cxnLst/>
              <a:rect l="l" t="t" r="r" b="b"/>
              <a:pathLst>
                <a:path w="178688" h="721899" extrusionOk="0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47"/>
            <p:cNvSpPr/>
            <p:nvPr/>
          </p:nvSpPr>
          <p:spPr>
            <a:xfrm>
              <a:off x="2013915" y="2306693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2" name="Google Shape;2912;p47"/>
            <p:cNvSpPr/>
            <p:nvPr/>
          </p:nvSpPr>
          <p:spPr>
            <a:xfrm>
              <a:off x="2078685" y="19719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47"/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47"/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47"/>
            <p:cNvSpPr/>
            <p:nvPr/>
          </p:nvSpPr>
          <p:spPr>
            <a:xfrm>
              <a:off x="2257469" y="2075140"/>
              <a:ext cx="178689" cy="399097"/>
            </a:xfrm>
            <a:custGeom>
              <a:avLst/>
              <a:gdLst/>
              <a:ahLst/>
              <a:cxnLst/>
              <a:rect l="l" t="t" r="r" b="b"/>
              <a:pathLst>
                <a:path w="178689" h="399097" extrusionOk="0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47"/>
            <p:cNvSpPr/>
            <p:nvPr/>
          </p:nvSpPr>
          <p:spPr>
            <a:xfrm>
              <a:off x="4050634" y="46890"/>
              <a:ext cx="205002" cy="299719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47"/>
            <p:cNvSpPr/>
            <p:nvPr/>
          </p:nvSpPr>
          <p:spPr>
            <a:xfrm>
              <a:off x="4066180" y="44285"/>
              <a:ext cx="98194" cy="12100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47"/>
            <p:cNvSpPr/>
            <p:nvPr/>
          </p:nvSpPr>
          <p:spPr>
            <a:xfrm>
              <a:off x="4085379" y="175665"/>
              <a:ext cx="121123" cy="13556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9" name="Google Shape;2919;p47"/>
            <p:cNvSpPr/>
            <p:nvPr/>
          </p:nvSpPr>
          <p:spPr>
            <a:xfrm>
              <a:off x="3878508" y="229758"/>
              <a:ext cx="228579" cy="325392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47"/>
            <p:cNvSpPr/>
            <p:nvPr/>
          </p:nvSpPr>
          <p:spPr>
            <a:xfrm>
              <a:off x="4050113" y="220052"/>
              <a:ext cx="176568" cy="232904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1" name="Google Shape;2921;p47"/>
            <p:cNvSpPr/>
            <p:nvPr/>
          </p:nvSpPr>
          <p:spPr>
            <a:xfrm>
              <a:off x="4081568" y="53558"/>
              <a:ext cx="129892" cy="160015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47"/>
            <p:cNvSpPr/>
            <p:nvPr/>
          </p:nvSpPr>
          <p:spPr>
            <a:xfrm>
              <a:off x="4086841" y="52931"/>
              <a:ext cx="130406" cy="122734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47"/>
            <p:cNvSpPr/>
            <p:nvPr/>
          </p:nvSpPr>
          <p:spPr>
            <a:xfrm>
              <a:off x="3930273" y="858890"/>
              <a:ext cx="102549" cy="78223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4" name="Google Shape;2924;p47"/>
            <p:cNvSpPr/>
            <p:nvPr/>
          </p:nvSpPr>
          <p:spPr>
            <a:xfrm>
              <a:off x="3930726" y="883849"/>
              <a:ext cx="102084" cy="53297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5" name="Google Shape;2925;p47"/>
            <p:cNvSpPr/>
            <p:nvPr/>
          </p:nvSpPr>
          <p:spPr>
            <a:xfrm>
              <a:off x="3878956" y="825175"/>
              <a:ext cx="93870" cy="7271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47"/>
            <p:cNvSpPr/>
            <p:nvPr/>
          </p:nvSpPr>
          <p:spPr>
            <a:xfrm>
              <a:off x="3879387" y="849177"/>
              <a:ext cx="93498" cy="48808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7" name="Google Shape;2927;p47"/>
            <p:cNvSpPr/>
            <p:nvPr/>
          </p:nvSpPr>
          <p:spPr>
            <a:xfrm>
              <a:off x="3913772" y="449985"/>
              <a:ext cx="223526" cy="385528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8" name="Google Shape;2928;p47"/>
            <p:cNvSpPr/>
            <p:nvPr/>
          </p:nvSpPr>
          <p:spPr>
            <a:xfrm>
              <a:off x="3974732" y="450747"/>
              <a:ext cx="222535" cy="417442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47"/>
            <p:cNvSpPr/>
            <p:nvPr/>
          </p:nvSpPr>
          <p:spPr>
            <a:xfrm>
              <a:off x="3891839" y="424458"/>
              <a:ext cx="332782" cy="306321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47"/>
            <p:cNvSpPr/>
            <p:nvPr/>
          </p:nvSpPr>
          <p:spPr>
            <a:xfrm>
              <a:off x="4159410" y="243442"/>
              <a:ext cx="115651" cy="405453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47"/>
            <p:cNvSpPr/>
            <p:nvPr/>
          </p:nvSpPr>
          <p:spPr>
            <a:xfrm>
              <a:off x="4182076" y="238331"/>
              <a:ext cx="69928" cy="88934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2" name="Google Shape;2932;p47"/>
            <p:cNvSpPr/>
            <p:nvPr/>
          </p:nvSpPr>
          <p:spPr>
            <a:xfrm>
              <a:off x="4044931" y="219924"/>
              <a:ext cx="59816" cy="62802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3" name="Google Shape;2933;p47"/>
            <p:cNvSpPr/>
            <p:nvPr/>
          </p:nvSpPr>
          <p:spPr>
            <a:xfrm>
              <a:off x="2494198" y="1192008"/>
              <a:ext cx="154251" cy="303342"/>
            </a:xfrm>
            <a:custGeom>
              <a:avLst/>
              <a:gdLst/>
              <a:ahLst/>
              <a:cxnLst/>
              <a:rect l="l" t="t" r="r" b="b"/>
              <a:pathLst>
                <a:path w="154251" h="303342" extrusionOk="0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4" name="Google Shape;2934;p47"/>
            <p:cNvSpPr/>
            <p:nvPr/>
          </p:nvSpPr>
          <p:spPr>
            <a:xfrm>
              <a:off x="2527565" y="1904831"/>
              <a:ext cx="106588" cy="82319"/>
            </a:xfrm>
            <a:custGeom>
              <a:avLst/>
              <a:gdLst/>
              <a:ahLst/>
              <a:cxnLst/>
              <a:rect l="l" t="t" r="r" b="b"/>
              <a:pathLst>
                <a:path w="106588" h="82319" extrusionOk="0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5" name="Google Shape;2935;p47"/>
            <p:cNvSpPr/>
            <p:nvPr/>
          </p:nvSpPr>
          <p:spPr>
            <a:xfrm>
              <a:off x="2527774" y="1931884"/>
              <a:ext cx="106123" cy="55368"/>
            </a:xfrm>
            <a:custGeom>
              <a:avLst/>
              <a:gdLst/>
              <a:ahLst/>
              <a:cxnLst/>
              <a:rect l="l" t="t" r="r" b="b"/>
              <a:pathLst>
                <a:path w="106123" h="55368" extrusionOk="0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6" name="Google Shape;2936;p47"/>
            <p:cNvSpPr/>
            <p:nvPr/>
          </p:nvSpPr>
          <p:spPr>
            <a:xfrm>
              <a:off x="2655329" y="1830290"/>
              <a:ext cx="106576" cy="79516"/>
            </a:xfrm>
            <a:custGeom>
              <a:avLst/>
              <a:gdLst/>
              <a:ahLst/>
              <a:cxnLst/>
              <a:rect l="l" t="t" r="r" b="b"/>
              <a:pathLst>
                <a:path w="106576" h="79516" extrusionOk="0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7" name="Google Shape;2937;p47"/>
            <p:cNvSpPr/>
            <p:nvPr/>
          </p:nvSpPr>
          <p:spPr>
            <a:xfrm>
              <a:off x="2655759" y="1855875"/>
              <a:ext cx="106154" cy="55320"/>
            </a:xfrm>
            <a:custGeom>
              <a:avLst/>
              <a:gdLst/>
              <a:ahLst/>
              <a:cxnLst/>
              <a:rect l="l" t="t" r="r" b="b"/>
              <a:pathLst>
                <a:path w="106154" h="55320" extrusionOk="0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8" name="Google Shape;2938;p47"/>
            <p:cNvSpPr/>
            <p:nvPr/>
          </p:nvSpPr>
          <p:spPr>
            <a:xfrm>
              <a:off x="2362866" y="1465363"/>
              <a:ext cx="372536" cy="450662"/>
            </a:xfrm>
            <a:custGeom>
              <a:avLst/>
              <a:gdLst/>
              <a:ahLst/>
              <a:cxnLst/>
              <a:rect l="l" t="t" r="r" b="b"/>
              <a:pathLst>
                <a:path w="372536" h="450662" extrusionOk="0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9" name="Google Shape;2939;p47"/>
            <p:cNvSpPr/>
            <p:nvPr/>
          </p:nvSpPr>
          <p:spPr>
            <a:xfrm>
              <a:off x="2393925" y="1163883"/>
              <a:ext cx="117160" cy="114020"/>
            </a:xfrm>
            <a:custGeom>
              <a:avLst/>
              <a:gdLst/>
              <a:ahLst/>
              <a:cxnLst/>
              <a:rect l="l" t="t" r="r" b="b"/>
              <a:pathLst>
                <a:path w="117160" h="114020" extrusionOk="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0" name="Google Shape;2940;p47"/>
            <p:cNvSpPr/>
            <p:nvPr/>
          </p:nvSpPr>
          <p:spPr>
            <a:xfrm>
              <a:off x="2362970" y="1179922"/>
              <a:ext cx="189574" cy="370837"/>
            </a:xfrm>
            <a:custGeom>
              <a:avLst/>
              <a:gdLst/>
              <a:ahLst/>
              <a:cxnLst/>
              <a:rect l="l" t="t" r="r" b="b"/>
              <a:pathLst>
                <a:path w="189574" h="370837" extrusionOk="0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47"/>
            <p:cNvSpPr/>
            <p:nvPr/>
          </p:nvSpPr>
          <p:spPr>
            <a:xfrm>
              <a:off x="2389574" y="1045793"/>
              <a:ext cx="126365" cy="153696"/>
            </a:xfrm>
            <a:custGeom>
              <a:avLst/>
              <a:gdLst/>
              <a:ahLst/>
              <a:cxnLst/>
              <a:rect l="l" t="t" r="r" b="b"/>
              <a:pathLst>
                <a:path w="126365" h="153696" extrusionOk="0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47"/>
            <p:cNvSpPr/>
            <p:nvPr/>
          </p:nvSpPr>
          <p:spPr>
            <a:xfrm>
              <a:off x="2377852" y="1032078"/>
              <a:ext cx="133256" cy="131805"/>
            </a:xfrm>
            <a:custGeom>
              <a:avLst/>
              <a:gdLst/>
              <a:ahLst/>
              <a:cxnLst/>
              <a:rect l="l" t="t" r="r" b="b"/>
              <a:pathLst>
                <a:path w="133256" h="131805" extrusionOk="0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47"/>
            <p:cNvSpPr/>
            <p:nvPr/>
          </p:nvSpPr>
          <p:spPr>
            <a:xfrm>
              <a:off x="2511120" y="1180647"/>
              <a:ext cx="61436" cy="88868"/>
            </a:xfrm>
            <a:custGeom>
              <a:avLst/>
              <a:gdLst/>
              <a:ahLst/>
              <a:cxnLst/>
              <a:rect l="l" t="t" r="r" b="b"/>
              <a:pathLst>
                <a:path w="61436" h="88868" extrusionOk="0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47"/>
            <p:cNvSpPr/>
            <p:nvPr/>
          </p:nvSpPr>
          <p:spPr>
            <a:xfrm>
              <a:off x="6137574" y="3350157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47"/>
            <p:cNvSpPr/>
            <p:nvPr/>
          </p:nvSpPr>
          <p:spPr>
            <a:xfrm>
              <a:off x="6267054" y="2297586"/>
              <a:ext cx="217597" cy="318657"/>
            </a:xfrm>
            <a:custGeom>
              <a:avLst/>
              <a:gdLst/>
              <a:ahLst/>
              <a:cxnLst/>
              <a:rect l="l" t="t" r="r" b="b"/>
              <a:pathLst>
                <a:path w="217597" h="318657" extrusionOk="0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47"/>
            <p:cNvSpPr/>
            <p:nvPr/>
          </p:nvSpPr>
          <p:spPr>
            <a:xfrm>
              <a:off x="6260770" y="2526901"/>
              <a:ext cx="40647" cy="235450"/>
            </a:xfrm>
            <a:custGeom>
              <a:avLst/>
              <a:gdLst/>
              <a:ahLst/>
              <a:cxnLst/>
              <a:rect l="l" t="t" r="r" b="b"/>
              <a:pathLst>
                <a:path w="40647" h="235450" extrusionOk="0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7" name="Google Shape;2947;p47"/>
            <p:cNvSpPr/>
            <p:nvPr/>
          </p:nvSpPr>
          <p:spPr>
            <a:xfrm>
              <a:off x="6283969" y="2294668"/>
              <a:ext cx="103921" cy="128329"/>
            </a:xfrm>
            <a:custGeom>
              <a:avLst/>
              <a:gdLst/>
              <a:ahLst/>
              <a:cxnLst/>
              <a:rect l="l" t="t" r="r" b="b"/>
              <a:pathLst>
                <a:path w="103921" h="128329" extrusionOk="0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8" name="Google Shape;2948;p47"/>
            <p:cNvSpPr/>
            <p:nvPr/>
          </p:nvSpPr>
          <p:spPr>
            <a:xfrm>
              <a:off x="6304395" y="2434900"/>
              <a:ext cx="128622" cy="143860"/>
            </a:xfrm>
            <a:custGeom>
              <a:avLst/>
              <a:gdLst/>
              <a:ahLst/>
              <a:cxnLst/>
              <a:rect l="l" t="t" r="r" b="b"/>
              <a:pathLst>
                <a:path w="128622" h="143860" extrusionOk="0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9" name="Google Shape;2949;p47"/>
            <p:cNvSpPr/>
            <p:nvPr/>
          </p:nvSpPr>
          <p:spPr>
            <a:xfrm>
              <a:off x="6266985" y="2481191"/>
              <a:ext cx="187397" cy="215209"/>
            </a:xfrm>
            <a:custGeom>
              <a:avLst/>
              <a:gdLst/>
              <a:ahLst/>
              <a:cxnLst/>
              <a:rect l="l" t="t" r="r" b="b"/>
              <a:pathLst>
                <a:path w="187397" h="215209" extrusionOk="0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0" name="Google Shape;2950;p47"/>
            <p:cNvSpPr/>
            <p:nvPr/>
          </p:nvSpPr>
          <p:spPr>
            <a:xfrm>
              <a:off x="6300305" y="2304949"/>
              <a:ext cx="138529" cy="170431"/>
            </a:xfrm>
            <a:custGeom>
              <a:avLst/>
              <a:gdLst/>
              <a:ahLst/>
              <a:cxnLst/>
              <a:rect l="l" t="t" r="r" b="b"/>
              <a:pathLst>
                <a:path w="138529" h="170431" extrusionOk="0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1" name="Google Shape;2951;p47"/>
            <p:cNvSpPr/>
            <p:nvPr/>
          </p:nvSpPr>
          <p:spPr>
            <a:xfrm>
              <a:off x="6305880" y="2304032"/>
              <a:ext cx="138474" cy="130867"/>
            </a:xfrm>
            <a:custGeom>
              <a:avLst/>
              <a:gdLst/>
              <a:ahLst/>
              <a:cxnLst/>
              <a:rect l="l" t="t" r="r" b="b"/>
              <a:pathLst>
                <a:path w="138474" h="130867" extrusionOk="0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2" name="Google Shape;2952;p47"/>
            <p:cNvSpPr/>
            <p:nvPr/>
          </p:nvSpPr>
          <p:spPr>
            <a:xfrm>
              <a:off x="6412912" y="2510225"/>
              <a:ext cx="93089" cy="307779"/>
            </a:xfrm>
            <a:custGeom>
              <a:avLst/>
              <a:gdLst/>
              <a:ahLst/>
              <a:cxnLst/>
              <a:rect l="l" t="t" r="r" b="b"/>
              <a:pathLst>
                <a:path w="93089" h="307779" extrusionOk="0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3" name="Google Shape;2953;p47"/>
            <p:cNvSpPr/>
            <p:nvPr/>
          </p:nvSpPr>
          <p:spPr>
            <a:xfrm>
              <a:off x="6328850" y="3433403"/>
              <a:ext cx="108744" cy="83141"/>
            </a:xfrm>
            <a:custGeom>
              <a:avLst/>
              <a:gdLst/>
              <a:ahLst/>
              <a:cxnLst/>
              <a:rect l="l" t="t" r="r" b="b"/>
              <a:pathLst>
                <a:path w="108744" h="83141" extrusionOk="0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47"/>
            <p:cNvSpPr/>
            <p:nvPr/>
          </p:nvSpPr>
          <p:spPr>
            <a:xfrm>
              <a:off x="6329407" y="3459885"/>
              <a:ext cx="108204" cy="56238"/>
            </a:xfrm>
            <a:custGeom>
              <a:avLst/>
              <a:gdLst/>
              <a:ahLst/>
              <a:cxnLst/>
              <a:rect l="l" t="t" r="r" b="b"/>
              <a:pathLst>
                <a:path w="108204" h="56238" extrusionOk="0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5" name="Google Shape;2955;p47"/>
            <p:cNvSpPr/>
            <p:nvPr/>
          </p:nvSpPr>
          <p:spPr>
            <a:xfrm>
              <a:off x="6246119" y="3415021"/>
              <a:ext cx="99827" cy="77341"/>
            </a:xfrm>
            <a:custGeom>
              <a:avLst/>
              <a:gdLst/>
              <a:ahLst/>
              <a:cxnLst/>
              <a:rect l="l" t="t" r="r" b="b"/>
              <a:pathLst>
                <a:path w="99827" h="77341" extrusionOk="0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47"/>
            <p:cNvSpPr/>
            <p:nvPr/>
          </p:nvSpPr>
          <p:spPr>
            <a:xfrm>
              <a:off x="6246063" y="3440454"/>
              <a:ext cx="99536" cy="51729"/>
            </a:xfrm>
            <a:custGeom>
              <a:avLst/>
              <a:gdLst/>
              <a:ahLst/>
              <a:cxnLst/>
              <a:rect l="l" t="t" r="r" b="b"/>
              <a:pathLst>
                <a:path w="99536" h="51729" extrusionOk="0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47"/>
            <p:cNvSpPr/>
            <p:nvPr/>
          </p:nvSpPr>
          <p:spPr>
            <a:xfrm>
              <a:off x="6262125" y="2696837"/>
              <a:ext cx="213068" cy="744450"/>
            </a:xfrm>
            <a:custGeom>
              <a:avLst/>
              <a:gdLst/>
              <a:ahLst/>
              <a:cxnLst/>
              <a:rect l="l" t="t" r="r" b="b"/>
              <a:pathLst>
                <a:path w="213068" h="744450" extrusionOk="0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8" name="Google Shape;2958;p47"/>
            <p:cNvSpPr/>
            <p:nvPr/>
          </p:nvSpPr>
          <p:spPr>
            <a:xfrm>
              <a:off x="6253173" y="2679311"/>
              <a:ext cx="226922" cy="495109"/>
            </a:xfrm>
            <a:custGeom>
              <a:avLst/>
              <a:gdLst/>
              <a:ahLst/>
              <a:cxnLst/>
              <a:rect l="l" t="t" r="r" b="b"/>
              <a:pathLst>
                <a:path w="226922" h="495109" extrusionOk="0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9" name="Google Shape;2959;p47"/>
            <p:cNvSpPr/>
            <p:nvPr/>
          </p:nvSpPr>
          <p:spPr>
            <a:xfrm>
              <a:off x="6408973" y="2507035"/>
              <a:ext cx="76263" cy="95029"/>
            </a:xfrm>
            <a:custGeom>
              <a:avLst/>
              <a:gdLst/>
              <a:ahLst/>
              <a:cxnLst/>
              <a:rect l="l" t="t" r="r" b="b"/>
              <a:pathLst>
                <a:path w="76263" h="95029" extrusionOk="0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0" name="Google Shape;2960;p47"/>
            <p:cNvSpPr/>
            <p:nvPr/>
          </p:nvSpPr>
          <p:spPr>
            <a:xfrm>
              <a:off x="6261399" y="2481311"/>
              <a:ext cx="63531" cy="66745"/>
            </a:xfrm>
            <a:custGeom>
              <a:avLst/>
              <a:gdLst/>
              <a:ahLst/>
              <a:cxnLst/>
              <a:rect l="l" t="t" r="r" b="b"/>
              <a:pathLst>
                <a:path w="63531" h="66745" extrusionOk="0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1" name="Google Shape;2961;p47"/>
            <p:cNvSpPr/>
            <p:nvPr/>
          </p:nvSpPr>
          <p:spPr>
            <a:xfrm>
              <a:off x="2608942" y="4557070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2" name="Google Shape;2962;p47"/>
            <p:cNvSpPr/>
            <p:nvPr/>
          </p:nvSpPr>
          <p:spPr>
            <a:xfrm>
              <a:off x="2930982" y="3722965"/>
              <a:ext cx="85002" cy="305847"/>
            </a:xfrm>
            <a:custGeom>
              <a:avLst/>
              <a:gdLst/>
              <a:ahLst/>
              <a:cxnLst/>
              <a:rect l="l" t="t" r="r" b="b"/>
              <a:pathLst>
                <a:path w="85002" h="305847" extrusionOk="0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3" name="Google Shape;2963;p47"/>
            <p:cNvSpPr/>
            <p:nvPr/>
          </p:nvSpPr>
          <p:spPr>
            <a:xfrm>
              <a:off x="2667241" y="4676337"/>
              <a:ext cx="123900" cy="70118"/>
            </a:xfrm>
            <a:custGeom>
              <a:avLst/>
              <a:gdLst/>
              <a:ahLst/>
              <a:cxnLst/>
              <a:rect l="l" t="t" r="r" b="b"/>
              <a:pathLst>
                <a:path w="123900" h="70118" extrusionOk="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4" name="Google Shape;2964;p47"/>
            <p:cNvSpPr/>
            <p:nvPr/>
          </p:nvSpPr>
          <p:spPr>
            <a:xfrm>
              <a:off x="2667120" y="4688038"/>
              <a:ext cx="121939" cy="58416"/>
            </a:xfrm>
            <a:custGeom>
              <a:avLst/>
              <a:gdLst/>
              <a:ahLst/>
              <a:cxnLst/>
              <a:rect l="l" t="t" r="r" b="b"/>
              <a:pathLst>
                <a:path w="121939" h="58416" extrusionOk="0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47"/>
            <p:cNvSpPr/>
            <p:nvPr/>
          </p:nvSpPr>
          <p:spPr>
            <a:xfrm>
              <a:off x="2825027" y="4597173"/>
              <a:ext cx="119416" cy="67472"/>
            </a:xfrm>
            <a:custGeom>
              <a:avLst/>
              <a:gdLst/>
              <a:ahLst/>
              <a:cxnLst/>
              <a:rect l="l" t="t" r="r" b="b"/>
              <a:pathLst>
                <a:path w="119416" h="67472" extrusionOk="0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47"/>
            <p:cNvSpPr/>
            <p:nvPr/>
          </p:nvSpPr>
          <p:spPr>
            <a:xfrm>
              <a:off x="2825072" y="4608314"/>
              <a:ext cx="117340" cy="56332"/>
            </a:xfrm>
            <a:custGeom>
              <a:avLst/>
              <a:gdLst/>
              <a:ahLst/>
              <a:cxnLst/>
              <a:rect l="l" t="t" r="r" b="b"/>
              <a:pathLst>
                <a:path w="117340" h="56332" extrusionOk="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47"/>
            <p:cNvSpPr/>
            <p:nvPr/>
          </p:nvSpPr>
          <p:spPr>
            <a:xfrm>
              <a:off x="2742284" y="3964900"/>
              <a:ext cx="238054" cy="732926"/>
            </a:xfrm>
            <a:custGeom>
              <a:avLst/>
              <a:gdLst/>
              <a:ahLst/>
              <a:cxnLst/>
              <a:rect l="l" t="t" r="r" b="b"/>
              <a:pathLst>
                <a:path w="238054" h="732926" extrusionOk="0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47"/>
            <p:cNvSpPr/>
            <p:nvPr/>
          </p:nvSpPr>
          <p:spPr>
            <a:xfrm>
              <a:off x="2743301" y="3964900"/>
              <a:ext cx="236925" cy="409866"/>
            </a:xfrm>
            <a:custGeom>
              <a:avLst/>
              <a:gdLst/>
              <a:ahLst/>
              <a:cxnLst/>
              <a:rect l="l" t="t" r="r" b="b"/>
              <a:pathLst>
                <a:path w="236925" h="409866" extrusionOk="0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47"/>
            <p:cNvSpPr/>
            <p:nvPr/>
          </p:nvSpPr>
          <p:spPr>
            <a:xfrm>
              <a:off x="2790577" y="3522142"/>
              <a:ext cx="160521" cy="258577"/>
            </a:xfrm>
            <a:custGeom>
              <a:avLst/>
              <a:gdLst/>
              <a:ahLst/>
              <a:cxnLst/>
              <a:rect l="l" t="t" r="r" b="b"/>
              <a:pathLst>
                <a:path w="160521" h="258577" extrusionOk="0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0" name="Google Shape;2970;p47"/>
            <p:cNvSpPr/>
            <p:nvPr/>
          </p:nvSpPr>
          <p:spPr>
            <a:xfrm>
              <a:off x="2954700" y="3752463"/>
              <a:ext cx="61341" cy="108805"/>
            </a:xfrm>
            <a:custGeom>
              <a:avLst/>
              <a:gdLst/>
              <a:ahLst/>
              <a:cxnLst/>
              <a:rect l="l" t="t" r="r" b="b"/>
              <a:pathLst>
                <a:path w="61341" h="108805" extrusionOk="0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47"/>
            <p:cNvSpPr/>
            <p:nvPr/>
          </p:nvSpPr>
          <p:spPr>
            <a:xfrm>
              <a:off x="2782487" y="3720882"/>
              <a:ext cx="191546" cy="273865"/>
            </a:xfrm>
            <a:custGeom>
              <a:avLst/>
              <a:gdLst/>
              <a:ahLst/>
              <a:cxnLst/>
              <a:rect l="l" t="t" r="r" b="b"/>
              <a:pathLst>
                <a:path w="191546" h="273865" extrusionOk="0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2" name="Google Shape;2972;p47"/>
            <p:cNvSpPr/>
            <p:nvPr/>
          </p:nvSpPr>
          <p:spPr>
            <a:xfrm>
              <a:off x="2469603" y="3777311"/>
              <a:ext cx="368747" cy="265455"/>
            </a:xfrm>
            <a:custGeom>
              <a:avLst/>
              <a:gdLst/>
              <a:ahLst/>
              <a:cxnLst/>
              <a:rect l="l" t="t" r="r" b="b"/>
              <a:pathLst>
                <a:path w="368747" h="265455" extrusionOk="0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3" name="Google Shape;2973;p47"/>
            <p:cNvSpPr/>
            <p:nvPr/>
          </p:nvSpPr>
          <p:spPr>
            <a:xfrm>
              <a:off x="2743245" y="3761847"/>
              <a:ext cx="100785" cy="104755"/>
            </a:xfrm>
            <a:custGeom>
              <a:avLst/>
              <a:gdLst/>
              <a:ahLst/>
              <a:cxnLst/>
              <a:rect l="l" t="t" r="r" b="b"/>
              <a:pathLst>
                <a:path w="100785" h="104755" extrusionOk="0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4" name="Google Shape;2974;p47"/>
            <p:cNvSpPr/>
            <p:nvPr/>
          </p:nvSpPr>
          <p:spPr>
            <a:xfrm>
              <a:off x="2783810" y="3522089"/>
              <a:ext cx="201012" cy="328692"/>
            </a:xfrm>
            <a:custGeom>
              <a:avLst/>
              <a:gdLst/>
              <a:ahLst/>
              <a:cxnLst/>
              <a:rect l="l" t="t" r="r" b="b"/>
              <a:pathLst>
                <a:path w="201012" h="328692" extrusionOk="0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47"/>
            <p:cNvSpPr/>
            <p:nvPr/>
          </p:nvSpPr>
          <p:spPr>
            <a:xfrm>
              <a:off x="2011725" y="4252365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47"/>
            <p:cNvSpPr/>
            <p:nvPr/>
          </p:nvSpPr>
          <p:spPr>
            <a:xfrm>
              <a:off x="2116256" y="4345803"/>
              <a:ext cx="122876" cy="95119"/>
            </a:xfrm>
            <a:custGeom>
              <a:avLst/>
              <a:gdLst/>
              <a:ahLst/>
              <a:cxnLst/>
              <a:rect l="l" t="t" r="r" b="b"/>
              <a:pathLst>
                <a:path w="122876" h="95119" extrusionOk="0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47"/>
            <p:cNvSpPr/>
            <p:nvPr/>
          </p:nvSpPr>
          <p:spPr>
            <a:xfrm>
              <a:off x="2116272" y="4377142"/>
              <a:ext cx="122242" cy="63751"/>
            </a:xfrm>
            <a:custGeom>
              <a:avLst/>
              <a:gdLst/>
              <a:ahLst/>
              <a:cxnLst/>
              <a:rect l="l" t="t" r="r" b="b"/>
              <a:pathLst>
                <a:path w="122242" h="63751" extrusionOk="0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8" name="Google Shape;2978;p47"/>
            <p:cNvSpPr/>
            <p:nvPr/>
          </p:nvSpPr>
          <p:spPr>
            <a:xfrm>
              <a:off x="2242069" y="4298215"/>
              <a:ext cx="122771" cy="91654"/>
            </a:xfrm>
            <a:custGeom>
              <a:avLst/>
              <a:gdLst/>
              <a:ahLst/>
              <a:cxnLst/>
              <a:rect l="l" t="t" r="r" b="b"/>
              <a:pathLst>
                <a:path w="122771" h="91654" extrusionOk="0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47"/>
            <p:cNvSpPr/>
            <p:nvPr/>
          </p:nvSpPr>
          <p:spPr>
            <a:xfrm>
              <a:off x="2242300" y="4327803"/>
              <a:ext cx="122230" cy="63800"/>
            </a:xfrm>
            <a:custGeom>
              <a:avLst/>
              <a:gdLst/>
              <a:ahLst/>
              <a:cxnLst/>
              <a:rect l="l" t="t" r="r" b="b"/>
              <a:pathLst>
                <a:path w="122230" h="63800" extrusionOk="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0" name="Google Shape;2980;p47"/>
            <p:cNvSpPr/>
            <p:nvPr/>
          </p:nvSpPr>
          <p:spPr>
            <a:xfrm>
              <a:off x="2122246" y="3749635"/>
              <a:ext cx="211613" cy="606004"/>
            </a:xfrm>
            <a:custGeom>
              <a:avLst/>
              <a:gdLst/>
              <a:ahLst/>
              <a:cxnLst/>
              <a:rect l="l" t="t" r="r" b="b"/>
              <a:pathLst>
                <a:path w="211613" h="606004" extrusionOk="0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1" name="Google Shape;2981;p47"/>
            <p:cNvSpPr/>
            <p:nvPr/>
          </p:nvSpPr>
          <p:spPr>
            <a:xfrm>
              <a:off x="2150411" y="3371683"/>
              <a:ext cx="135319" cy="132132"/>
            </a:xfrm>
            <a:custGeom>
              <a:avLst/>
              <a:gdLst/>
              <a:ahLst/>
              <a:cxnLst/>
              <a:rect l="l" t="t" r="r" b="b"/>
              <a:pathLst>
                <a:path w="135319" h="132132" extrusionOk="0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2" name="Google Shape;2982;p47"/>
            <p:cNvSpPr/>
            <p:nvPr/>
          </p:nvSpPr>
          <p:spPr>
            <a:xfrm>
              <a:off x="2307535" y="3402925"/>
              <a:ext cx="192267" cy="377666"/>
            </a:xfrm>
            <a:custGeom>
              <a:avLst/>
              <a:gdLst/>
              <a:ahLst/>
              <a:cxnLst/>
              <a:rect l="l" t="t" r="r" b="b"/>
              <a:pathLst>
                <a:path w="192267" h="377666" extrusionOk="0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3" name="Google Shape;2983;p47"/>
            <p:cNvSpPr/>
            <p:nvPr/>
          </p:nvSpPr>
          <p:spPr>
            <a:xfrm>
              <a:off x="2114600" y="3389774"/>
              <a:ext cx="219367" cy="442443"/>
            </a:xfrm>
            <a:custGeom>
              <a:avLst/>
              <a:gdLst/>
              <a:ahLst/>
              <a:cxnLst/>
              <a:rect l="l" t="t" r="r" b="b"/>
              <a:pathLst>
                <a:path w="219367" h="442443" extrusionOk="0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4" name="Google Shape;2984;p47"/>
            <p:cNvSpPr/>
            <p:nvPr/>
          </p:nvSpPr>
          <p:spPr>
            <a:xfrm>
              <a:off x="2145213" y="3235029"/>
              <a:ext cx="146094" cy="177613"/>
            </a:xfrm>
            <a:custGeom>
              <a:avLst/>
              <a:gdLst/>
              <a:ahLst/>
              <a:cxnLst/>
              <a:rect l="l" t="t" r="r" b="b"/>
              <a:pathLst>
                <a:path w="146094" h="177613" extrusionOk="0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5" name="Google Shape;2985;p47"/>
            <p:cNvSpPr/>
            <p:nvPr/>
          </p:nvSpPr>
          <p:spPr>
            <a:xfrm>
              <a:off x="2131725" y="3219615"/>
              <a:ext cx="154031" cy="152067"/>
            </a:xfrm>
            <a:custGeom>
              <a:avLst/>
              <a:gdLst/>
              <a:ahLst/>
              <a:cxnLst/>
              <a:rect l="l" t="t" r="r" b="b"/>
              <a:pathLst>
                <a:path w="154031" h="152067" extrusionOk="0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6" name="Google Shape;2986;p47"/>
            <p:cNvSpPr/>
            <p:nvPr/>
          </p:nvSpPr>
          <p:spPr>
            <a:xfrm>
              <a:off x="2103052" y="3477411"/>
              <a:ext cx="196972" cy="338613"/>
            </a:xfrm>
            <a:custGeom>
              <a:avLst/>
              <a:gdLst/>
              <a:ahLst/>
              <a:cxnLst/>
              <a:rect l="l" t="t" r="r" b="b"/>
              <a:pathLst>
                <a:path w="196972" h="338613" extrusionOk="0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7" name="Google Shape;2987;p47"/>
            <p:cNvSpPr/>
            <p:nvPr/>
          </p:nvSpPr>
          <p:spPr>
            <a:xfrm>
              <a:off x="2312810" y="3580852"/>
              <a:ext cx="228028" cy="306609"/>
            </a:xfrm>
            <a:custGeom>
              <a:avLst/>
              <a:gdLst/>
              <a:ahLst/>
              <a:cxnLst/>
              <a:rect l="l" t="t" r="r" b="b"/>
              <a:pathLst>
                <a:path w="228028" h="306609" extrusionOk="0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8" name="Google Shape;2988;p47"/>
            <p:cNvSpPr/>
            <p:nvPr/>
          </p:nvSpPr>
          <p:spPr>
            <a:xfrm>
              <a:off x="2273486" y="3773067"/>
              <a:ext cx="115992" cy="56976"/>
            </a:xfrm>
            <a:custGeom>
              <a:avLst/>
              <a:gdLst/>
              <a:ahLst/>
              <a:cxnLst/>
              <a:rect l="l" t="t" r="r" b="b"/>
              <a:pathLst>
                <a:path w="115992" h="56976" extrusionOk="0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9" name="Google Shape;2989;p47"/>
            <p:cNvSpPr/>
            <p:nvPr/>
          </p:nvSpPr>
          <p:spPr>
            <a:xfrm>
              <a:off x="2440714" y="3737029"/>
              <a:ext cx="71478" cy="59099"/>
            </a:xfrm>
            <a:custGeom>
              <a:avLst/>
              <a:gdLst/>
              <a:ahLst/>
              <a:cxnLst/>
              <a:rect l="l" t="t" r="r" b="b"/>
              <a:pathLst>
                <a:path w="71478" h="59099" extrusionOk="0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0" name="Google Shape;2990;p47"/>
            <p:cNvSpPr/>
            <p:nvPr/>
          </p:nvSpPr>
          <p:spPr>
            <a:xfrm>
              <a:off x="2285854" y="3390448"/>
              <a:ext cx="70866" cy="103155"/>
            </a:xfrm>
            <a:custGeom>
              <a:avLst/>
              <a:gdLst/>
              <a:ahLst/>
              <a:cxnLst/>
              <a:rect l="l" t="t" r="r" b="b"/>
              <a:pathLst>
                <a:path w="70866" h="103155" extrusionOk="0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1" name="Google Shape;2991;p47"/>
            <p:cNvSpPr/>
            <p:nvPr/>
          </p:nvSpPr>
          <p:spPr>
            <a:xfrm>
              <a:off x="2088637" y="3460502"/>
              <a:ext cx="85975" cy="128318"/>
            </a:xfrm>
            <a:custGeom>
              <a:avLst/>
              <a:gdLst/>
              <a:ahLst/>
              <a:cxnLst/>
              <a:rect l="l" t="t" r="r" b="b"/>
              <a:pathLst>
                <a:path w="85975" h="128318" extrusionOk="0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2" name="Google Shape;2992;p47"/>
            <p:cNvSpPr/>
            <p:nvPr/>
          </p:nvSpPr>
          <p:spPr>
            <a:xfrm>
              <a:off x="4813163" y="609565"/>
              <a:ext cx="169617" cy="33321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47"/>
            <p:cNvSpPr/>
            <p:nvPr/>
          </p:nvSpPr>
          <p:spPr>
            <a:xfrm>
              <a:off x="4828467" y="1392196"/>
              <a:ext cx="116692" cy="90410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4" name="Google Shape;2994;p47"/>
            <p:cNvSpPr/>
            <p:nvPr/>
          </p:nvSpPr>
          <p:spPr>
            <a:xfrm>
              <a:off x="4829505" y="1421916"/>
              <a:ext cx="116196" cy="60608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5" name="Google Shape;2995;p47"/>
            <p:cNvSpPr/>
            <p:nvPr/>
          </p:nvSpPr>
          <p:spPr>
            <a:xfrm>
              <a:off x="4688430" y="1310886"/>
              <a:ext cx="116665" cy="87067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6" name="Google Shape;2996;p47"/>
            <p:cNvSpPr/>
            <p:nvPr/>
          </p:nvSpPr>
          <p:spPr>
            <a:xfrm>
              <a:off x="4688726" y="1338477"/>
              <a:ext cx="116135" cy="60608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47"/>
            <p:cNvSpPr/>
            <p:nvPr/>
          </p:nvSpPr>
          <p:spPr>
            <a:xfrm>
              <a:off x="4717732" y="910305"/>
              <a:ext cx="408631" cy="493987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8" name="Google Shape;2998;p47"/>
            <p:cNvSpPr/>
            <p:nvPr/>
          </p:nvSpPr>
          <p:spPr>
            <a:xfrm>
              <a:off x="4963696" y="579048"/>
              <a:ext cx="128556" cy="125075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9" name="Google Shape;2999;p47"/>
            <p:cNvSpPr/>
            <p:nvPr/>
          </p:nvSpPr>
          <p:spPr>
            <a:xfrm>
              <a:off x="4918440" y="596574"/>
              <a:ext cx="208599" cy="407146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0" name="Google Shape;3000;p47"/>
            <p:cNvSpPr/>
            <p:nvPr/>
          </p:nvSpPr>
          <p:spPr>
            <a:xfrm>
              <a:off x="4958560" y="449309"/>
              <a:ext cx="138537" cy="168686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1" name="Google Shape;3001;p47"/>
            <p:cNvSpPr/>
            <p:nvPr/>
          </p:nvSpPr>
          <p:spPr>
            <a:xfrm>
              <a:off x="4963736" y="434568"/>
              <a:ext cx="146199" cy="144480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2" name="Google Shape;3002;p47"/>
            <p:cNvSpPr/>
            <p:nvPr/>
          </p:nvSpPr>
          <p:spPr>
            <a:xfrm>
              <a:off x="4896275" y="596956"/>
              <a:ext cx="67341" cy="98012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3" name="Google Shape;3003;p47"/>
            <p:cNvSpPr/>
            <p:nvPr/>
          </p:nvSpPr>
          <p:spPr>
            <a:xfrm>
              <a:off x="5434686" y="3650290"/>
              <a:ext cx="676058" cy="390429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4" name="Google Shape;3004;p47"/>
            <p:cNvSpPr/>
            <p:nvPr/>
          </p:nvSpPr>
          <p:spPr>
            <a:xfrm>
              <a:off x="5472633" y="3576375"/>
              <a:ext cx="587572" cy="226763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47"/>
            <p:cNvSpPr/>
            <p:nvPr/>
          </p:nvSpPr>
          <p:spPr>
            <a:xfrm>
              <a:off x="5434724" y="3741253"/>
              <a:ext cx="51339" cy="103346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47"/>
            <p:cNvSpPr/>
            <p:nvPr/>
          </p:nvSpPr>
          <p:spPr>
            <a:xfrm>
              <a:off x="6065565" y="3741825"/>
              <a:ext cx="45148" cy="102774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47"/>
            <p:cNvSpPr/>
            <p:nvPr/>
          </p:nvSpPr>
          <p:spPr>
            <a:xfrm>
              <a:off x="5494446" y="3630573"/>
              <a:ext cx="562737" cy="32480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8" name="Google Shape;3008;p47"/>
            <p:cNvSpPr/>
            <p:nvPr/>
          </p:nvSpPr>
          <p:spPr>
            <a:xfrm>
              <a:off x="5460441" y="3803737"/>
              <a:ext cx="614737" cy="220544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9" name="Google Shape;3009;p47"/>
            <p:cNvSpPr/>
            <p:nvPr/>
          </p:nvSpPr>
          <p:spPr>
            <a:xfrm>
              <a:off x="5434724" y="3551706"/>
              <a:ext cx="675989" cy="390489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4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1" name="Google Shape;3011;p47"/>
            <p:cNvSpPr/>
            <p:nvPr/>
          </p:nvSpPr>
          <p:spPr>
            <a:xfrm>
              <a:off x="5382050" y="3902892"/>
              <a:ext cx="186213" cy="107537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2" name="Google Shape;3012;p47"/>
            <p:cNvSpPr/>
            <p:nvPr/>
          </p:nvSpPr>
          <p:spPr>
            <a:xfrm>
              <a:off x="5425961" y="3928134"/>
              <a:ext cx="142303" cy="132873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3" name="Google Shape;3013;p47"/>
            <p:cNvSpPr/>
            <p:nvPr/>
          </p:nvSpPr>
          <p:spPr>
            <a:xfrm>
              <a:off x="5023720" y="3961462"/>
              <a:ext cx="431291" cy="317858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4" name="Google Shape;3014;p4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5" name="Google Shape;3015;p47"/>
            <p:cNvSpPr/>
            <p:nvPr/>
          </p:nvSpPr>
          <p:spPr>
            <a:xfrm>
              <a:off x="5833536" y="4556308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6" name="Google Shape;3016;p47"/>
            <p:cNvSpPr/>
            <p:nvPr/>
          </p:nvSpPr>
          <p:spPr>
            <a:xfrm>
              <a:off x="6124048" y="3784878"/>
              <a:ext cx="99113" cy="215741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7" name="Google Shape;3017;p47"/>
            <p:cNvSpPr/>
            <p:nvPr/>
          </p:nvSpPr>
          <p:spPr>
            <a:xfrm>
              <a:off x="6137955" y="3696137"/>
              <a:ext cx="71246" cy="137090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47"/>
            <p:cNvSpPr/>
            <p:nvPr/>
          </p:nvSpPr>
          <p:spPr>
            <a:xfrm>
              <a:off x="5898535" y="4644969"/>
              <a:ext cx="153698" cy="86203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9" name="Google Shape;3019;p47"/>
            <p:cNvSpPr/>
            <p:nvPr/>
          </p:nvSpPr>
          <p:spPr>
            <a:xfrm>
              <a:off x="5898544" y="4659654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0" name="Google Shape;3020;p47"/>
            <p:cNvSpPr/>
            <p:nvPr/>
          </p:nvSpPr>
          <p:spPr>
            <a:xfrm>
              <a:off x="6010930" y="4594540"/>
              <a:ext cx="153698" cy="86245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1" name="Google Shape;3021;p47"/>
            <p:cNvSpPr/>
            <p:nvPr/>
          </p:nvSpPr>
          <p:spPr>
            <a:xfrm>
              <a:off x="6010940" y="4609266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47"/>
            <p:cNvSpPr/>
            <p:nvPr/>
          </p:nvSpPr>
          <p:spPr>
            <a:xfrm>
              <a:off x="5939834" y="4034528"/>
              <a:ext cx="224738" cy="6344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3" name="Google Shape;3023;p47"/>
            <p:cNvSpPr/>
            <p:nvPr/>
          </p:nvSpPr>
          <p:spPr>
            <a:xfrm>
              <a:off x="5972635" y="3514319"/>
              <a:ext cx="163123" cy="261076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4" name="Google Shape;3024;p47"/>
            <p:cNvSpPr/>
            <p:nvPr/>
          </p:nvSpPr>
          <p:spPr>
            <a:xfrm>
              <a:off x="5938247" y="3698937"/>
              <a:ext cx="250857" cy="415389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47"/>
            <p:cNvSpPr/>
            <p:nvPr/>
          </p:nvSpPr>
          <p:spPr>
            <a:xfrm>
              <a:off x="5692823" y="3751153"/>
              <a:ext cx="318504" cy="248122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47"/>
            <p:cNvSpPr/>
            <p:nvPr/>
          </p:nvSpPr>
          <p:spPr>
            <a:xfrm>
              <a:off x="5925738" y="3745773"/>
              <a:ext cx="96916" cy="141862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47"/>
            <p:cNvSpPr/>
            <p:nvPr/>
          </p:nvSpPr>
          <p:spPr>
            <a:xfrm>
              <a:off x="5972396" y="3502859"/>
              <a:ext cx="158142" cy="174304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28" name="Google Shape;3028;p47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3029" name="Google Shape;3029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1" name="Google Shape;3031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4" name="Google Shape;3034;p47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3035" name="Google Shape;3035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7" name="Google Shape;3037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8" name="Google Shape;3038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0" name="Google Shape;3040;p47"/>
            <p:cNvSpPr/>
            <p:nvPr/>
          </p:nvSpPr>
          <p:spPr>
            <a:xfrm>
              <a:off x="5005135" y="663654"/>
              <a:ext cx="157949" cy="441664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1" name="Google Shape;3041;p47"/>
            <p:cNvSpPr/>
            <p:nvPr/>
          </p:nvSpPr>
          <p:spPr>
            <a:xfrm>
              <a:off x="5078203" y="660182"/>
              <a:ext cx="90963" cy="123358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42" name="Google Shape;3042;p47"/>
            <p:cNvGrpSpPr/>
            <p:nvPr/>
          </p:nvGrpSpPr>
          <p:grpSpPr>
            <a:xfrm flipH="1">
              <a:off x="2446567" y="1414370"/>
              <a:ext cx="298963" cy="226660"/>
              <a:chOff x="6621095" y="1452181"/>
              <a:chExt cx="330894" cy="250785"/>
            </a:xfrm>
          </p:grpSpPr>
          <p:sp>
            <p:nvSpPr>
              <p:cNvPr id="3043" name="Google Shape;3043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4" name="Google Shape;3044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5" name="Google Shape;3045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6" name="Google Shape;3046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7" name="Google Shape;3047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8" name="Google Shape;3048;p47"/>
            <p:cNvSpPr/>
            <p:nvPr/>
          </p:nvSpPr>
          <p:spPr>
            <a:xfrm>
              <a:off x="2329846" y="1241863"/>
              <a:ext cx="143174" cy="402337"/>
            </a:xfrm>
            <a:custGeom>
              <a:avLst/>
              <a:gdLst/>
              <a:ahLst/>
              <a:cxnLst/>
              <a:rect l="l" t="t" r="r" b="b"/>
              <a:pathLst>
                <a:path w="143174" h="402337" extrusionOk="0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9" name="Google Shape;3049;p47"/>
            <p:cNvSpPr/>
            <p:nvPr/>
          </p:nvSpPr>
          <p:spPr>
            <a:xfrm>
              <a:off x="2323859" y="1237315"/>
              <a:ext cx="82772" cy="112806"/>
            </a:xfrm>
            <a:custGeom>
              <a:avLst/>
              <a:gdLst/>
              <a:ahLst/>
              <a:cxnLst/>
              <a:rect l="l" t="t" r="r" b="b"/>
              <a:pathLst>
                <a:path w="82772" h="112806" extrusionOk="0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0" name="Google Shape;3050;p47"/>
          <p:cNvGrpSpPr/>
          <p:nvPr/>
        </p:nvGrpSpPr>
        <p:grpSpPr>
          <a:xfrm>
            <a:off x="2531557" y="3196864"/>
            <a:ext cx="1407493" cy="1561147"/>
            <a:chOff x="2152750" y="190500"/>
            <a:chExt cx="4293756" cy="4762499"/>
          </a:xfrm>
        </p:grpSpPr>
        <p:sp>
          <p:nvSpPr>
            <p:cNvPr id="3051" name="Google Shape;3051;p47"/>
            <p:cNvSpPr/>
            <p:nvPr/>
          </p:nvSpPr>
          <p:spPr>
            <a:xfrm>
              <a:off x="2152750" y="2957607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47"/>
            <p:cNvSpPr/>
            <p:nvPr/>
          </p:nvSpPr>
          <p:spPr>
            <a:xfrm>
              <a:off x="2318956" y="3109336"/>
              <a:ext cx="225716" cy="175248"/>
            </a:xfrm>
            <a:custGeom>
              <a:avLst/>
              <a:gdLst/>
              <a:ahLst/>
              <a:cxnLst/>
              <a:rect l="l" t="t" r="r" b="b"/>
              <a:pathLst>
                <a:path w="225716" h="175248" extrusionOk="0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47"/>
            <p:cNvSpPr/>
            <p:nvPr/>
          </p:nvSpPr>
          <p:spPr>
            <a:xfrm>
              <a:off x="2319304" y="3166967"/>
              <a:ext cx="224715" cy="117585"/>
            </a:xfrm>
            <a:custGeom>
              <a:avLst/>
              <a:gdLst/>
              <a:ahLst/>
              <a:cxnLst/>
              <a:rect l="l" t="t" r="r" b="b"/>
              <a:pathLst>
                <a:path w="224715" h="117585" extrusionOk="0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47"/>
            <p:cNvSpPr/>
            <p:nvPr/>
          </p:nvSpPr>
          <p:spPr>
            <a:xfrm>
              <a:off x="2550431" y="3021675"/>
              <a:ext cx="225586" cy="168802"/>
            </a:xfrm>
            <a:custGeom>
              <a:avLst/>
              <a:gdLst/>
              <a:ahLst/>
              <a:cxnLst/>
              <a:rect l="l" t="t" r="r" b="b"/>
              <a:pathLst>
                <a:path w="225586" h="168802" extrusionOk="0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5" name="Google Shape;3055;p47"/>
            <p:cNvSpPr/>
            <p:nvPr/>
          </p:nvSpPr>
          <p:spPr>
            <a:xfrm>
              <a:off x="2551534" y="3076575"/>
              <a:ext cx="224758" cy="117584"/>
            </a:xfrm>
            <a:custGeom>
              <a:avLst/>
              <a:gdLst/>
              <a:ahLst/>
              <a:cxnLst/>
              <a:rect l="l" t="t" r="r" b="b"/>
              <a:pathLst>
                <a:path w="224758" h="117584" extrusionOk="0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47"/>
            <p:cNvSpPr/>
            <p:nvPr/>
          </p:nvSpPr>
          <p:spPr>
            <a:xfrm>
              <a:off x="2330724" y="2010537"/>
              <a:ext cx="387976" cy="1115665"/>
            </a:xfrm>
            <a:custGeom>
              <a:avLst/>
              <a:gdLst/>
              <a:ahLst/>
              <a:cxnLst/>
              <a:rect l="l" t="t" r="r" b="b"/>
              <a:pathLst>
                <a:path w="387976" h="1115665" extrusionOk="0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47"/>
            <p:cNvSpPr/>
            <p:nvPr/>
          </p:nvSpPr>
          <p:spPr>
            <a:xfrm>
              <a:off x="2382705" y="1314450"/>
              <a:ext cx="248692" cy="242377"/>
            </a:xfrm>
            <a:custGeom>
              <a:avLst/>
              <a:gdLst/>
              <a:ahLst/>
              <a:cxnLst/>
              <a:rect l="l" t="t" r="r" b="b"/>
              <a:pathLst>
                <a:path w="248692" h="242377" extrusionOk="0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8" name="Google Shape;3058;p47"/>
            <p:cNvSpPr/>
            <p:nvPr/>
          </p:nvSpPr>
          <p:spPr>
            <a:xfrm>
              <a:off x="2671394" y="1371981"/>
              <a:ext cx="353519" cy="695039"/>
            </a:xfrm>
            <a:custGeom>
              <a:avLst/>
              <a:gdLst/>
              <a:ahLst/>
              <a:cxnLst/>
              <a:rect l="l" t="t" r="r" b="b"/>
              <a:pathLst>
                <a:path w="353519" h="695039" extrusionOk="0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47"/>
            <p:cNvSpPr/>
            <p:nvPr/>
          </p:nvSpPr>
          <p:spPr>
            <a:xfrm>
              <a:off x="2315965" y="1348763"/>
              <a:ext cx="403432" cy="814679"/>
            </a:xfrm>
            <a:custGeom>
              <a:avLst/>
              <a:gdLst/>
              <a:ahLst/>
              <a:cxnLst/>
              <a:rect l="l" t="t" r="r" b="b"/>
              <a:pathLst>
                <a:path w="403432" h="814679" extrusionOk="0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47"/>
            <p:cNvSpPr/>
            <p:nvPr/>
          </p:nvSpPr>
          <p:spPr>
            <a:xfrm>
              <a:off x="2373403" y="1062776"/>
              <a:ext cx="268166" cy="327122"/>
            </a:xfrm>
            <a:custGeom>
              <a:avLst/>
              <a:gdLst/>
              <a:ahLst/>
              <a:cxnLst/>
              <a:rect l="l" t="t" r="r" b="b"/>
              <a:pathLst>
                <a:path w="268166" h="327122" extrusionOk="0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1" name="Google Shape;3061;p47"/>
            <p:cNvSpPr/>
            <p:nvPr/>
          </p:nvSpPr>
          <p:spPr>
            <a:xfrm>
              <a:off x="2348404" y="1033740"/>
              <a:ext cx="282986" cy="280709"/>
            </a:xfrm>
            <a:custGeom>
              <a:avLst/>
              <a:gdLst/>
              <a:ahLst/>
              <a:cxnLst/>
              <a:rect l="l" t="t" r="r" b="b"/>
              <a:pathLst>
                <a:path w="282986" h="280709" extrusionOk="0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2" name="Google Shape;3062;p47"/>
            <p:cNvSpPr/>
            <p:nvPr/>
          </p:nvSpPr>
          <p:spPr>
            <a:xfrm>
              <a:off x="2295460" y="1509426"/>
              <a:ext cx="362138" cy="623316"/>
            </a:xfrm>
            <a:custGeom>
              <a:avLst/>
              <a:gdLst/>
              <a:ahLst/>
              <a:cxnLst/>
              <a:rect l="l" t="t" r="r" b="b"/>
              <a:pathLst>
                <a:path w="362138" h="623316" extrusionOk="0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47"/>
            <p:cNvSpPr/>
            <p:nvPr/>
          </p:nvSpPr>
          <p:spPr>
            <a:xfrm>
              <a:off x="2681160" y="1699641"/>
              <a:ext cx="419212" cy="565118"/>
            </a:xfrm>
            <a:custGeom>
              <a:avLst/>
              <a:gdLst/>
              <a:ahLst/>
              <a:cxnLst/>
              <a:rect l="l" t="t" r="r" b="b"/>
              <a:pathLst>
                <a:path w="419212" h="565118" extrusionOk="0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47"/>
            <p:cNvSpPr/>
            <p:nvPr/>
          </p:nvSpPr>
          <p:spPr>
            <a:xfrm>
              <a:off x="2608827" y="2053875"/>
              <a:ext cx="212446" cy="104783"/>
            </a:xfrm>
            <a:custGeom>
              <a:avLst/>
              <a:gdLst/>
              <a:ahLst/>
              <a:cxnLst/>
              <a:rect l="l" t="t" r="r" b="b"/>
              <a:pathLst>
                <a:path w="212446" h="104783" extrusionOk="0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5" name="Google Shape;3065;p47"/>
            <p:cNvSpPr/>
            <p:nvPr/>
          </p:nvSpPr>
          <p:spPr>
            <a:xfrm>
              <a:off x="2916099" y="1987646"/>
              <a:ext cx="131568" cy="109091"/>
            </a:xfrm>
            <a:custGeom>
              <a:avLst/>
              <a:gdLst/>
              <a:ahLst/>
              <a:cxnLst/>
              <a:rect l="l" t="t" r="r" b="b"/>
              <a:pathLst>
                <a:path w="131568" h="109091" extrusionOk="0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47"/>
            <p:cNvSpPr/>
            <p:nvPr/>
          </p:nvSpPr>
          <p:spPr>
            <a:xfrm>
              <a:off x="2631550" y="1349025"/>
              <a:ext cx="130391" cy="190023"/>
            </a:xfrm>
            <a:custGeom>
              <a:avLst/>
              <a:gdLst/>
              <a:ahLst/>
              <a:cxnLst/>
              <a:rect l="l" t="t" r="r" b="b"/>
              <a:pathLst>
                <a:path w="130391" h="190023" extrusionOk="0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47"/>
            <p:cNvSpPr/>
            <p:nvPr/>
          </p:nvSpPr>
          <p:spPr>
            <a:xfrm>
              <a:off x="2269458" y="1478036"/>
              <a:ext cx="157611" cy="236452"/>
            </a:xfrm>
            <a:custGeom>
              <a:avLst/>
              <a:gdLst/>
              <a:ahLst/>
              <a:cxnLst/>
              <a:rect l="l" t="t" r="r" b="b"/>
              <a:pathLst>
                <a:path w="157611" h="236452" extrusionOk="0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47"/>
            <p:cNvSpPr/>
            <p:nvPr/>
          </p:nvSpPr>
          <p:spPr>
            <a:xfrm>
              <a:off x="3098756" y="3983831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47"/>
            <p:cNvSpPr/>
            <p:nvPr/>
          </p:nvSpPr>
          <p:spPr>
            <a:xfrm>
              <a:off x="4017202" y="4508754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0" name="Google Shape;3070;p47"/>
            <p:cNvSpPr/>
            <p:nvPr/>
          </p:nvSpPr>
          <p:spPr>
            <a:xfrm>
              <a:off x="5609182" y="3535680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47"/>
            <p:cNvSpPr/>
            <p:nvPr/>
          </p:nvSpPr>
          <p:spPr>
            <a:xfrm>
              <a:off x="3115863" y="3050952"/>
              <a:ext cx="67191" cy="975240"/>
            </a:xfrm>
            <a:custGeom>
              <a:avLst/>
              <a:gdLst/>
              <a:ahLst/>
              <a:cxnLst/>
              <a:rect l="l" t="t" r="r" b="b"/>
              <a:pathLst>
                <a:path w="67191" h="975240" extrusionOk="0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47"/>
            <p:cNvSpPr/>
            <p:nvPr/>
          </p:nvSpPr>
          <p:spPr>
            <a:xfrm>
              <a:off x="4036495" y="3422808"/>
              <a:ext cx="59588" cy="1128783"/>
            </a:xfrm>
            <a:custGeom>
              <a:avLst/>
              <a:gdLst/>
              <a:ahLst/>
              <a:cxnLst/>
              <a:rect l="l" t="t" r="r" b="b"/>
              <a:pathLst>
                <a:path w="59588" h="1128783" extrusionOk="0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47"/>
            <p:cNvSpPr/>
            <p:nvPr/>
          </p:nvSpPr>
          <p:spPr>
            <a:xfrm>
              <a:off x="5628379" y="2652522"/>
              <a:ext cx="59588" cy="923996"/>
            </a:xfrm>
            <a:custGeom>
              <a:avLst/>
              <a:gdLst/>
              <a:ahLst/>
              <a:cxnLst/>
              <a:rect l="l" t="t" r="r" b="b"/>
              <a:pathLst>
                <a:path w="59588" h="923996" extrusionOk="0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47"/>
            <p:cNvSpPr/>
            <p:nvPr/>
          </p:nvSpPr>
          <p:spPr>
            <a:xfrm>
              <a:off x="3056370" y="3054762"/>
              <a:ext cx="1009872" cy="652653"/>
            </a:xfrm>
            <a:custGeom>
              <a:avLst/>
              <a:gdLst/>
              <a:ahLst/>
              <a:cxnLst/>
              <a:rect l="l" t="t" r="r" b="b"/>
              <a:pathLst>
                <a:path w="1009872" h="652653" extrusionOk="0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3056084" y="2071592"/>
              <a:ext cx="2712855" cy="1569720"/>
            </a:xfrm>
            <a:custGeom>
              <a:avLst/>
              <a:gdLst/>
              <a:ahLst/>
              <a:cxnLst/>
              <a:rect l="l" t="t" r="r" b="b"/>
              <a:pathLst>
                <a:path w="2712855" h="1569720" extrusionOk="0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47"/>
            <p:cNvSpPr/>
            <p:nvPr/>
          </p:nvSpPr>
          <p:spPr>
            <a:xfrm>
              <a:off x="4066242" y="2653855"/>
              <a:ext cx="1702888" cy="1053560"/>
            </a:xfrm>
            <a:custGeom>
              <a:avLst/>
              <a:gdLst/>
              <a:ahLst/>
              <a:cxnLst/>
              <a:rect l="l" t="t" r="r" b="b"/>
              <a:pathLst>
                <a:path w="1702888" h="1053560" extrusionOk="0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47"/>
            <p:cNvSpPr/>
            <p:nvPr/>
          </p:nvSpPr>
          <p:spPr>
            <a:xfrm>
              <a:off x="4763535" y="2360390"/>
              <a:ext cx="519572" cy="326898"/>
            </a:xfrm>
            <a:custGeom>
              <a:avLst/>
              <a:gdLst/>
              <a:ahLst/>
              <a:cxnLst/>
              <a:rect l="l" t="t" r="r" b="b"/>
              <a:pathLst>
                <a:path w="519572" h="326898" extrusionOk="0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47"/>
            <p:cNvSpPr/>
            <p:nvPr/>
          </p:nvSpPr>
          <p:spPr>
            <a:xfrm>
              <a:off x="4668877" y="2346674"/>
              <a:ext cx="551219" cy="318992"/>
            </a:xfrm>
            <a:custGeom>
              <a:avLst/>
              <a:gdLst/>
              <a:ahLst/>
              <a:cxnLst/>
              <a:rect l="l" t="t" r="r" b="b"/>
              <a:pathLst>
                <a:path w="551219" h="318992" extrusionOk="0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47"/>
            <p:cNvSpPr/>
            <p:nvPr/>
          </p:nvSpPr>
          <p:spPr>
            <a:xfrm>
              <a:off x="4743291" y="2531554"/>
              <a:ext cx="161184" cy="93249"/>
            </a:xfrm>
            <a:custGeom>
              <a:avLst/>
              <a:gdLst/>
              <a:ahLst/>
              <a:cxnLst/>
              <a:rect l="l" t="t" r="r" b="b"/>
              <a:pathLst>
                <a:path w="161184" h="93249" extrusionOk="0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47"/>
            <p:cNvSpPr/>
            <p:nvPr/>
          </p:nvSpPr>
          <p:spPr>
            <a:xfrm>
              <a:off x="4789955" y="2504598"/>
              <a:ext cx="161089" cy="93249"/>
            </a:xfrm>
            <a:custGeom>
              <a:avLst/>
              <a:gdLst/>
              <a:ahLst/>
              <a:cxnLst/>
              <a:rect l="l" t="t" r="r" b="b"/>
              <a:pathLst>
                <a:path w="161089" h="93249" extrusionOk="0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1" name="Google Shape;3081;p47"/>
            <p:cNvSpPr/>
            <p:nvPr/>
          </p:nvSpPr>
          <p:spPr>
            <a:xfrm>
              <a:off x="4834813" y="2478690"/>
              <a:ext cx="161089" cy="93154"/>
            </a:xfrm>
            <a:custGeom>
              <a:avLst/>
              <a:gdLst/>
              <a:ahLst/>
              <a:cxnLst/>
              <a:rect l="l" t="t" r="r" b="b"/>
              <a:pathLst>
                <a:path w="161089" h="93154" extrusionOk="0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47"/>
            <p:cNvSpPr/>
            <p:nvPr/>
          </p:nvSpPr>
          <p:spPr>
            <a:xfrm>
              <a:off x="4998753" y="2451734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47"/>
            <p:cNvSpPr/>
            <p:nvPr/>
          </p:nvSpPr>
          <p:spPr>
            <a:xfrm>
              <a:off x="5043611" y="2425731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47"/>
            <p:cNvSpPr/>
            <p:nvPr/>
          </p:nvSpPr>
          <p:spPr>
            <a:xfrm>
              <a:off x="4912649" y="2469832"/>
              <a:ext cx="307447" cy="180974"/>
            </a:xfrm>
            <a:custGeom>
              <a:avLst/>
              <a:gdLst/>
              <a:ahLst/>
              <a:cxnLst/>
              <a:rect l="l" t="t" r="r" b="b"/>
              <a:pathLst>
                <a:path w="307447" h="180974" extrusionOk="0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47"/>
            <p:cNvSpPr/>
            <p:nvPr/>
          </p:nvSpPr>
          <p:spPr>
            <a:xfrm>
              <a:off x="4894497" y="284121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47"/>
            <p:cNvSpPr/>
            <p:nvPr/>
          </p:nvSpPr>
          <p:spPr>
            <a:xfrm>
              <a:off x="4901418" y="2763964"/>
              <a:ext cx="147800" cy="156591"/>
            </a:xfrm>
            <a:custGeom>
              <a:avLst/>
              <a:gdLst/>
              <a:ahLst/>
              <a:cxnLst/>
              <a:rect l="l" t="t" r="r" b="b"/>
              <a:pathLst>
                <a:path w="147800" h="156591" extrusionOk="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47"/>
            <p:cNvSpPr/>
            <p:nvPr/>
          </p:nvSpPr>
          <p:spPr>
            <a:xfrm>
              <a:off x="4901720" y="272129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47"/>
            <p:cNvSpPr/>
            <p:nvPr/>
          </p:nvSpPr>
          <p:spPr>
            <a:xfrm>
              <a:off x="4913314" y="2732891"/>
              <a:ext cx="124214" cy="61955"/>
            </a:xfrm>
            <a:custGeom>
              <a:avLst/>
              <a:gdLst/>
              <a:ahLst/>
              <a:cxnLst/>
              <a:rect l="l" t="t" r="r" b="b"/>
              <a:pathLst>
                <a:path w="124214" h="61955" extrusionOk="0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47"/>
            <p:cNvSpPr/>
            <p:nvPr/>
          </p:nvSpPr>
          <p:spPr>
            <a:xfrm>
              <a:off x="4922818" y="2733153"/>
              <a:ext cx="114710" cy="61622"/>
            </a:xfrm>
            <a:custGeom>
              <a:avLst/>
              <a:gdLst/>
              <a:ahLst/>
              <a:cxnLst/>
              <a:rect l="l" t="t" r="r" b="b"/>
              <a:pathLst>
                <a:path w="114710" h="61622" extrusionOk="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47"/>
            <p:cNvSpPr/>
            <p:nvPr/>
          </p:nvSpPr>
          <p:spPr>
            <a:xfrm>
              <a:off x="5015195" y="2807589"/>
              <a:ext cx="42215" cy="98678"/>
            </a:xfrm>
            <a:custGeom>
              <a:avLst/>
              <a:gdLst/>
              <a:ahLst/>
              <a:cxnLst/>
              <a:rect l="l" t="t" r="r" b="b"/>
              <a:pathLst>
                <a:path w="42215" h="98678" extrusionOk="0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7"/>
            <p:cNvSpPr/>
            <p:nvPr/>
          </p:nvSpPr>
          <p:spPr>
            <a:xfrm>
              <a:off x="5015195" y="2812256"/>
              <a:ext cx="34783" cy="94465"/>
            </a:xfrm>
            <a:custGeom>
              <a:avLst/>
              <a:gdLst/>
              <a:ahLst/>
              <a:cxnLst/>
              <a:rect l="l" t="t" r="r" b="b"/>
              <a:pathLst>
                <a:path w="34783" h="94465" extrusionOk="0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7"/>
            <p:cNvSpPr/>
            <p:nvPr/>
          </p:nvSpPr>
          <p:spPr>
            <a:xfrm>
              <a:off x="3439562" y="299475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47"/>
            <p:cNvSpPr/>
            <p:nvPr/>
          </p:nvSpPr>
          <p:spPr>
            <a:xfrm>
              <a:off x="3446488" y="2917507"/>
              <a:ext cx="147795" cy="156591"/>
            </a:xfrm>
            <a:custGeom>
              <a:avLst/>
              <a:gdLst/>
              <a:ahLst/>
              <a:cxnLst/>
              <a:rect l="l" t="t" r="r" b="b"/>
              <a:pathLst>
                <a:path w="147795" h="156591" extrusionOk="0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4" name="Google Shape;3094;p47"/>
            <p:cNvSpPr/>
            <p:nvPr/>
          </p:nvSpPr>
          <p:spPr>
            <a:xfrm>
              <a:off x="3446785" y="287483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5" name="Google Shape;3095;p47"/>
            <p:cNvSpPr/>
            <p:nvPr/>
          </p:nvSpPr>
          <p:spPr>
            <a:xfrm>
              <a:off x="3458475" y="2886430"/>
              <a:ext cx="124119" cy="61959"/>
            </a:xfrm>
            <a:custGeom>
              <a:avLst/>
              <a:gdLst/>
              <a:ahLst/>
              <a:cxnLst/>
              <a:rect l="l" t="t" r="r" b="b"/>
              <a:pathLst>
                <a:path w="124119" h="61959" extrusionOk="0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6" name="Google Shape;3096;p47"/>
            <p:cNvSpPr/>
            <p:nvPr/>
          </p:nvSpPr>
          <p:spPr>
            <a:xfrm>
              <a:off x="3467883" y="2886601"/>
              <a:ext cx="114710" cy="61717"/>
            </a:xfrm>
            <a:custGeom>
              <a:avLst/>
              <a:gdLst/>
              <a:ahLst/>
              <a:cxnLst/>
              <a:rect l="l" t="t" r="r" b="b"/>
              <a:pathLst>
                <a:path w="114710" h="61717" extrusionOk="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47"/>
            <p:cNvSpPr/>
            <p:nvPr/>
          </p:nvSpPr>
          <p:spPr>
            <a:xfrm>
              <a:off x="3559880" y="2961132"/>
              <a:ext cx="42223" cy="98678"/>
            </a:xfrm>
            <a:custGeom>
              <a:avLst/>
              <a:gdLst/>
              <a:ahLst/>
              <a:cxnLst/>
              <a:rect l="l" t="t" r="r" b="b"/>
              <a:pathLst>
                <a:path w="42223" h="98678" extrusionOk="0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7"/>
            <p:cNvSpPr/>
            <p:nvPr/>
          </p:nvSpPr>
          <p:spPr>
            <a:xfrm>
              <a:off x="3560165" y="2965989"/>
              <a:ext cx="34688" cy="94398"/>
            </a:xfrm>
            <a:custGeom>
              <a:avLst/>
              <a:gdLst/>
              <a:ahLst/>
              <a:cxnLst/>
              <a:rect l="l" t="t" r="r" b="b"/>
              <a:pathLst>
                <a:path w="34688" h="94398" extrusionOk="0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9" name="Google Shape;3099;p47"/>
            <p:cNvSpPr/>
            <p:nvPr/>
          </p:nvSpPr>
          <p:spPr>
            <a:xfrm>
              <a:off x="5618400" y="4515040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0" name="Google Shape;3100;p47"/>
            <p:cNvSpPr/>
            <p:nvPr/>
          </p:nvSpPr>
          <p:spPr>
            <a:xfrm>
              <a:off x="6158405" y="3069812"/>
              <a:ext cx="186021" cy="406050"/>
            </a:xfrm>
            <a:custGeom>
              <a:avLst/>
              <a:gdLst/>
              <a:ahLst/>
              <a:cxnLst/>
              <a:rect l="l" t="t" r="r" b="b"/>
              <a:pathLst>
                <a:path w="186021" h="406050" extrusionOk="0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47"/>
            <p:cNvSpPr/>
            <p:nvPr/>
          </p:nvSpPr>
          <p:spPr>
            <a:xfrm>
              <a:off x="6184541" y="2902850"/>
              <a:ext cx="133813" cy="257894"/>
            </a:xfrm>
            <a:custGeom>
              <a:avLst/>
              <a:gdLst/>
              <a:ahLst/>
              <a:cxnLst/>
              <a:rect l="l" t="t" r="r" b="b"/>
              <a:pathLst>
                <a:path w="133813" h="257894" extrusionOk="0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2" name="Google Shape;3102;p47"/>
            <p:cNvSpPr/>
            <p:nvPr/>
          </p:nvSpPr>
          <p:spPr>
            <a:xfrm>
              <a:off x="5735029" y="4688404"/>
              <a:ext cx="288490" cy="162715"/>
            </a:xfrm>
            <a:custGeom>
              <a:avLst/>
              <a:gdLst/>
              <a:ahLst/>
              <a:cxnLst/>
              <a:rect l="l" t="t" r="r" b="b"/>
              <a:pathLst>
                <a:path w="288490" h="162715" extrusionOk="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7"/>
            <p:cNvSpPr/>
            <p:nvPr/>
          </p:nvSpPr>
          <p:spPr>
            <a:xfrm>
              <a:off x="5735111" y="4715446"/>
              <a:ext cx="283683" cy="135768"/>
            </a:xfrm>
            <a:custGeom>
              <a:avLst/>
              <a:gdLst/>
              <a:ahLst/>
              <a:cxnLst/>
              <a:rect l="l" t="t" r="r" b="b"/>
              <a:pathLst>
                <a:path w="283683" h="135768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7"/>
            <p:cNvSpPr/>
            <p:nvPr/>
          </p:nvSpPr>
          <p:spPr>
            <a:xfrm>
              <a:off x="5946488" y="4593442"/>
              <a:ext cx="288134" cy="162731"/>
            </a:xfrm>
            <a:custGeom>
              <a:avLst/>
              <a:gdLst/>
              <a:ahLst/>
              <a:cxnLst/>
              <a:rect l="l" t="t" r="r" b="b"/>
              <a:pathLst>
                <a:path w="288134" h="162731" extrusionOk="0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47"/>
            <p:cNvSpPr/>
            <p:nvPr/>
          </p:nvSpPr>
          <p:spPr>
            <a:xfrm>
              <a:off x="5946095" y="4620482"/>
              <a:ext cx="283683" cy="135691"/>
            </a:xfrm>
            <a:custGeom>
              <a:avLst/>
              <a:gdLst/>
              <a:ahLst/>
              <a:cxnLst/>
              <a:rect l="l" t="t" r="r" b="b"/>
              <a:pathLst>
                <a:path w="283683" h="135691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47"/>
            <p:cNvSpPr/>
            <p:nvPr/>
          </p:nvSpPr>
          <p:spPr>
            <a:xfrm>
              <a:off x="5812467" y="3540156"/>
              <a:ext cx="422006" cy="1193603"/>
            </a:xfrm>
            <a:custGeom>
              <a:avLst/>
              <a:gdLst/>
              <a:ahLst/>
              <a:cxnLst/>
              <a:rect l="l" t="t" r="r" b="b"/>
              <a:pathLst>
                <a:path w="422006" h="1193603" extrusionOk="0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47"/>
            <p:cNvSpPr/>
            <p:nvPr/>
          </p:nvSpPr>
          <p:spPr>
            <a:xfrm>
              <a:off x="5874419" y="2560474"/>
              <a:ext cx="305952" cy="491697"/>
            </a:xfrm>
            <a:custGeom>
              <a:avLst/>
              <a:gdLst/>
              <a:ahLst/>
              <a:cxnLst/>
              <a:rect l="l" t="t" r="r" b="b"/>
              <a:pathLst>
                <a:path w="305952" h="491697" extrusionOk="0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47"/>
            <p:cNvSpPr/>
            <p:nvPr/>
          </p:nvSpPr>
          <p:spPr>
            <a:xfrm>
              <a:off x="5809360" y="2908700"/>
              <a:ext cx="471048" cy="781597"/>
            </a:xfrm>
            <a:custGeom>
              <a:avLst/>
              <a:gdLst/>
              <a:ahLst/>
              <a:cxnLst/>
              <a:rect l="l" t="t" r="r" b="b"/>
              <a:pathLst>
                <a:path w="471048" h="781597" extrusionOk="0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47"/>
            <p:cNvSpPr/>
            <p:nvPr/>
          </p:nvSpPr>
          <p:spPr>
            <a:xfrm>
              <a:off x="5348856" y="3006224"/>
              <a:ext cx="597933" cy="466333"/>
            </a:xfrm>
            <a:custGeom>
              <a:avLst/>
              <a:gdLst/>
              <a:ahLst/>
              <a:cxnLst/>
              <a:rect l="l" t="t" r="r" b="b"/>
              <a:pathLst>
                <a:path w="597933" h="466333" extrusionOk="0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47"/>
            <p:cNvSpPr/>
            <p:nvPr/>
          </p:nvSpPr>
          <p:spPr>
            <a:xfrm>
              <a:off x="5786047" y="2996305"/>
              <a:ext cx="182011" cy="266828"/>
            </a:xfrm>
            <a:custGeom>
              <a:avLst/>
              <a:gdLst/>
              <a:ahLst/>
              <a:cxnLst/>
              <a:rect l="l" t="t" r="r" b="b"/>
              <a:pathLst>
                <a:path w="182011" h="266828" extrusionOk="0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47"/>
            <p:cNvSpPr/>
            <p:nvPr/>
          </p:nvSpPr>
          <p:spPr>
            <a:xfrm>
              <a:off x="5873666" y="2538911"/>
              <a:ext cx="296973" cy="328330"/>
            </a:xfrm>
            <a:custGeom>
              <a:avLst/>
              <a:gdLst/>
              <a:ahLst/>
              <a:cxnLst/>
              <a:rect l="l" t="t" r="r" b="b"/>
              <a:pathLst>
                <a:path w="296973" h="328330" extrusionOk="0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47"/>
            <p:cNvSpPr/>
            <p:nvPr/>
          </p:nvSpPr>
          <p:spPr>
            <a:xfrm>
              <a:off x="4255557" y="1955958"/>
              <a:ext cx="334153" cy="334898"/>
            </a:xfrm>
            <a:custGeom>
              <a:avLst/>
              <a:gdLst/>
              <a:ahLst/>
              <a:cxnLst/>
              <a:rect l="l" t="t" r="r" b="b"/>
              <a:pathLst>
                <a:path w="334153" h="334898" extrusionOk="0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47"/>
            <p:cNvSpPr/>
            <p:nvPr/>
          </p:nvSpPr>
          <p:spPr>
            <a:xfrm>
              <a:off x="4197204" y="1948719"/>
              <a:ext cx="450859" cy="225075"/>
            </a:xfrm>
            <a:custGeom>
              <a:avLst/>
              <a:gdLst/>
              <a:ahLst/>
              <a:cxnLst/>
              <a:rect l="l" t="t" r="r" b="b"/>
              <a:pathLst>
                <a:path w="450859" h="225075" extrusionOk="0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47"/>
            <p:cNvSpPr/>
            <p:nvPr/>
          </p:nvSpPr>
          <p:spPr>
            <a:xfrm>
              <a:off x="4129822" y="1856041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47"/>
            <p:cNvSpPr/>
            <p:nvPr/>
          </p:nvSpPr>
          <p:spPr>
            <a:xfrm>
              <a:off x="4129822" y="1818703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47"/>
            <p:cNvSpPr/>
            <p:nvPr/>
          </p:nvSpPr>
          <p:spPr>
            <a:xfrm>
              <a:off x="4066052" y="1720024"/>
              <a:ext cx="713163" cy="355663"/>
            </a:xfrm>
            <a:custGeom>
              <a:avLst/>
              <a:gdLst/>
              <a:ahLst/>
              <a:cxnLst/>
              <a:rect l="l" t="t" r="r" b="b"/>
              <a:pathLst>
                <a:path w="713163" h="355663" extrusionOk="0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47"/>
            <p:cNvSpPr/>
            <p:nvPr/>
          </p:nvSpPr>
          <p:spPr>
            <a:xfrm>
              <a:off x="4066052" y="1674590"/>
              <a:ext cx="713163" cy="355568"/>
            </a:xfrm>
            <a:custGeom>
              <a:avLst/>
              <a:gdLst/>
              <a:ahLst/>
              <a:cxnLst/>
              <a:rect l="l" t="t" r="r" b="b"/>
              <a:pathLst>
                <a:path w="713163" h="355568" extrusionOk="0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47"/>
            <p:cNvSpPr/>
            <p:nvPr/>
          </p:nvSpPr>
          <p:spPr>
            <a:xfrm>
              <a:off x="4013211" y="1574958"/>
              <a:ext cx="818751" cy="408241"/>
            </a:xfrm>
            <a:custGeom>
              <a:avLst/>
              <a:gdLst/>
              <a:ahLst/>
              <a:cxnLst/>
              <a:rect l="l" t="t" r="r" b="b"/>
              <a:pathLst>
                <a:path w="818751" h="408241" extrusionOk="0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47"/>
            <p:cNvSpPr/>
            <p:nvPr/>
          </p:nvSpPr>
          <p:spPr>
            <a:xfrm>
              <a:off x="4013211" y="1522666"/>
              <a:ext cx="818751" cy="408336"/>
            </a:xfrm>
            <a:custGeom>
              <a:avLst/>
              <a:gdLst/>
              <a:ahLst/>
              <a:cxnLst/>
              <a:rect l="l" t="t" r="r" b="b"/>
              <a:pathLst>
                <a:path w="818751" h="408336" extrusionOk="0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47"/>
            <p:cNvSpPr/>
            <p:nvPr/>
          </p:nvSpPr>
          <p:spPr>
            <a:xfrm>
              <a:off x="3962270" y="1359312"/>
              <a:ext cx="920726" cy="532828"/>
            </a:xfrm>
            <a:custGeom>
              <a:avLst/>
              <a:gdLst/>
              <a:ahLst/>
              <a:cxnLst/>
              <a:rect l="l" t="t" r="r" b="b"/>
              <a:pathLst>
                <a:path w="920726" h="532828" extrusionOk="0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47"/>
            <p:cNvSpPr/>
            <p:nvPr/>
          </p:nvSpPr>
          <p:spPr>
            <a:xfrm>
              <a:off x="4264396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47"/>
            <p:cNvSpPr/>
            <p:nvPr/>
          </p:nvSpPr>
          <p:spPr>
            <a:xfrm>
              <a:off x="4543522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47"/>
            <p:cNvSpPr/>
            <p:nvPr/>
          </p:nvSpPr>
          <p:spPr>
            <a:xfrm>
              <a:off x="4264396" y="901827"/>
              <a:ext cx="319897" cy="108775"/>
            </a:xfrm>
            <a:custGeom>
              <a:avLst/>
              <a:gdLst/>
              <a:ahLst/>
              <a:cxnLst/>
              <a:rect l="l" t="t" r="r" b="b"/>
              <a:pathLst>
                <a:path w="319897" h="108775" extrusionOk="0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47"/>
            <p:cNvSpPr/>
            <p:nvPr/>
          </p:nvSpPr>
          <p:spPr>
            <a:xfrm>
              <a:off x="3749667" y="190500"/>
              <a:ext cx="1343462" cy="1451800"/>
            </a:xfrm>
            <a:custGeom>
              <a:avLst/>
              <a:gdLst/>
              <a:ahLst/>
              <a:cxnLst/>
              <a:rect l="l" t="t" r="r" b="b"/>
              <a:pathLst>
                <a:path w="1343462" h="1451800" extrusionOk="0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25" name="Google Shape;3125;p4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126" name="Google Shape;3126;p4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177232" h="100744" extrusionOk="0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7" name="Google Shape;3127;p4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avLst/>
                <a:gdLst/>
                <a:ahLst/>
                <a:cxnLst/>
                <a:rect l="l" t="t" r="r" b="b"/>
                <a:pathLst>
                  <a:path w="155883" h="109857" extrusionOk="0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8" name="Google Shape;3128;p4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192169" h="73375" extrusionOk="0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9" name="Google Shape;3129;p4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avLst/>
                <a:gdLst/>
                <a:ahLst/>
                <a:cxnLst/>
                <a:rect l="l" t="t" r="r" b="b"/>
                <a:pathLst>
                  <a:path w="156130" h="127583" extrusionOk="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0" name="Google Shape;3130;p4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62054" extrusionOk="0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1" name="Google Shape;3131;p4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avLst/>
                <a:gdLst/>
                <a:ahLst/>
                <a:cxnLst/>
                <a:rect l="l" t="t" r="r" b="b"/>
                <a:pathLst>
                  <a:path w="183510" h="128783" extrusionOk="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2" name="Google Shape;3132;p4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64221" h="49275" extrusionOk="0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3" name="Google Shape;3133;p4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avLst/>
                <a:gdLst/>
                <a:ahLst/>
                <a:cxnLst/>
                <a:rect l="l" t="t" r="r" b="b"/>
                <a:pathLst>
                  <a:path w="68642" h="51616" extrusionOk="0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4" name="Google Shape;3134;p4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avLst/>
                <a:gdLst/>
                <a:ahLst/>
                <a:cxnLst/>
                <a:rect l="l" t="t" r="r" b="b"/>
                <a:pathLst>
                  <a:path w="68187" h="61619" extrusionOk="0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5" name="Google Shape;3135;p47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3136" name="Google Shape;3136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7" name="Google Shape;3137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8" name="Google Shape;3138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9" name="Google Shape;3139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41" name="Google Shape;3141;p4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47"/>
            <p:cNvSpPr/>
            <p:nvPr/>
          </p:nvSpPr>
          <p:spPr>
            <a:xfrm>
              <a:off x="5777153" y="2115925"/>
              <a:ext cx="669353" cy="387341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47"/>
            <p:cNvSpPr/>
            <p:nvPr/>
          </p:nvSpPr>
          <p:spPr>
            <a:xfrm>
              <a:off x="5964040" y="276791"/>
              <a:ext cx="375852" cy="551229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47"/>
            <p:cNvSpPr/>
            <p:nvPr/>
          </p:nvSpPr>
          <p:spPr>
            <a:xfrm>
              <a:off x="5952425" y="673402"/>
              <a:ext cx="70057" cy="407712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47"/>
            <p:cNvSpPr/>
            <p:nvPr/>
          </p:nvSpPr>
          <p:spPr>
            <a:xfrm>
              <a:off x="5992903" y="271657"/>
              <a:ext cx="179035" cy="222681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47"/>
            <p:cNvSpPr/>
            <p:nvPr/>
          </p:nvSpPr>
          <p:spPr>
            <a:xfrm>
              <a:off x="6027515" y="513497"/>
              <a:ext cx="222025" cy="248990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47"/>
            <p:cNvSpPr/>
            <p:nvPr/>
          </p:nvSpPr>
          <p:spPr>
            <a:xfrm>
              <a:off x="5963282" y="594790"/>
              <a:ext cx="323371" cy="372912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47"/>
            <p:cNvSpPr/>
            <p:nvPr/>
          </p:nvSpPr>
          <p:spPr>
            <a:xfrm>
              <a:off x="6020709" y="289521"/>
              <a:ext cx="238064" cy="294179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47"/>
            <p:cNvSpPr/>
            <p:nvPr/>
          </p:nvSpPr>
          <p:spPr>
            <a:xfrm>
              <a:off x="6029967" y="288305"/>
              <a:ext cx="239492" cy="225171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47"/>
            <p:cNvSpPr/>
            <p:nvPr/>
          </p:nvSpPr>
          <p:spPr>
            <a:xfrm>
              <a:off x="6069645" y="2237688"/>
              <a:ext cx="188076" cy="143860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47"/>
            <p:cNvSpPr/>
            <p:nvPr/>
          </p:nvSpPr>
          <p:spPr>
            <a:xfrm>
              <a:off x="6070415" y="2283614"/>
              <a:ext cx="187263" cy="97891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47"/>
            <p:cNvSpPr/>
            <p:nvPr/>
          </p:nvSpPr>
          <p:spPr>
            <a:xfrm>
              <a:off x="5927157" y="2205996"/>
              <a:ext cx="172547" cy="133696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47"/>
            <p:cNvSpPr/>
            <p:nvPr/>
          </p:nvSpPr>
          <p:spPr>
            <a:xfrm>
              <a:off x="5927737" y="2249998"/>
              <a:ext cx="171800" cy="89748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47"/>
            <p:cNvSpPr/>
            <p:nvPr/>
          </p:nvSpPr>
          <p:spPr>
            <a:xfrm>
              <a:off x="5955035" y="963103"/>
              <a:ext cx="368082" cy="128814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47"/>
            <p:cNvSpPr/>
            <p:nvPr/>
          </p:nvSpPr>
          <p:spPr>
            <a:xfrm>
              <a:off x="5939457" y="937334"/>
              <a:ext cx="391797" cy="856741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47"/>
            <p:cNvSpPr/>
            <p:nvPr/>
          </p:nvSpPr>
          <p:spPr>
            <a:xfrm>
              <a:off x="5733626" y="681017"/>
              <a:ext cx="564393" cy="49234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47"/>
            <p:cNvSpPr/>
            <p:nvPr/>
          </p:nvSpPr>
          <p:spPr>
            <a:xfrm>
              <a:off x="6171801" y="649512"/>
              <a:ext cx="135912" cy="159574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47"/>
            <p:cNvSpPr/>
            <p:nvPr/>
          </p:nvSpPr>
          <p:spPr>
            <a:xfrm>
              <a:off x="5953447" y="594810"/>
              <a:ext cx="109819" cy="11544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9" name="Google Shape;3159;p47"/>
          <p:cNvGrpSpPr/>
          <p:nvPr/>
        </p:nvGrpSpPr>
        <p:grpSpPr>
          <a:xfrm>
            <a:off x="4562440" y="2924958"/>
            <a:ext cx="1641530" cy="1833054"/>
            <a:chOff x="2152775" y="305709"/>
            <a:chExt cx="4264823" cy="4762415"/>
          </a:xfrm>
        </p:grpSpPr>
        <p:grpSp>
          <p:nvGrpSpPr>
            <p:cNvPr id="3160" name="Google Shape;3160;p47"/>
            <p:cNvGrpSpPr/>
            <p:nvPr/>
          </p:nvGrpSpPr>
          <p:grpSpPr>
            <a:xfrm>
              <a:off x="2593845" y="3487641"/>
              <a:ext cx="936028" cy="696373"/>
              <a:chOff x="4403470" y="4229766"/>
              <a:chExt cx="936028" cy="696373"/>
            </a:xfrm>
          </p:grpSpPr>
          <p:sp>
            <p:nvSpPr>
              <p:cNvPr id="3161" name="Google Shape;3161;p47"/>
              <p:cNvSpPr/>
              <p:nvPr/>
            </p:nvSpPr>
            <p:spPr>
              <a:xfrm>
                <a:off x="4403470" y="441464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47"/>
              <p:cNvSpPr/>
              <p:nvPr/>
            </p:nvSpPr>
            <p:spPr>
              <a:xfrm>
                <a:off x="4455646" y="433930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47"/>
              <p:cNvSpPr/>
              <p:nvPr/>
            </p:nvSpPr>
            <p:spPr>
              <a:xfrm>
                <a:off x="4455741" y="448246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4" name="Google Shape;3164;p47"/>
              <p:cNvSpPr/>
              <p:nvPr/>
            </p:nvSpPr>
            <p:spPr>
              <a:xfrm>
                <a:off x="5272972" y="448551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5" name="Google Shape;3165;p47"/>
              <p:cNvSpPr/>
              <p:nvPr/>
            </p:nvSpPr>
            <p:spPr>
              <a:xfrm>
                <a:off x="4455646" y="42297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6" name="Google Shape;3166;p47"/>
              <p:cNvSpPr/>
              <p:nvPr/>
            </p:nvSpPr>
            <p:spPr>
              <a:xfrm>
                <a:off x="4581266" y="4299370"/>
                <a:ext cx="632693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93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7121" y="92130"/>
                      <a:pt x="63734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7" name="Google Shape;3167;p47"/>
              <p:cNvSpPr/>
              <p:nvPr/>
            </p:nvSpPr>
            <p:spPr>
              <a:xfrm>
                <a:off x="4581856" y="4321278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8" name="Google Shape;3168;p47"/>
              <p:cNvSpPr/>
              <p:nvPr/>
            </p:nvSpPr>
            <p:spPr>
              <a:xfrm>
                <a:off x="4743040" y="4404074"/>
                <a:ext cx="29535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357" h="184784" extrusionOk="0">
                    <a:moveTo>
                      <a:pt x="149875" y="29432"/>
                    </a:moveTo>
                    <a:cubicBezTo>
                      <a:pt x="145990" y="29423"/>
                      <a:pt x="142111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678" y="36576"/>
                      <a:pt x="100645" y="38671"/>
                    </a:cubicBezTo>
                    <a:cubicBezTo>
                      <a:pt x="93878" y="40719"/>
                      <a:pt x="87271" y="43272"/>
                      <a:pt x="80877" y="46292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84" y="58598"/>
                      <a:pt x="199589" y="56779"/>
                      <a:pt x="210699" y="56007"/>
                    </a:cubicBezTo>
                    <a:cubicBezTo>
                      <a:pt x="220849" y="55397"/>
                      <a:pt x="231037" y="56102"/>
                      <a:pt x="241016" y="58103"/>
                    </a:cubicBezTo>
                    <a:cubicBezTo>
                      <a:pt x="251062" y="60293"/>
                      <a:pt x="260689" y="64084"/>
                      <a:pt x="269527" y="69342"/>
                    </a:cubicBezTo>
                    <a:cubicBezTo>
                      <a:pt x="278299" y="73743"/>
                      <a:pt x="285826" y="80296"/>
                      <a:pt x="291386" y="88392"/>
                    </a:cubicBezTo>
                    <a:cubicBezTo>
                      <a:pt x="295112" y="94317"/>
                      <a:pt x="296281" y="101498"/>
                      <a:pt x="294617" y="108299"/>
                    </a:cubicBezTo>
                    <a:cubicBezTo>
                      <a:pt x="292460" y="115776"/>
                      <a:pt x="288364" y="122549"/>
                      <a:pt x="282738" y="127921"/>
                    </a:cubicBezTo>
                    <a:cubicBezTo>
                      <a:pt x="275762" y="134922"/>
                      <a:pt x="267978" y="141065"/>
                      <a:pt x="259548" y="146209"/>
                    </a:cubicBezTo>
                    <a:lnTo>
                      <a:pt x="291861" y="165259"/>
                    </a:lnTo>
                    <a:lnTo>
                      <a:pt x="274279" y="175451"/>
                    </a:lnTo>
                    <a:lnTo>
                      <a:pt x="241681" y="156401"/>
                    </a:lnTo>
                    <a:cubicBezTo>
                      <a:pt x="226162" y="164068"/>
                      <a:pt x="209929" y="170193"/>
                      <a:pt x="193212" y="174688"/>
                    </a:cubicBezTo>
                    <a:cubicBezTo>
                      <a:pt x="175734" y="179604"/>
                      <a:pt x="157863" y="182975"/>
                      <a:pt x="139801" y="184785"/>
                    </a:cubicBezTo>
                    <a:lnTo>
                      <a:pt x="122219" y="154305"/>
                    </a:lnTo>
                    <a:cubicBezTo>
                      <a:pt x="126957" y="154276"/>
                      <a:pt x="131688" y="153924"/>
                      <a:pt x="136379" y="153257"/>
                    </a:cubicBezTo>
                    <a:cubicBezTo>
                      <a:pt x="142842" y="152495"/>
                      <a:pt x="149875" y="151257"/>
                      <a:pt x="157763" y="149638"/>
                    </a:cubicBezTo>
                    <a:cubicBezTo>
                      <a:pt x="165651" y="148019"/>
                      <a:pt x="173824" y="145733"/>
                      <a:pt x="182568" y="143256"/>
                    </a:cubicBezTo>
                    <a:cubicBezTo>
                      <a:pt x="191055" y="140684"/>
                      <a:pt x="199342" y="137503"/>
                      <a:pt x="207373" y="133731"/>
                    </a:cubicBezTo>
                    <a:lnTo>
                      <a:pt x="156812" y="104489"/>
                    </a:lnTo>
                    <a:cubicBezTo>
                      <a:pt x="154722" y="105346"/>
                      <a:pt x="152536" y="106109"/>
                      <a:pt x="150255" y="106871"/>
                    </a:cubicBezTo>
                    <a:lnTo>
                      <a:pt x="143317" y="108966"/>
                    </a:lnTo>
                    <a:cubicBezTo>
                      <a:pt x="130582" y="113157"/>
                      <a:pt x="118987" y="116396"/>
                      <a:pt x="108343" y="118491"/>
                    </a:cubicBezTo>
                    <a:cubicBezTo>
                      <a:pt x="98576" y="120768"/>
                      <a:pt x="88616" y="122101"/>
                      <a:pt x="78596" y="122492"/>
                    </a:cubicBezTo>
                    <a:cubicBezTo>
                      <a:pt x="69750" y="122854"/>
                      <a:pt x="60896" y="122015"/>
                      <a:pt x="52271" y="120015"/>
                    </a:cubicBezTo>
                    <a:cubicBezTo>
                      <a:pt x="43727" y="118091"/>
                      <a:pt x="35524" y="114881"/>
                      <a:pt x="27941" y="110490"/>
                    </a:cubicBezTo>
                    <a:cubicBezTo>
                      <a:pt x="19600" y="106099"/>
                      <a:pt x="12355" y="99889"/>
                      <a:pt x="6748" y="92297"/>
                    </a:cubicBezTo>
                    <a:cubicBezTo>
                      <a:pt x="2686" y="86592"/>
                      <a:pt x="675" y="79677"/>
                      <a:pt x="1045" y="72676"/>
                    </a:cubicBezTo>
                    <a:cubicBezTo>
                      <a:pt x="1772" y="65380"/>
                      <a:pt x="4687" y="58464"/>
                      <a:pt x="9409" y="52864"/>
                    </a:cubicBezTo>
                    <a:cubicBezTo>
                      <a:pt x="15218" y="45482"/>
                      <a:pt x="22145" y="39053"/>
                      <a:pt x="29937" y="33814"/>
                    </a:cubicBezTo>
                    <a:lnTo>
                      <a:pt x="0" y="16478"/>
                    </a:lnTo>
                    <a:lnTo>
                      <a:pt x="17677" y="6858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58" y="4277"/>
                      <a:pt x="119901" y="1629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53" y="86639"/>
                      <a:pt x="77868" y="88306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245"/>
                    </a:lnTo>
                    <a:cubicBezTo>
                      <a:pt x="50845" y="64675"/>
                      <a:pt x="49230" y="74514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30" y="92793"/>
                      <a:pt x="214786" y="91288"/>
                      <a:pt x="206612" y="92488"/>
                    </a:cubicBezTo>
                    <a:cubicBezTo>
                      <a:pt x="195331" y="93945"/>
                      <a:pt x="184202" y="96403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9" name="Google Shape;3169;p47"/>
              <p:cNvSpPr/>
              <p:nvPr/>
            </p:nvSpPr>
            <p:spPr>
              <a:xfrm>
                <a:off x="4865259" y="4541234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0" name="Google Shape;3170;p47"/>
              <p:cNvSpPr/>
              <p:nvPr/>
            </p:nvSpPr>
            <p:spPr>
              <a:xfrm>
                <a:off x="4992800" y="455209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240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045" y="19717"/>
                    </a:lnTo>
                    <a:lnTo>
                      <a:pt x="42007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47"/>
              <p:cNvSpPr/>
              <p:nvPr/>
            </p:nvSpPr>
            <p:spPr>
              <a:xfrm>
                <a:off x="5006866" y="44889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47"/>
              <p:cNvSpPr/>
              <p:nvPr/>
            </p:nvSpPr>
            <p:spPr>
              <a:xfrm>
                <a:off x="4908026" y="44953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3" name="Google Shape;3173;p47"/>
              <p:cNvSpPr/>
              <p:nvPr/>
            </p:nvSpPr>
            <p:spPr>
              <a:xfrm>
                <a:off x="4811468" y="4440078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8924" y="31718"/>
                    </a:lnTo>
                    <a:cubicBezTo>
                      <a:pt x="58924" y="31718"/>
                      <a:pt x="52841" y="24670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4" name="Google Shape;3174;p47"/>
              <p:cNvSpPr/>
              <p:nvPr/>
            </p:nvSpPr>
            <p:spPr>
              <a:xfrm>
                <a:off x="4865639" y="440902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47"/>
              <p:cNvSpPr/>
              <p:nvPr/>
            </p:nvSpPr>
            <p:spPr>
              <a:xfrm>
                <a:off x="4743421" y="440397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6" name="Google Shape;3176;p47"/>
              <p:cNvSpPr/>
              <p:nvPr/>
            </p:nvSpPr>
            <p:spPr>
              <a:xfrm>
                <a:off x="4744371" y="446150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7" name="Google Shape;3177;p47"/>
              <p:cNvSpPr/>
              <p:nvPr/>
            </p:nvSpPr>
            <p:spPr>
              <a:xfrm>
                <a:off x="4743040" y="4386929"/>
                <a:ext cx="295352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5352" h="185070" extrusionOk="0">
                    <a:moveTo>
                      <a:pt x="149875" y="29432"/>
                    </a:moveTo>
                    <a:cubicBezTo>
                      <a:pt x="145994" y="29432"/>
                      <a:pt x="142119" y="29718"/>
                      <a:pt x="138280" y="30289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678" y="36576"/>
                      <a:pt x="100645" y="38671"/>
                    </a:cubicBezTo>
                    <a:cubicBezTo>
                      <a:pt x="93881" y="40691"/>
                      <a:pt x="87274" y="43205"/>
                      <a:pt x="80877" y="46196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74" y="58550"/>
                      <a:pt x="199589" y="56740"/>
                      <a:pt x="210699" y="56007"/>
                    </a:cubicBezTo>
                    <a:cubicBezTo>
                      <a:pt x="220849" y="55369"/>
                      <a:pt x="231037" y="56045"/>
                      <a:pt x="241016" y="58007"/>
                    </a:cubicBezTo>
                    <a:cubicBezTo>
                      <a:pt x="251052" y="60274"/>
                      <a:pt x="260670" y="64094"/>
                      <a:pt x="269527" y="69342"/>
                    </a:cubicBezTo>
                    <a:cubicBezTo>
                      <a:pt x="278328" y="73705"/>
                      <a:pt x="285855" y="80258"/>
                      <a:pt x="291386" y="88392"/>
                    </a:cubicBezTo>
                    <a:cubicBezTo>
                      <a:pt x="295112" y="94278"/>
                      <a:pt x="296271" y="101432"/>
                      <a:pt x="294617" y="108204"/>
                    </a:cubicBezTo>
                    <a:cubicBezTo>
                      <a:pt x="292508" y="115700"/>
                      <a:pt x="288402" y="122482"/>
                      <a:pt x="282738" y="127825"/>
                    </a:cubicBezTo>
                    <a:cubicBezTo>
                      <a:pt x="275762" y="134855"/>
                      <a:pt x="267978" y="141027"/>
                      <a:pt x="259548" y="146209"/>
                    </a:cubicBezTo>
                    <a:lnTo>
                      <a:pt x="291861" y="165259"/>
                    </a:lnTo>
                    <a:lnTo>
                      <a:pt x="274279" y="175546"/>
                    </a:lnTo>
                    <a:lnTo>
                      <a:pt x="241681" y="156496"/>
                    </a:lnTo>
                    <a:cubicBezTo>
                      <a:pt x="226181" y="164239"/>
                      <a:pt x="209939" y="170402"/>
                      <a:pt x="193212" y="174879"/>
                    </a:cubicBezTo>
                    <a:cubicBezTo>
                      <a:pt x="175668" y="179784"/>
                      <a:pt x="157733" y="183194"/>
                      <a:pt x="139611" y="185071"/>
                    </a:cubicBezTo>
                    <a:lnTo>
                      <a:pt x="122219" y="154305"/>
                    </a:lnTo>
                    <a:cubicBezTo>
                      <a:pt x="125355" y="154305"/>
                      <a:pt x="130107" y="154305"/>
                      <a:pt x="136379" y="153257"/>
                    </a:cubicBezTo>
                    <a:cubicBezTo>
                      <a:pt x="142652" y="152209"/>
                      <a:pt x="149875" y="151257"/>
                      <a:pt x="157763" y="149542"/>
                    </a:cubicBezTo>
                    <a:cubicBezTo>
                      <a:pt x="165651" y="147828"/>
                      <a:pt x="173824" y="145732"/>
                      <a:pt x="182568" y="143161"/>
                    </a:cubicBezTo>
                    <a:cubicBezTo>
                      <a:pt x="191074" y="140636"/>
                      <a:pt x="199361" y="137446"/>
                      <a:pt x="207373" y="133636"/>
                    </a:cubicBezTo>
                    <a:lnTo>
                      <a:pt x="156812" y="104394"/>
                    </a:lnTo>
                    <a:cubicBezTo>
                      <a:pt x="154722" y="105156"/>
                      <a:pt x="152536" y="106013"/>
                      <a:pt x="150255" y="106680"/>
                    </a:cubicBezTo>
                    <a:lnTo>
                      <a:pt x="143317" y="108871"/>
                    </a:lnTo>
                    <a:cubicBezTo>
                      <a:pt x="130582" y="113062"/>
                      <a:pt x="118987" y="116300"/>
                      <a:pt x="108343" y="118396"/>
                    </a:cubicBezTo>
                    <a:cubicBezTo>
                      <a:pt x="98576" y="120672"/>
                      <a:pt x="88616" y="122006"/>
                      <a:pt x="78596" y="122396"/>
                    </a:cubicBezTo>
                    <a:cubicBezTo>
                      <a:pt x="69751" y="122711"/>
                      <a:pt x="60903" y="121882"/>
                      <a:pt x="52271" y="119920"/>
                    </a:cubicBezTo>
                    <a:cubicBezTo>
                      <a:pt x="43739" y="117958"/>
                      <a:pt x="35542" y="114748"/>
                      <a:pt x="27941" y="110395"/>
                    </a:cubicBezTo>
                    <a:cubicBezTo>
                      <a:pt x="19600" y="106004"/>
                      <a:pt x="12355" y="99793"/>
                      <a:pt x="6748" y="92202"/>
                    </a:cubicBezTo>
                    <a:cubicBezTo>
                      <a:pt x="2692" y="86496"/>
                      <a:pt x="682" y="79581"/>
                      <a:pt x="1045" y="72580"/>
                    </a:cubicBezTo>
                    <a:cubicBezTo>
                      <a:pt x="1772" y="65284"/>
                      <a:pt x="4687" y="58369"/>
                      <a:pt x="9409" y="52768"/>
                    </a:cubicBezTo>
                    <a:cubicBezTo>
                      <a:pt x="15221" y="45386"/>
                      <a:pt x="22148" y="38957"/>
                      <a:pt x="29937" y="33718"/>
                    </a:cubicBezTo>
                    <a:lnTo>
                      <a:pt x="0" y="16383"/>
                    </a:lnTo>
                    <a:lnTo>
                      <a:pt x="17677" y="6763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48" y="4229"/>
                      <a:pt x="119894" y="1591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69" y="86601"/>
                      <a:pt x="77870" y="88259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149"/>
                    </a:lnTo>
                    <a:cubicBezTo>
                      <a:pt x="50845" y="64675"/>
                      <a:pt x="49230" y="74486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120" y="92735"/>
                      <a:pt x="214776" y="91259"/>
                      <a:pt x="206612" y="92488"/>
                    </a:cubicBezTo>
                    <a:cubicBezTo>
                      <a:pt x="195331" y="93907"/>
                      <a:pt x="184202" y="96326"/>
                      <a:pt x="173349" y="99727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8" name="Google Shape;3178;p47"/>
            <p:cNvGrpSpPr/>
            <p:nvPr/>
          </p:nvGrpSpPr>
          <p:grpSpPr>
            <a:xfrm>
              <a:off x="2682040" y="3351243"/>
              <a:ext cx="883852" cy="621125"/>
              <a:chOff x="4491665" y="4093368"/>
              <a:chExt cx="883852" cy="621125"/>
            </a:xfrm>
          </p:grpSpPr>
          <p:sp>
            <p:nvSpPr>
              <p:cNvPr id="3179" name="Google Shape;3179;p47"/>
              <p:cNvSpPr/>
              <p:nvPr/>
            </p:nvSpPr>
            <p:spPr>
              <a:xfrm>
                <a:off x="4491665" y="420300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47"/>
              <p:cNvSpPr/>
              <p:nvPr/>
            </p:nvSpPr>
            <p:spPr>
              <a:xfrm>
                <a:off x="4491855" y="43460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47"/>
              <p:cNvSpPr/>
              <p:nvPr/>
            </p:nvSpPr>
            <p:spPr>
              <a:xfrm>
                <a:off x="5309086" y="4349115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47"/>
              <p:cNvSpPr/>
              <p:nvPr/>
            </p:nvSpPr>
            <p:spPr>
              <a:xfrm>
                <a:off x="4491665" y="409336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47"/>
              <p:cNvSpPr/>
              <p:nvPr/>
            </p:nvSpPr>
            <p:spPr>
              <a:xfrm>
                <a:off x="4617381" y="4162996"/>
                <a:ext cx="632721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721" h="366093" extrusionOk="0">
                    <a:moveTo>
                      <a:pt x="632116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107"/>
                      <a:pt x="637534" y="143637"/>
                      <a:pt x="632116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4" name="Google Shape;3184;p47"/>
              <p:cNvSpPr/>
              <p:nvPr/>
            </p:nvSpPr>
            <p:spPr>
              <a:xfrm>
                <a:off x="4617971" y="4184904"/>
                <a:ext cx="631526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5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363" y="86677"/>
                      <a:pt x="627440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5" name="Google Shape;3185;p47"/>
              <p:cNvSpPr/>
              <p:nvPr/>
            </p:nvSpPr>
            <p:spPr>
              <a:xfrm>
                <a:off x="4779725" y="4267771"/>
                <a:ext cx="29506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880" extrusionOk="0">
                    <a:moveTo>
                      <a:pt x="149304" y="29337"/>
                    </a:moveTo>
                    <a:cubicBezTo>
                      <a:pt x="145417" y="29375"/>
                      <a:pt x="141549" y="29689"/>
                      <a:pt x="137710" y="30289"/>
                    </a:cubicBezTo>
                    <a:cubicBezTo>
                      <a:pt x="132483" y="31052"/>
                      <a:pt x="126685" y="32099"/>
                      <a:pt x="120223" y="33433"/>
                    </a:cubicBezTo>
                    <a:cubicBezTo>
                      <a:pt x="113760" y="34766"/>
                      <a:pt x="107013" y="36576"/>
                      <a:pt x="100075" y="38671"/>
                    </a:cubicBezTo>
                    <a:cubicBezTo>
                      <a:pt x="93311" y="40691"/>
                      <a:pt x="86703" y="43206"/>
                      <a:pt x="80307" y="46196"/>
                    </a:cubicBezTo>
                    <a:lnTo>
                      <a:pt x="131057" y="75629"/>
                    </a:lnTo>
                    <a:lnTo>
                      <a:pt x="140561" y="72390"/>
                    </a:lnTo>
                    <a:cubicBezTo>
                      <a:pt x="153486" y="68104"/>
                      <a:pt x="165651" y="64389"/>
                      <a:pt x="177151" y="61436"/>
                    </a:cubicBezTo>
                    <a:cubicBezTo>
                      <a:pt x="187899" y="58503"/>
                      <a:pt x="198914" y="56683"/>
                      <a:pt x="210034" y="56007"/>
                    </a:cubicBezTo>
                    <a:cubicBezTo>
                      <a:pt x="220155" y="55321"/>
                      <a:pt x="230315" y="55988"/>
                      <a:pt x="240256" y="58007"/>
                    </a:cubicBezTo>
                    <a:cubicBezTo>
                      <a:pt x="250463" y="60217"/>
                      <a:pt x="260242" y="64037"/>
                      <a:pt x="269242" y="69342"/>
                    </a:cubicBezTo>
                    <a:cubicBezTo>
                      <a:pt x="278024" y="73733"/>
                      <a:pt x="285541" y="80286"/>
                      <a:pt x="291101" y="88392"/>
                    </a:cubicBezTo>
                    <a:cubicBezTo>
                      <a:pt x="294817" y="94317"/>
                      <a:pt x="295986" y="101498"/>
                      <a:pt x="294332" y="108299"/>
                    </a:cubicBezTo>
                    <a:cubicBezTo>
                      <a:pt x="292194" y="115786"/>
                      <a:pt x="288088" y="122568"/>
                      <a:pt x="282453" y="127921"/>
                    </a:cubicBezTo>
                    <a:cubicBezTo>
                      <a:pt x="275477" y="134950"/>
                      <a:pt x="267693" y="141122"/>
                      <a:pt x="259263" y="146304"/>
                    </a:cubicBezTo>
                    <a:lnTo>
                      <a:pt x="291576" y="165354"/>
                    </a:lnTo>
                    <a:lnTo>
                      <a:pt x="273899" y="175546"/>
                    </a:lnTo>
                    <a:lnTo>
                      <a:pt x="241301" y="156496"/>
                    </a:lnTo>
                    <a:cubicBezTo>
                      <a:pt x="225781" y="164202"/>
                      <a:pt x="209549" y="170355"/>
                      <a:pt x="192832" y="174879"/>
                    </a:cubicBezTo>
                    <a:cubicBezTo>
                      <a:pt x="175345" y="179718"/>
                      <a:pt x="157478" y="183061"/>
                      <a:pt x="139421" y="184880"/>
                    </a:cubicBezTo>
                    <a:lnTo>
                      <a:pt x="122409" y="154305"/>
                    </a:lnTo>
                    <a:cubicBezTo>
                      <a:pt x="127146" y="154181"/>
                      <a:pt x="131874" y="153800"/>
                      <a:pt x="136569" y="153162"/>
                    </a:cubicBezTo>
                    <a:cubicBezTo>
                      <a:pt x="143726" y="152352"/>
                      <a:pt x="150835" y="151143"/>
                      <a:pt x="157858" y="149543"/>
                    </a:cubicBezTo>
                    <a:cubicBezTo>
                      <a:pt x="165746" y="147828"/>
                      <a:pt x="174014" y="145732"/>
                      <a:pt x="182758" y="143161"/>
                    </a:cubicBezTo>
                    <a:cubicBezTo>
                      <a:pt x="191245" y="140580"/>
                      <a:pt x="199532" y="137398"/>
                      <a:pt x="207563" y="133636"/>
                    </a:cubicBezTo>
                    <a:lnTo>
                      <a:pt x="157003" y="104394"/>
                    </a:lnTo>
                    <a:lnTo>
                      <a:pt x="150445" y="106680"/>
                    </a:lnTo>
                    <a:lnTo>
                      <a:pt x="143507" y="108776"/>
                    </a:lnTo>
                    <a:cubicBezTo>
                      <a:pt x="130772" y="112967"/>
                      <a:pt x="119177" y="116300"/>
                      <a:pt x="108533" y="118301"/>
                    </a:cubicBezTo>
                    <a:cubicBezTo>
                      <a:pt x="98766" y="120577"/>
                      <a:pt x="88806" y="121911"/>
                      <a:pt x="78786" y="122301"/>
                    </a:cubicBezTo>
                    <a:cubicBezTo>
                      <a:pt x="69941" y="122615"/>
                      <a:pt x="61093" y="121787"/>
                      <a:pt x="52461" y="119825"/>
                    </a:cubicBezTo>
                    <a:cubicBezTo>
                      <a:pt x="43893" y="117881"/>
                      <a:pt x="35661" y="114671"/>
                      <a:pt x="28036" y="110300"/>
                    </a:cubicBezTo>
                    <a:cubicBezTo>
                      <a:pt x="19700" y="105947"/>
                      <a:pt x="12480" y="99717"/>
                      <a:pt x="6938" y="92107"/>
                    </a:cubicBezTo>
                    <a:cubicBezTo>
                      <a:pt x="2819" y="86430"/>
                      <a:pt x="803" y="79496"/>
                      <a:pt x="1235" y="72485"/>
                    </a:cubicBezTo>
                    <a:cubicBezTo>
                      <a:pt x="1979" y="65189"/>
                      <a:pt x="4893" y="58283"/>
                      <a:pt x="9599" y="52673"/>
                    </a:cubicBezTo>
                    <a:cubicBezTo>
                      <a:pt x="15435" y="45310"/>
                      <a:pt x="22357" y="38891"/>
                      <a:pt x="30127" y="33623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7" y="17059"/>
                      <a:pt x="75797" y="11697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2915" y="82772"/>
                    </a:moveTo>
                    <a:cubicBezTo>
                      <a:pt x="69599" y="86601"/>
                      <a:pt x="77300" y="88259"/>
                      <a:pt x="84964" y="87535"/>
                    </a:cubicBezTo>
                    <a:cubicBezTo>
                      <a:pt x="95260" y="86382"/>
                      <a:pt x="105397" y="84077"/>
                      <a:pt x="115186" y="80677"/>
                    </a:cubicBezTo>
                    <a:lnTo>
                      <a:pt x="67667" y="53150"/>
                    </a:lnTo>
                    <a:cubicBezTo>
                      <a:pt x="50180" y="64579"/>
                      <a:pt x="48659" y="74486"/>
                      <a:pt x="62915" y="82772"/>
                    </a:cubicBezTo>
                    <a:close/>
                    <a:moveTo>
                      <a:pt x="229802" y="96679"/>
                    </a:moveTo>
                    <a:cubicBezTo>
                      <a:pt x="222503" y="92755"/>
                      <a:pt x="214149" y="91250"/>
                      <a:pt x="205947" y="92393"/>
                    </a:cubicBezTo>
                    <a:cubicBezTo>
                      <a:pt x="194704" y="93907"/>
                      <a:pt x="183613" y="96364"/>
                      <a:pt x="172779" y="99727"/>
                    </a:cubicBezTo>
                    <a:lnTo>
                      <a:pt x="220298" y="127063"/>
                    </a:lnTo>
                    <a:cubicBezTo>
                      <a:pt x="240256" y="114776"/>
                      <a:pt x="243487" y="104204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47"/>
              <p:cNvSpPr/>
              <p:nvPr/>
            </p:nvSpPr>
            <p:spPr>
              <a:xfrm>
                <a:off x="4901754" y="4404931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47"/>
              <p:cNvSpPr/>
              <p:nvPr/>
            </p:nvSpPr>
            <p:spPr>
              <a:xfrm>
                <a:off x="5028819" y="4415790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8" name="Google Shape;3188;p47"/>
              <p:cNvSpPr/>
              <p:nvPr/>
            </p:nvSpPr>
            <p:spPr>
              <a:xfrm>
                <a:off x="5042980" y="435254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47"/>
              <p:cNvSpPr/>
              <p:nvPr/>
            </p:nvSpPr>
            <p:spPr>
              <a:xfrm>
                <a:off x="4944141" y="4358925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47"/>
              <p:cNvSpPr/>
              <p:nvPr/>
            </p:nvSpPr>
            <p:spPr>
              <a:xfrm>
                <a:off x="4847487" y="430368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8"/>
                    </a:lnTo>
                    <a:lnTo>
                      <a:pt x="58543" y="31623"/>
                    </a:lnTo>
                    <a:cubicBezTo>
                      <a:pt x="58543" y="31623"/>
                      <a:pt x="52461" y="24575"/>
                      <a:pt x="51986" y="23908"/>
                    </a:cubicBezTo>
                    <a:cubicBezTo>
                      <a:pt x="47612" y="18888"/>
                      <a:pt x="42482" y="14573"/>
                      <a:pt x="36780" y="11144"/>
                    </a:cubicBezTo>
                    <a:cubicBezTo>
                      <a:pt x="33168" y="10383"/>
                      <a:pt x="9884" y="0"/>
                      <a:pt x="988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47"/>
              <p:cNvSpPr/>
              <p:nvPr/>
            </p:nvSpPr>
            <p:spPr>
              <a:xfrm>
                <a:off x="4901754" y="4272629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47"/>
              <p:cNvSpPr/>
              <p:nvPr/>
            </p:nvSpPr>
            <p:spPr>
              <a:xfrm>
                <a:off x="4779535" y="4267581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3" name="Google Shape;3193;p47"/>
              <p:cNvSpPr/>
              <p:nvPr/>
            </p:nvSpPr>
            <p:spPr>
              <a:xfrm>
                <a:off x="4780485" y="4325492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4" name="Google Shape;3194;p47"/>
              <p:cNvSpPr/>
              <p:nvPr/>
            </p:nvSpPr>
            <p:spPr>
              <a:xfrm>
                <a:off x="4779725" y="4250816"/>
                <a:ext cx="295065" cy="184594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594" extrusionOk="0">
                    <a:moveTo>
                      <a:pt x="149304" y="29146"/>
                    </a:moveTo>
                    <a:cubicBezTo>
                      <a:pt x="145417" y="29137"/>
                      <a:pt x="141540" y="29451"/>
                      <a:pt x="137710" y="30099"/>
                    </a:cubicBezTo>
                    <a:cubicBezTo>
                      <a:pt x="132483" y="30861"/>
                      <a:pt x="126685" y="31909"/>
                      <a:pt x="120223" y="33242"/>
                    </a:cubicBezTo>
                    <a:cubicBezTo>
                      <a:pt x="113760" y="34576"/>
                      <a:pt x="107013" y="36290"/>
                      <a:pt x="100075" y="38386"/>
                    </a:cubicBezTo>
                    <a:cubicBezTo>
                      <a:pt x="93308" y="40434"/>
                      <a:pt x="86701" y="42986"/>
                      <a:pt x="80307" y="46006"/>
                    </a:cubicBezTo>
                    <a:lnTo>
                      <a:pt x="131057" y="75343"/>
                    </a:lnTo>
                    <a:lnTo>
                      <a:pt x="140561" y="72199"/>
                    </a:lnTo>
                    <a:cubicBezTo>
                      <a:pt x="153486" y="67818"/>
                      <a:pt x="165651" y="64198"/>
                      <a:pt x="177151" y="61246"/>
                    </a:cubicBezTo>
                    <a:cubicBezTo>
                      <a:pt x="187899" y="58331"/>
                      <a:pt x="198914" y="56474"/>
                      <a:pt x="210034" y="55721"/>
                    </a:cubicBezTo>
                    <a:cubicBezTo>
                      <a:pt x="220155" y="55112"/>
                      <a:pt x="230315" y="55817"/>
                      <a:pt x="240256" y="57817"/>
                    </a:cubicBezTo>
                    <a:cubicBezTo>
                      <a:pt x="250453" y="59988"/>
                      <a:pt x="260242" y="63780"/>
                      <a:pt x="269242" y="69056"/>
                    </a:cubicBezTo>
                    <a:cubicBezTo>
                      <a:pt x="278014" y="73457"/>
                      <a:pt x="285541" y="80010"/>
                      <a:pt x="291101" y="88106"/>
                    </a:cubicBezTo>
                    <a:cubicBezTo>
                      <a:pt x="294817" y="94031"/>
                      <a:pt x="295986" y="101213"/>
                      <a:pt x="294332" y="108013"/>
                    </a:cubicBezTo>
                    <a:cubicBezTo>
                      <a:pt x="292175" y="115491"/>
                      <a:pt x="288079" y="122263"/>
                      <a:pt x="282453" y="127635"/>
                    </a:cubicBezTo>
                    <a:cubicBezTo>
                      <a:pt x="275477" y="134664"/>
                      <a:pt x="267693" y="140837"/>
                      <a:pt x="259263" y="146018"/>
                    </a:cubicBezTo>
                    <a:lnTo>
                      <a:pt x="291576" y="165068"/>
                    </a:lnTo>
                    <a:lnTo>
                      <a:pt x="273899" y="175260"/>
                    </a:lnTo>
                    <a:lnTo>
                      <a:pt x="241301" y="156210"/>
                    </a:lnTo>
                    <a:cubicBezTo>
                      <a:pt x="225762" y="163868"/>
                      <a:pt x="209539" y="170031"/>
                      <a:pt x="192832" y="174593"/>
                    </a:cubicBezTo>
                    <a:cubicBezTo>
                      <a:pt x="175345" y="179432"/>
                      <a:pt x="157478" y="182775"/>
                      <a:pt x="139421" y="184595"/>
                    </a:cubicBezTo>
                    <a:lnTo>
                      <a:pt x="122409" y="154019"/>
                    </a:lnTo>
                    <a:cubicBezTo>
                      <a:pt x="127146" y="153896"/>
                      <a:pt x="131874" y="153514"/>
                      <a:pt x="136569" y="152876"/>
                    </a:cubicBezTo>
                    <a:cubicBezTo>
                      <a:pt x="142937" y="152114"/>
                      <a:pt x="150065" y="150971"/>
                      <a:pt x="157858" y="149257"/>
                    </a:cubicBezTo>
                    <a:cubicBezTo>
                      <a:pt x="165651" y="147542"/>
                      <a:pt x="174014" y="145447"/>
                      <a:pt x="182758" y="142875"/>
                    </a:cubicBezTo>
                    <a:cubicBezTo>
                      <a:pt x="191245" y="140294"/>
                      <a:pt x="199532" y="137112"/>
                      <a:pt x="207563" y="133350"/>
                    </a:cubicBezTo>
                    <a:lnTo>
                      <a:pt x="157003" y="104108"/>
                    </a:lnTo>
                    <a:lnTo>
                      <a:pt x="150445" y="106394"/>
                    </a:lnTo>
                    <a:lnTo>
                      <a:pt x="143507" y="108490"/>
                    </a:lnTo>
                    <a:cubicBezTo>
                      <a:pt x="130772" y="112681"/>
                      <a:pt x="119177" y="116014"/>
                      <a:pt x="108533" y="118015"/>
                    </a:cubicBezTo>
                    <a:cubicBezTo>
                      <a:pt x="98772" y="120310"/>
                      <a:pt x="88807" y="121615"/>
                      <a:pt x="78786" y="121920"/>
                    </a:cubicBezTo>
                    <a:cubicBezTo>
                      <a:pt x="69946" y="122263"/>
                      <a:pt x="61097" y="121463"/>
                      <a:pt x="52461" y="119539"/>
                    </a:cubicBezTo>
                    <a:cubicBezTo>
                      <a:pt x="43906" y="117558"/>
                      <a:pt x="35680" y="114348"/>
                      <a:pt x="28036" y="110014"/>
                    </a:cubicBezTo>
                    <a:cubicBezTo>
                      <a:pt x="19642" y="105928"/>
                      <a:pt x="12295" y="99965"/>
                      <a:pt x="6558" y="92583"/>
                    </a:cubicBezTo>
                    <a:cubicBezTo>
                      <a:pt x="2453" y="86897"/>
                      <a:pt x="439" y="79962"/>
                      <a:pt x="855" y="72962"/>
                    </a:cubicBezTo>
                    <a:cubicBezTo>
                      <a:pt x="1599" y="65665"/>
                      <a:pt x="4512" y="58760"/>
                      <a:pt x="9219" y="53149"/>
                    </a:cubicBezTo>
                    <a:cubicBezTo>
                      <a:pt x="15027" y="45768"/>
                      <a:pt x="21955" y="39338"/>
                      <a:pt x="29747" y="34099"/>
                    </a:cubicBezTo>
                    <a:lnTo>
                      <a:pt x="0" y="16383"/>
                    </a:lnTo>
                    <a:lnTo>
                      <a:pt x="17392" y="6858"/>
                    </a:lnTo>
                    <a:lnTo>
                      <a:pt x="47044" y="24003"/>
                    </a:lnTo>
                    <a:cubicBezTo>
                      <a:pt x="60984" y="17126"/>
                      <a:pt x="75605" y="11725"/>
                      <a:pt x="90666" y="7906"/>
                    </a:cubicBezTo>
                    <a:cubicBezTo>
                      <a:pt x="105021" y="4324"/>
                      <a:pt x="119593" y="1686"/>
                      <a:pt x="134288" y="0"/>
                    </a:cubicBezTo>
                    <a:close/>
                    <a:moveTo>
                      <a:pt x="62915" y="82487"/>
                    </a:moveTo>
                    <a:cubicBezTo>
                      <a:pt x="69567" y="86401"/>
                      <a:pt x="77295" y="88068"/>
                      <a:pt x="84964" y="87249"/>
                    </a:cubicBezTo>
                    <a:cubicBezTo>
                      <a:pt x="95251" y="86087"/>
                      <a:pt x="105383" y="83820"/>
                      <a:pt x="115186" y="80486"/>
                    </a:cubicBezTo>
                    <a:lnTo>
                      <a:pt x="67667" y="52959"/>
                    </a:lnTo>
                    <a:cubicBezTo>
                      <a:pt x="50180" y="64008"/>
                      <a:pt x="48659" y="74295"/>
                      <a:pt x="62915" y="82487"/>
                    </a:cubicBezTo>
                    <a:close/>
                    <a:moveTo>
                      <a:pt x="229802" y="96488"/>
                    </a:moveTo>
                    <a:cubicBezTo>
                      <a:pt x="222531" y="92488"/>
                      <a:pt x="214149" y="90983"/>
                      <a:pt x="205947" y="92202"/>
                    </a:cubicBezTo>
                    <a:cubicBezTo>
                      <a:pt x="194695" y="93669"/>
                      <a:pt x="183604" y="96126"/>
                      <a:pt x="172779" y="99536"/>
                    </a:cubicBezTo>
                    <a:lnTo>
                      <a:pt x="220298" y="126873"/>
                    </a:lnTo>
                    <a:cubicBezTo>
                      <a:pt x="240256" y="114586"/>
                      <a:pt x="243487" y="104394"/>
                      <a:pt x="229802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5" name="Google Shape;3195;p47"/>
            <p:cNvGrpSpPr/>
            <p:nvPr/>
          </p:nvGrpSpPr>
          <p:grpSpPr>
            <a:xfrm>
              <a:off x="2654955" y="3219989"/>
              <a:ext cx="883852" cy="621029"/>
              <a:chOff x="4464580" y="3962114"/>
              <a:chExt cx="883852" cy="621029"/>
            </a:xfrm>
          </p:grpSpPr>
          <p:sp>
            <p:nvSpPr>
              <p:cNvPr id="3196" name="Google Shape;3196;p47"/>
              <p:cNvSpPr/>
              <p:nvPr/>
            </p:nvSpPr>
            <p:spPr>
              <a:xfrm>
                <a:off x="4464580" y="407165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47"/>
              <p:cNvSpPr/>
              <p:nvPr/>
            </p:nvSpPr>
            <p:spPr>
              <a:xfrm>
                <a:off x="4464770" y="4214812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47"/>
              <p:cNvSpPr/>
              <p:nvPr/>
            </p:nvSpPr>
            <p:spPr>
              <a:xfrm>
                <a:off x="5281905" y="421786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954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9" name="Google Shape;3199;p47"/>
              <p:cNvSpPr/>
              <p:nvPr/>
            </p:nvSpPr>
            <p:spPr>
              <a:xfrm>
                <a:off x="4464580" y="396211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0" name="Google Shape;3200;p47"/>
              <p:cNvSpPr/>
              <p:nvPr/>
            </p:nvSpPr>
            <p:spPr>
              <a:xfrm>
                <a:off x="4590295" y="4031718"/>
                <a:ext cx="632609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117" extrusionOk="0">
                    <a:moveTo>
                      <a:pt x="632022" y="194048"/>
                    </a:moveTo>
                    <a:cubicBezTo>
                      <a:pt x="627555" y="237101"/>
                      <a:pt x="596953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551" y="92607"/>
                      <a:pt x="637344" y="143661"/>
                      <a:pt x="632022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1" name="Google Shape;3201;p47"/>
              <p:cNvSpPr/>
              <p:nvPr/>
            </p:nvSpPr>
            <p:spPr>
              <a:xfrm>
                <a:off x="4590885" y="4053625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4"/>
                      <a:pt x="0" y="172140"/>
                    </a:cubicBezTo>
                    <a:cubicBezTo>
                      <a:pt x="4372" y="129088"/>
                      <a:pt x="34974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47"/>
              <p:cNvSpPr/>
              <p:nvPr/>
            </p:nvSpPr>
            <p:spPr>
              <a:xfrm>
                <a:off x="4752449" y="4136612"/>
                <a:ext cx="29475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752" h="184784" extrusionOk="0">
                    <a:moveTo>
                      <a:pt x="149495" y="29242"/>
                    </a:moveTo>
                    <a:cubicBezTo>
                      <a:pt x="145609" y="29232"/>
                      <a:pt x="141731" y="29546"/>
                      <a:pt x="137900" y="30194"/>
                    </a:cubicBezTo>
                    <a:cubicBezTo>
                      <a:pt x="132673" y="30956"/>
                      <a:pt x="126876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481"/>
                    </a:cubicBezTo>
                    <a:cubicBezTo>
                      <a:pt x="93482" y="40576"/>
                      <a:pt x="86847" y="43119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99" y="58426"/>
                      <a:pt x="199104" y="56569"/>
                      <a:pt x="210224" y="55816"/>
                    </a:cubicBezTo>
                    <a:cubicBezTo>
                      <a:pt x="220345" y="55207"/>
                      <a:pt x="230505" y="55912"/>
                      <a:pt x="240446" y="57912"/>
                    </a:cubicBezTo>
                    <a:cubicBezTo>
                      <a:pt x="250501" y="60122"/>
                      <a:pt x="260128" y="63951"/>
                      <a:pt x="268957" y="69247"/>
                    </a:cubicBezTo>
                    <a:cubicBezTo>
                      <a:pt x="277758" y="73609"/>
                      <a:pt x="285285" y="80172"/>
                      <a:pt x="290816" y="88297"/>
                    </a:cubicBezTo>
                    <a:cubicBezTo>
                      <a:pt x="294494" y="94240"/>
                      <a:pt x="295653" y="101403"/>
                      <a:pt x="294047" y="108204"/>
                    </a:cubicBezTo>
                    <a:cubicBezTo>
                      <a:pt x="291852" y="115662"/>
                      <a:pt x="287756" y="122425"/>
                      <a:pt x="282167" y="127825"/>
                    </a:cubicBezTo>
                    <a:cubicBezTo>
                      <a:pt x="275163" y="134855"/>
                      <a:pt x="267342" y="141027"/>
                      <a:pt x="258883" y="146209"/>
                    </a:cubicBezTo>
                    <a:lnTo>
                      <a:pt x="291196" y="165259"/>
                    </a:lnTo>
                    <a:lnTo>
                      <a:pt x="273614" y="175450"/>
                    </a:lnTo>
                    <a:lnTo>
                      <a:pt x="241016" y="156400"/>
                    </a:lnTo>
                    <a:cubicBezTo>
                      <a:pt x="225487" y="164068"/>
                      <a:pt x="209254" y="170231"/>
                      <a:pt x="192547" y="174784"/>
                    </a:cubicBezTo>
                    <a:cubicBezTo>
                      <a:pt x="175060" y="179622"/>
                      <a:pt x="157188" y="182966"/>
                      <a:pt x="139135" y="184785"/>
                    </a:cubicBezTo>
                    <a:lnTo>
                      <a:pt x="122314" y="154210"/>
                    </a:lnTo>
                    <a:cubicBezTo>
                      <a:pt x="127083" y="154086"/>
                      <a:pt x="131841" y="153705"/>
                      <a:pt x="136569" y="153067"/>
                    </a:cubicBezTo>
                    <a:cubicBezTo>
                      <a:pt x="142937" y="152305"/>
                      <a:pt x="150065" y="151162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78" y="140494"/>
                      <a:pt x="199504" y="137312"/>
                      <a:pt x="207563" y="133540"/>
                    </a:cubicBezTo>
                    <a:lnTo>
                      <a:pt x="157003" y="104299"/>
                    </a:lnTo>
                    <a:lnTo>
                      <a:pt x="150350" y="106585"/>
                    </a:lnTo>
                    <a:lnTo>
                      <a:pt x="143507" y="108680"/>
                    </a:lnTo>
                    <a:cubicBezTo>
                      <a:pt x="130772" y="112871"/>
                      <a:pt x="119083" y="116205"/>
                      <a:pt x="108533" y="118205"/>
                    </a:cubicBezTo>
                    <a:cubicBezTo>
                      <a:pt x="98735" y="120482"/>
                      <a:pt x="88743" y="121825"/>
                      <a:pt x="78691" y="122206"/>
                    </a:cubicBezTo>
                    <a:cubicBezTo>
                      <a:pt x="69880" y="122472"/>
                      <a:pt x="61068" y="121644"/>
                      <a:pt x="52461" y="119729"/>
                    </a:cubicBezTo>
                    <a:cubicBezTo>
                      <a:pt x="43906" y="117748"/>
                      <a:pt x="35680" y="114538"/>
                      <a:pt x="28036" y="110204"/>
                    </a:cubicBezTo>
                    <a:cubicBezTo>
                      <a:pt x="19681" y="106004"/>
                      <a:pt x="12399" y="99946"/>
                      <a:pt x="6748" y="92488"/>
                    </a:cubicBezTo>
                    <a:cubicBezTo>
                      <a:pt x="2599" y="86820"/>
                      <a:pt x="581" y="79877"/>
                      <a:pt x="1045" y="72866"/>
                    </a:cubicBezTo>
                    <a:cubicBezTo>
                      <a:pt x="1795" y="65589"/>
                      <a:pt x="4672" y="58703"/>
                      <a:pt x="9314" y="53054"/>
                    </a:cubicBezTo>
                    <a:cubicBezTo>
                      <a:pt x="15159" y="45672"/>
                      <a:pt x="22117" y="39243"/>
                      <a:pt x="29937" y="34004"/>
                    </a:cubicBezTo>
                    <a:lnTo>
                      <a:pt x="0" y="16669"/>
                    </a:lnTo>
                    <a:lnTo>
                      <a:pt x="17772" y="6763"/>
                    </a:lnTo>
                    <a:lnTo>
                      <a:pt x="47424" y="23908"/>
                    </a:lnTo>
                    <a:cubicBezTo>
                      <a:pt x="61342" y="17002"/>
                      <a:pt x="75969" y="11639"/>
                      <a:pt x="91046" y="7906"/>
                    </a:cubicBezTo>
                    <a:cubicBezTo>
                      <a:pt x="105382" y="4238"/>
                      <a:pt x="119959" y="1591"/>
                      <a:pt x="134669" y="0"/>
                    </a:cubicBezTo>
                    <a:close/>
                    <a:moveTo>
                      <a:pt x="63105" y="82963"/>
                    </a:moveTo>
                    <a:cubicBezTo>
                      <a:pt x="69780" y="86811"/>
                      <a:pt x="77497" y="88449"/>
                      <a:pt x="85154" y="87630"/>
                    </a:cubicBezTo>
                    <a:cubicBezTo>
                      <a:pt x="95447" y="86506"/>
                      <a:pt x="105583" y="84239"/>
                      <a:pt x="115376" y="80867"/>
                    </a:cubicBezTo>
                    <a:lnTo>
                      <a:pt x="67857" y="53340"/>
                    </a:lnTo>
                    <a:cubicBezTo>
                      <a:pt x="50370" y="64484"/>
                      <a:pt x="48849" y="74390"/>
                      <a:pt x="63105" y="82963"/>
                    </a:cubicBezTo>
                    <a:close/>
                    <a:moveTo>
                      <a:pt x="229992" y="96869"/>
                    </a:moveTo>
                    <a:cubicBezTo>
                      <a:pt x="222721" y="92869"/>
                      <a:pt x="214339" y="91364"/>
                      <a:pt x="206137" y="92583"/>
                    </a:cubicBezTo>
                    <a:cubicBezTo>
                      <a:pt x="194894" y="94088"/>
                      <a:pt x="183803" y="96545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47"/>
              <p:cNvSpPr/>
              <p:nvPr/>
            </p:nvSpPr>
            <p:spPr>
              <a:xfrm>
                <a:off x="4874763" y="4273581"/>
                <a:ext cx="19007" cy="2562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621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668"/>
                    </a:lnTo>
                    <a:lnTo>
                      <a:pt x="10644" y="2562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47"/>
              <p:cNvSpPr/>
              <p:nvPr/>
            </p:nvSpPr>
            <p:spPr>
              <a:xfrm>
                <a:off x="5001734" y="428453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47"/>
              <p:cNvSpPr/>
              <p:nvPr/>
            </p:nvSpPr>
            <p:spPr>
              <a:xfrm>
                <a:off x="5015894" y="422128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47"/>
              <p:cNvSpPr/>
              <p:nvPr/>
            </p:nvSpPr>
            <p:spPr>
              <a:xfrm>
                <a:off x="4917055" y="4227671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ubicBezTo>
                      <a:pt x="15586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47"/>
              <p:cNvSpPr/>
              <p:nvPr/>
            </p:nvSpPr>
            <p:spPr>
              <a:xfrm>
                <a:off x="4820401" y="4172521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049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8" y="18869"/>
                      <a:pt x="42409" y="14526"/>
                      <a:pt x="36685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47"/>
              <p:cNvSpPr/>
              <p:nvPr/>
            </p:nvSpPr>
            <p:spPr>
              <a:xfrm>
                <a:off x="4874573" y="4141374"/>
                <a:ext cx="2737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479" extrusionOk="0">
                    <a:moveTo>
                      <a:pt x="27371" y="24479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235" y="19621"/>
                    </a:lnTo>
                    <a:lnTo>
                      <a:pt x="27371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47"/>
              <p:cNvSpPr/>
              <p:nvPr/>
            </p:nvSpPr>
            <p:spPr>
              <a:xfrm>
                <a:off x="4752449" y="4136326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582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0" name="Google Shape;3210;p47"/>
              <p:cNvSpPr/>
              <p:nvPr/>
            </p:nvSpPr>
            <p:spPr>
              <a:xfrm>
                <a:off x="4753400" y="4193857"/>
                <a:ext cx="29936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193"/>
                    </a:lnTo>
                    <a:lnTo>
                      <a:pt x="9599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1" name="Google Shape;3211;p47"/>
              <p:cNvSpPr/>
              <p:nvPr/>
            </p:nvSpPr>
            <p:spPr>
              <a:xfrm>
                <a:off x="4752639" y="4119372"/>
                <a:ext cx="294568" cy="184689"/>
              </a:xfrm>
              <a:custGeom>
                <a:avLst/>
                <a:gdLst/>
                <a:ahLst/>
                <a:cxnLst/>
                <a:rect l="l" t="t" r="r" b="b"/>
                <a:pathLst>
                  <a:path w="294568" h="184689" extrusionOk="0">
                    <a:moveTo>
                      <a:pt x="149304" y="29337"/>
                    </a:moveTo>
                    <a:cubicBezTo>
                      <a:pt x="145419" y="29327"/>
                      <a:pt x="141541" y="29642"/>
                      <a:pt x="137710" y="30289"/>
                    </a:cubicBezTo>
                    <a:cubicBezTo>
                      <a:pt x="132483" y="31051"/>
                      <a:pt x="126685" y="32004"/>
                      <a:pt x="120223" y="33433"/>
                    </a:cubicBezTo>
                    <a:cubicBezTo>
                      <a:pt x="113760" y="34862"/>
                      <a:pt x="107013" y="36481"/>
                      <a:pt x="100075" y="38576"/>
                    </a:cubicBezTo>
                    <a:cubicBezTo>
                      <a:pt x="93278" y="40624"/>
                      <a:pt x="86638" y="43177"/>
                      <a:pt x="80212" y="46196"/>
                    </a:cubicBezTo>
                    <a:lnTo>
                      <a:pt x="131057" y="75533"/>
                    </a:lnTo>
                    <a:lnTo>
                      <a:pt x="140561" y="72295"/>
                    </a:lnTo>
                    <a:cubicBezTo>
                      <a:pt x="153486" y="68008"/>
                      <a:pt x="165651" y="64389"/>
                      <a:pt x="177151" y="61341"/>
                    </a:cubicBezTo>
                    <a:cubicBezTo>
                      <a:pt x="187918" y="58503"/>
                      <a:pt x="198924" y="56683"/>
                      <a:pt x="210034" y="55912"/>
                    </a:cubicBezTo>
                    <a:cubicBezTo>
                      <a:pt x="220155" y="55302"/>
                      <a:pt x="230315" y="56007"/>
                      <a:pt x="240256" y="58007"/>
                    </a:cubicBezTo>
                    <a:cubicBezTo>
                      <a:pt x="250301" y="60179"/>
                      <a:pt x="259929" y="63979"/>
                      <a:pt x="268767" y="69247"/>
                    </a:cubicBezTo>
                    <a:cubicBezTo>
                      <a:pt x="277539" y="73647"/>
                      <a:pt x="285066" y="80200"/>
                      <a:pt x="290626" y="88297"/>
                    </a:cubicBezTo>
                    <a:cubicBezTo>
                      <a:pt x="294313" y="94231"/>
                      <a:pt x="295473" y="101403"/>
                      <a:pt x="293857" y="108204"/>
                    </a:cubicBezTo>
                    <a:cubicBezTo>
                      <a:pt x="291662" y="115662"/>
                      <a:pt x="287566" y="122425"/>
                      <a:pt x="281977" y="127825"/>
                    </a:cubicBezTo>
                    <a:cubicBezTo>
                      <a:pt x="274964" y="134826"/>
                      <a:pt x="267151" y="140960"/>
                      <a:pt x="258693" y="146113"/>
                    </a:cubicBezTo>
                    <a:lnTo>
                      <a:pt x="291006" y="165163"/>
                    </a:lnTo>
                    <a:lnTo>
                      <a:pt x="273424" y="175355"/>
                    </a:lnTo>
                    <a:lnTo>
                      <a:pt x="240826" y="156305"/>
                    </a:lnTo>
                    <a:cubicBezTo>
                      <a:pt x="225287" y="163944"/>
                      <a:pt x="209064" y="170069"/>
                      <a:pt x="192357" y="174593"/>
                    </a:cubicBezTo>
                    <a:cubicBezTo>
                      <a:pt x="174879" y="179508"/>
                      <a:pt x="157007" y="182880"/>
                      <a:pt x="138945" y="184690"/>
                    </a:cubicBezTo>
                    <a:lnTo>
                      <a:pt x="122124" y="154210"/>
                    </a:lnTo>
                    <a:cubicBezTo>
                      <a:pt x="126892" y="154133"/>
                      <a:pt x="131651" y="153781"/>
                      <a:pt x="136379" y="153162"/>
                    </a:cubicBezTo>
                    <a:cubicBezTo>
                      <a:pt x="142747" y="152400"/>
                      <a:pt x="149875" y="151162"/>
                      <a:pt x="157668" y="149447"/>
                    </a:cubicBezTo>
                    <a:cubicBezTo>
                      <a:pt x="165461" y="147733"/>
                      <a:pt x="173824" y="145637"/>
                      <a:pt x="182473" y="143161"/>
                    </a:cubicBezTo>
                    <a:cubicBezTo>
                      <a:pt x="190988" y="140589"/>
                      <a:pt x="199313" y="137408"/>
                      <a:pt x="207373" y="133636"/>
                    </a:cubicBezTo>
                    <a:lnTo>
                      <a:pt x="156812" y="104394"/>
                    </a:lnTo>
                    <a:lnTo>
                      <a:pt x="150160" y="106775"/>
                    </a:lnTo>
                    <a:lnTo>
                      <a:pt x="143317" y="108871"/>
                    </a:lnTo>
                    <a:cubicBezTo>
                      <a:pt x="130582" y="113062"/>
                      <a:pt x="118892" y="116300"/>
                      <a:pt x="108343" y="118396"/>
                    </a:cubicBezTo>
                    <a:cubicBezTo>
                      <a:pt x="98545" y="120672"/>
                      <a:pt x="88552" y="122015"/>
                      <a:pt x="78501" y="122396"/>
                    </a:cubicBezTo>
                    <a:cubicBezTo>
                      <a:pt x="69686" y="122758"/>
                      <a:pt x="60862" y="121929"/>
                      <a:pt x="52271" y="119920"/>
                    </a:cubicBezTo>
                    <a:cubicBezTo>
                      <a:pt x="43701" y="117986"/>
                      <a:pt x="35469" y="114767"/>
                      <a:pt x="27846" y="110395"/>
                    </a:cubicBezTo>
                    <a:cubicBezTo>
                      <a:pt x="19529" y="106013"/>
                      <a:pt x="12316" y="99793"/>
                      <a:pt x="6748" y="92202"/>
                    </a:cubicBezTo>
                    <a:cubicBezTo>
                      <a:pt x="2599" y="86535"/>
                      <a:pt x="581" y="79591"/>
                      <a:pt x="1045" y="72580"/>
                    </a:cubicBezTo>
                    <a:cubicBezTo>
                      <a:pt x="1772" y="65303"/>
                      <a:pt x="4652" y="58398"/>
                      <a:pt x="9314" y="52768"/>
                    </a:cubicBezTo>
                    <a:cubicBezTo>
                      <a:pt x="15159" y="45386"/>
                      <a:pt x="22117" y="38957"/>
                      <a:pt x="29937" y="33718"/>
                    </a:cubicBezTo>
                    <a:lnTo>
                      <a:pt x="0" y="16383"/>
                    </a:lnTo>
                    <a:lnTo>
                      <a:pt x="17582" y="6763"/>
                    </a:lnTo>
                    <a:lnTo>
                      <a:pt x="47044" y="24003"/>
                    </a:lnTo>
                    <a:cubicBezTo>
                      <a:pt x="60959" y="17069"/>
                      <a:pt x="75586" y="11668"/>
                      <a:pt x="90666" y="7906"/>
                    </a:cubicBezTo>
                    <a:cubicBezTo>
                      <a:pt x="105011" y="4286"/>
                      <a:pt x="119585" y="1638"/>
                      <a:pt x="134288" y="0"/>
                    </a:cubicBezTo>
                    <a:close/>
                    <a:moveTo>
                      <a:pt x="62915" y="82677"/>
                    </a:moveTo>
                    <a:cubicBezTo>
                      <a:pt x="69578" y="86553"/>
                      <a:pt x="77297" y="88220"/>
                      <a:pt x="84964" y="87439"/>
                    </a:cubicBezTo>
                    <a:cubicBezTo>
                      <a:pt x="95249" y="86268"/>
                      <a:pt x="105380" y="84001"/>
                      <a:pt x="115186" y="80677"/>
                    </a:cubicBezTo>
                    <a:lnTo>
                      <a:pt x="67667" y="53149"/>
                    </a:lnTo>
                    <a:cubicBezTo>
                      <a:pt x="50180" y="64579"/>
                      <a:pt x="48659" y="74390"/>
                      <a:pt x="62915" y="82677"/>
                    </a:cubicBezTo>
                    <a:close/>
                    <a:moveTo>
                      <a:pt x="229802" y="96679"/>
                    </a:moveTo>
                    <a:cubicBezTo>
                      <a:pt x="222531" y="92678"/>
                      <a:pt x="214149" y="91173"/>
                      <a:pt x="205947" y="92392"/>
                    </a:cubicBezTo>
                    <a:cubicBezTo>
                      <a:pt x="194695" y="93850"/>
                      <a:pt x="183594" y="96307"/>
                      <a:pt x="172779" y="99727"/>
                    </a:cubicBezTo>
                    <a:lnTo>
                      <a:pt x="220298" y="127063"/>
                    </a:lnTo>
                    <a:cubicBezTo>
                      <a:pt x="240379" y="114681"/>
                      <a:pt x="243554" y="104556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12" name="Google Shape;3212;p47"/>
            <p:cNvGrpSpPr/>
            <p:nvPr/>
          </p:nvGrpSpPr>
          <p:grpSpPr>
            <a:xfrm>
              <a:off x="2692590" y="3093401"/>
              <a:ext cx="883852" cy="621030"/>
              <a:chOff x="4502215" y="3835526"/>
              <a:chExt cx="883852" cy="621030"/>
            </a:xfrm>
          </p:grpSpPr>
          <p:sp>
            <p:nvSpPr>
              <p:cNvPr id="3213" name="Google Shape;3213;p47"/>
              <p:cNvSpPr/>
              <p:nvPr/>
            </p:nvSpPr>
            <p:spPr>
              <a:xfrm>
                <a:off x="4502215" y="39450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47"/>
              <p:cNvSpPr/>
              <p:nvPr/>
            </p:nvSpPr>
            <p:spPr>
              <a:xfrm>
                <a:off x="4502310" y="408822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47"/>
              <p:cNvSpPr/>
              <p:nvPr/>
            </p:nvSpPr>
            <p:spPr>
              <a:xfrm>
                <a:off x="5319540" y="409127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47"/>
              <p:cNvSpPr/>
              <p:nvPr/>
            </p:nvSpPr>
            <p:spPr>
              <a:xfrm>
                <a:off x="4502215" y="383552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7" name="Google Shape;3217;p47"/>
              <p:cNvSpPr/>
              <p:nvPr/>
            </p:nvSpPr>
            <p:spPr>
              <a:xfrm>
                <a:off x="4627912" y="3905130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8" name="Google Shape;3218;p47"/>
              <p:cNvSpPr/>
              <p:nvPr/>
            </p:nvSpPr>
            <p:spPr>
              <a:xfrm>
                <a:off x="4628520" y="3927038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631"/>
                    </a:cubicBezTo>
                    <a:cubicBezTo>
                      <a:pt x="415791" y="362069"/>
                      <a:pt x="215451" y="362069"/>
                      <a:pt x="91902" y="290631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9087"/>
                      <a:pt x="34974" y="86415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9" name="Google Shape;3219;p47"/>
              <p:cNvSpPr/>
              <p:nvPr/>
            </p:nvSpPr>
            <p:spPr>
              <a:xfrm>
                <a:off x="4789989" y="4009739"/>
                <a:ext cx="29452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525" h="184880" extrusionOk="0">
                    <a:moveTo>
                      <a:pt x="149495" y="29528"/>
                    </a:moveTo>
                    <a:cubicBezTo>
                      <a:pt x="145608" y="29518"/>
                      <a:pt x="141730" y="29832"/>
                      <a:pt x="137900" y="30480"/>
                    </a:cubicBezTo>
                    <a:cubicBezTo>
                      <a:pt x="132768" y="31147"/>
                      <a:pt x="126876" y="32195"/>
                      <a:pt x="120413" y="33623"/>
                    </a:cubicBezTo>
                    <a:cubicBezTo>
                      <a:pt x="113950" y="35052"/>
                      <a:pt x="107298" y="36671"/>
                      <a:pt x="100360" y="38767"/>
                    </a:cubicBezTo>
                    <a:cubicBezTo>
                      <a:pt x="93573" y="40815"/>
                      <a:pt x="86937" y="43329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579"/>
                      <a:pt x="176960" y="61531"/>
                    </a:cubicBezTo>
                    <a:cubicBezTo>
                      <a:pt x="187728" y="58693"/>
                      <a:pt x="198734" y="56874"/>
                      <a:pt x="209844" y="56102"/>
                    </a:cubicBezTo>
                    <a:cubicBezTo>
                      <a:pt x="219994" y="55493"/>
                      <a:pt x="230191" y="56197"/>
                      <a:pt x="240161" y="58198"/>
                    </a:cubicBezTo>
                    <a:cubicBezTo>
                      <a:pt x="250206" y="60370"/>
                      <a:pt x="259833" y="64170"/>
                      <a:pt x="268672" y="69437"/>
                    </a:cubicBezTo>
                    <a:cubicBezTo>
                      <a:pt x="277444" y="73838"/>
                      <a:pt x="284971" y="80391"/>
                      <a:pt x="290531" y="88487"/>
                    </a:cubicBezTo>
                    <a:cubicBezTo>
                      <a:pt x="294294" y="94355"/>
                      <a:pt x="295463" y="101527"/>
                      <a:pt x="293762" y="108299"/>
                    </a:cubicBezTo>
                    <a:cubicBezTo>
                      <a:pt x="291633" y="115814"/>
                      <a:pt x="287528" y="122625"/>
                      <a:pt x="281882" y="128016"/>
                    </a:cubicBezTo>
                    <a:cubicBezTo>
                      <a:pt x="274906" y="135017"/>
                      <a:pt x="267123" y="141161"/>
                      <a:pt x="258693" y="146304"/>
                    </a:cubicBezTo>
                    <a:lnTo>
                      <a:pt x="291006" y="165354"/>
                    </a:lnTo>
                    <a:lnTo>
                      <a:pt x="273329" y="175546"/>
                    </a:lnTo>
                    <a:lnTo>
                      <a:pt x="240731" y="156496"/>
                    </a:lnTo>
                    <a:cubicBezTo>
                      <a:pt x="225211" y="164163"/>
                      <a:pt x="208979" y="170288"/>
                      <a:pt x="192262" y="174784"/>
                    </a:cubicBezTo>
                    <a:cubicBezTo>
                      <a:pt x="174775" y="179661"/>
                      <a:pt x="156907" y="183032"/>
                      <a:pt x="138850" y="184880"/>
                    </a:cubicBezTo>
                    <a:lnTo>
                      <a:pt x="121839" y="154210"/>
                    </a:lnTo>
                    <a:cubicBezTo>
                      <a:pt x="124975" y="154210"/>
                      <a:pt x="129727" y="154210"/>
                      <a:pt x="136094" y="153162"/>
                    </a:cubicBezTo>
                    <a:cubicBezTo>
                      <a:pt x="142462" y="152114"/>
                      <a:pt x="149495" y="151162"/>
                      <a:pt x="157383" y="149447"/>
                    </a:cubicBezTo>
                    <a:cubicBezTo>
                      <a:pt x="165271" y="147733"/>
                      <a:pt x="173444" y="145637"/>
                      <a:pt x="182188" y="143161"/>
                    </a:cubicBezTo>
                    <a:cubicBezTo>
                      <a:pt x="190684" y="140608"/>
                      <a:pt x="198971" y="137427"/>
                      <a:pt x="206992" y="133636"/>
                    </a:cubicBezTo>
                    <a:lnTo>
                      <a:pt x="156907" y="105061"/>
                    </a:lnTo>
                    <a:cubicBezTo>
                      <a:pt x="154722" y="105918"/>
                      <a:pt x="152536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7" y="121339"/>
                      <a:pt x="88616" y="122682"/>
                      <a:pt x="78596" y="123063"/>
                    </a:cubicBezTo>
                    <a:cubicBezTo>
                      <a:pt x="69750" y="123425"/>
                      <a:pt x="60896" y="122587"/>
                      <a:pt x="52271" y="120587"/>
                    </a:cubicBezTo>
                    <a:cubicBezTo>
                      <a:pt x="43732" y="118643"/>
                      <a:pt x="35532" y="115433"/>
                      <a:pt x="27941" y="111062"/>
                    </a:cubicBezTo>
                    <a:cubicBezTo>
                      <a:pt x="19600" y="106671"/>
                      <a:pt x="12355" y="100460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200" y="82868"/>
                    </a:moveTo>
                    <a:cubicBezTo>
                      <a:pt x="69834" y="86735"/>
                      <a:pt x="77518" y="88402"/>
                      <a:pt x="85154" y="87630"/>
                    </a:cubicBezTo>
                    <a:cubicBezTo>
                      <a:pt x="95470" y="86458"/>
                      <a:pt x="105633" y="84191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849" y="74581"/>
                      <a:pt x="63200" y="82868"/>
                    </a:cubicBezTo>
                    <a:close/>
                    <a:moveTo>
                      <a:pt x="229992" y="96774"/>
                    </a:moveTo>
                    <a:cubicBezTo>
                      <a:pt x="222740" y="92831"/>
                      <a:pt x="214396" y="91354"/>
                      <a:pt x="206232" y="92583"/>
                    </a:cubicBezTo>
                    <a:cubicBezTo>
                      <a:pt x="194951" y="94050"/>
                      <a:pt x="183822" y="96507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586"/>
                      <a:pt x="243677" y="105061"/>
                      <a:pt x="22999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47"/>
              <p:cNvSpPr/>
              <p:nvPr/>
            </p:nvSpPr>
            <p:spPr>
              <a:xfrm>
                <a:off x="4912208" y="414699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47"/>
              <p:cNvSpPr/>
              <p:nvPr/>
            </p:nvSpPr>
            <p:spPr>
              <a:xfrm>
                <a:off x="5039369" y="415785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47"/>
              <p:cNvSpPr/>
              <p:nvPr/>
            </p:nvSpPr>
            <p:spPr>
              <a:xfrm>
                <a:off x="5053434" y="409470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4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3" name="Google Shape;3223;p47"/>
              <p:cNvSpPr/>
              <p:nvPr/>
            </p:nvSpPr>
            <p:spPr>
              <a:xfrm>
                <a:off x="4954595" y="4101083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4" name="Google Shape;3224;p47"/>
              <p:cNvSpPr/>
              <p:nvPr/>
            </p:nvSpPr>
            <p:spPr>
              <a:xfrm>
                <a:off x="4858036" y="4045839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5" name="Google Shape;3225;p47"/>
              <p:cNvSpPr/>
              <p:nvPr/>
            </p:nvSpPr>
            <p:spPr>
              <a:xfrm>
                <a:off x="4912208" y="401478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6" name="Google Shape;3226;p47"/>
              <p:cNvSpPr/>
              <p:nvPr/>
            </p:nvSpPr>
            <p:spPr>
              <a:xfrm>
                <a:off x="4789989" y="4009643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7" name="Google Shape;3227;p47"/>
              <p:cNvSpPr/>
              <p:nvPr/>
            </p:nvSpPr>
            <p:spPr>
              <a:xfrm>
                <a:off x="4790940" y="40671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0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47"/>
              <p:cNvSpPr/>
              <p:nvPr/>
            </p:nvSpPr>
            <p:spPr>
              <a:xfrm>
                <a:off x="4789989" y="3992594"/>
                <a:ext cx="294519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519" h="184499" extrusionOk="0">
                    <a:moveTo>
                      <a:pt x="149495" y="29527"/>
                    </a:moveTo>
                    <a:cubicBezTo>
                      <a:pt x="145608" y="29470"/>
                      <a:pt x="141730" y="29756"/>
                      <a:pt x="137900" y="30384"/>
                    </a:cubicBezTo>
                    <a:cubicBezTo>
                      <a:pt x="132768" y="31147"/>
                      <a:pt x="126876" y="32194"/>
                      <a:pt x="120413" y="33528"/>
                    </a:cubicBezTo>
                    <a:cubicBezTo>
                      <a:pt x="113950" y="34861"/>
                      <a:pt x="107298" y="36671"/>
                      <a:pt x="100360" y="38767"/>
                    </a:cubicBezTo>
                    <a:cubicBezTo>
                      <a:pt x="93559" y="40767"/>
                      <a:pt x="86920" y="43281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484"/>
                      <a:pt x="176960" y="61531"/>
                    </a:cubicBezTo>
                    <a:cubicBezTo>
                      <a:pt x="187709" y="58607"/>
                      <a:pt x="198724" y="56788"/>
                      <a:pt x="209844" y="56102"/>
                    </a:cubicBezTo>
                    <a:cubicBezTo>
                      <a:pt x="219994" y="55407"/>
                      <a:pt x="230191" y="56083"/>
                      <a:pt x="240161" y="58102"/>
                    </a:cubicBezTo>
                    <a:cubicBezTo>
                      <a:pt x="250206" y="60350"/>
                      <a:pt x="259824" y="64179"/>
                      <a:pt x="268672" y="69437"/>
                    </a:cubicBezTo>
                    <a:cubicBezTo>
                      <a:pt x="277454" y="73828"/>
                      <a:pt x="284971" y="80381"/>
                      <a:pt x="290531" y="88487"/>
                    </a:cubicBezTo>
                    <a:cubicBezTo>
                      <a:pt x="294285" y="94392"/>
                      <a:pt x="295454" y="101594"/>
                      <a:pt x="293762" y="108394"/>
                    </a:cubicBezTo>
                    <a:cubicBezTo>
                      <a:pt x="291624" y="115881"/>
                      <a:pt x="287518" y="122663"/>
                      <a:pt x="281882" y="128016"/>
                    </a:cubicBezTo>
                    <a:cubicBezTo>
                      <a:pt x="274906" y="135045"/>
                      <a:pt x="267123" y="141218"/>
                      <a:pt x="258693" y="146399"/>
                    </a:cubicBezTo>
                    <a:lnTo>
                      <a:pt x="291006" y="165449"/>
                    </a:lnTo>
                    <a:lnTo>
                      <a:pt x="273329" y="175641"/>
                    </a:lnTo>
                    <a:lnTo>
                      <a:pt x="240731" y="156591"/>
                    </a:lnTo>
                    <a:cubicBezTo>
                      <a:pt x="225230" y="164335"/>
                      <a:pt x="208988" y="170488"/>
                      <a:pt x="192262" y="174974"/>
                    </a:cubicBezTo>
                    <a:cubicBezTo>
                      <a:pt x="174756" y="179661"/>
                      <a:pt x="156888" y="182842"/>
                      <a:pt x="138850" y="184499"/>
                    </a:cubicBezTo>
                    <a:lnTo>
                      <a:pt x="121839" y="153924"/>
                    </a:lnTo>
                    <a:cubicBezTo>
                      <a:pt x="126609" y="153800"/>
                      <a:pt x="131371" y="153419"/>
                      <a:pt x="136094" y="152781"/>
                    </a:cubicBezTo>
                    <a:cubicBezTo>
                      <a:pt x="143251" y="151962"/>
                      <a:pt x="150359" y="150752"/>
                      <a:pt x="157383" y="149161"/>
                    </a:cubicBezTo>
                    <a:cubicBezTo>
                      <a:pt x="165176" y="147447"/>
                      <a:pt x="173444" y="145351"/>
                      <a:pt x="182188" y="142780"/>
                    </a:cubicBezTo>
                    <a:cubicBezTo>
                      <a:pt x="190684" y="140227"/>
                      <a:pt x="198971" y="137046"/>
                      <a:pt x="206992" y="133255"/>
                    </a:cubicBezTo>
                    <a:lnTo>
                      <a:pt x="156527" y="104013"/>
                    </a:lnTo>
                    <a:lnTo>
                      <a:pt x="149875" y="106299"/>
                    </a:lnTo>
                    <a:lnTo>
                      <a:pt x="142937" y="108394"/>
                    </a:lnTo>
                    <a:cubicBezTo>
                      <a:pt x="130202" y="112585"/>
                      <a:pt x="118607" y="115919"/>
                      <a:pt x="107963" y="117919"/>
                    </a:cubicBezTo>
                    <a:cubicBezTo>
                      <a:pt x="98197" y="120196"/>
                      <a:pt x="88236" y="121539"/>
                      <a:pt x="78216" y="121920"/>
                    </a:cubicBezTo>
                    <a:cubicBezTo>
                      <a:pt x="69371" y="122234"/>
                      <a:pt x="60523" y="121396"/>
                      <a:pt x="51891" y="119443"/>
                    </a:cubicBezTo>
                    <a:cubicBezTo>
                      <a:pt x="43365" y="117462"/>
                      <a:pt x="35170" y="114252"/>
                      <a:pt x="27561" y="109918"/>
                    </a:cubicBezTo>
                    <a:cubicBezTo>
                      <a:pt x="19239" y="105499"/>
                      <a:pt x="12000" y="99288"/>
                      <a:pt x="6368" y="91726"/>
                    </a:cubicBezTo>
                    <a:cubicBezTo>
                      <a:pt x="2298" y="85992"/>
                      <a:pt x="288" y="79038"/>
                      <a:pt x="665" y="72009"/>
                    </a:cubicBezTo>
                    <a:cubicBezTo>
                      <a:pt x="1409" y="64741"/>
                      <a:pt x="4324" y="57874"/>
                      <a:pt x="9029" y="52292"/>
                    </a:cubicBezTo>
                    <a:cubicBezTo>
                      <a:pt x="14865" y="44929"/>
                      <a:pt x="21787" y="38510"/>
                      <a:pt x="29557" y="33242"/>
                    </a:cubicBezTo>
                    <a:lnTo>
                      <a:pt x="0" y="17431"/>
                    </a:lnTo>
                    <a:lnTo>
                      <a:pt x="17677" y="7239"/>
                    </a:lnTo>
                    <a:lnTo>
                      <a:pt x="47329" y="24384"/>
                    </a:lnTo>
                    <a:cubicBezTo>
                      <a:pt x="61240" y="17345"/>
                      <a:pt x="75864" y="11820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00" y="82867"/>
                    </a:moveTo>
                    <a:cubicBezTo>
                      <a:pt x="69850" y="86696"/>
                      <a:pt x="77520" y="88354"/>
                      <a:pt x="85154" y="87630"/>
                    </a:cubicBezTo>
                    <a:cubicBezTo>
                      <a:pt x="95480" y="86468"/>
                      <a:pt x="105647" y="84163"/>
                      <a:pt x="115471" y="80772"/>
                    </a:cubicBezTo>
                    <a:lnTo>
                      <a:pt x="67952" y="53245"/>
                    </a:lnTo>
                    <a:cubicBezTo>
                      <a:pt x="50465" y="65056"/>
                      <a:pt x="48849" y="74581"/>
                      <a:pt x="63200" y="82867"/>
                    </a:cubicBezTo>
                    <a:close/>
                    <a:moveTo>
                      <a:pt x="229992" y="96774"/>
                    </a:moveTo>
                    <a:cubicBezTo>
                      <a:pt x="222731" y="92840"/>
                      <a:pt x="214405" y="91335"/>
                      <a:pt x="206232" y="92488"/>
                    </a:cubicBezTo>
                    <a:cubicBezTo>
                      <a:pt x="194961" y="94002"/>
                      <a:pt x="183832" y="96460"/>
                      <a:pt x="172969" y="99822"/>
                    </a:cubicBezTo>
                    <a:lnTo>
                      <a:pt x="220488" y="127254"/>
                    </a:lnTo>
                    <a:cubicBezTo>
                      <a:pt x="240512" y="114871"/>
                      <a:pt x="243677" y="104708"/>
                      <a:pt x="229992" y="96774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9" name="Google Shape;3229;p47"/>
            <p:cNvGrpSpPr/>
            <p:nvPr/>
          </p:nvGrpSpPr>
          <p:grpSpPr>
            <a:xfrm>
              <a:off x="2665504" y="2962052"/>
              <a:ext cx="883852" cy="621125"/>
              <a:chOff x="4475129" y="3704177"/>
              <a:chExt cx="883852" cy="621125"/>
            </a:xfrm>
          </p:grpSpPr>
          <p:sp>
            <p:nvSpPr>
              <p:cNvPr id="3230" name="Google Shape;3230;p47"/>
              <p:cNvSpPr/>
              <p:nvPr/>
            </p:nvSpPr>
            <p:spPr>
              <a:xfrm>
                <a:off x="4475129" y="3813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1" name="Google Shape;3231;p47"/>
              <p:cNvSpPr/>
              <p:nvPr/>
            </p:nvSpPr>
            <p:spPr>
              <a:xfrm>
                <a:off x="4475224" y="395687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8009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2" name="Google Shape;3232;p47"/>
              <p:cNvSpPr/>
              <p:nvPr/>
            </p:nvSpPr>
            <p:spPr>
              <a:xfrm>
                <a:off x="5292454" y="3959923"/>
                <a:ext cx="66431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162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47"/>
              <p:cNvSpPr/>
              <p:nvPr/>
            </p:nvSpPr>
            <p:spPr>
              <a:xfrm>
                <a:off x="4475129" y="370417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4" name="Google Shape;3234;p47"/>
              <p:cNvSpPr/>
              <p:nvPr/>
            </p:nvSpPr>
            <p:spPr>
              <a:xfrm>
                <a:off x="4600749" y="3773876"/>
                <a:ext cx="632686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22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5" y="383882"/>
                      <a:pt x="216136" y="383882"/>
                      <a:pt x="92586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6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3" y="143566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5" name="Google Shape;3235;p47"/>
              <p:cNvSpPr/>
              <p:nvPr/>
            </p:nvSpPr>
            <p:spPr>
              <a:xfrm>
                <a:off x="4601339" y="3795784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553" y="86606"/>
                      <a:pt x="626965" y="128992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47"/>
              <p:cNvSpPr/>
              <p:nvPr/>
            </p:nvSpPr>
            <p:spPr>
              <a:xfrm>
                <a:off x="4762903" y="3878294"/>
                <a:ext cx="294875" cy="184975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975" extrusionOk="0">
                    <a:moveTo>
                      <a:pt x="149875" y="29718"/>
                    </a:moveTo>
                    <a:cubicBezTo>
                      <a:pt x="145992" y="29661"/>
                      <a:pt x="142113" y="29946"/>
                      <a:pt x="138280" y="30575"/>
                    </a:cubicBezTo>
                    <a:cubicBezTo>
                      <a:pt x="133053" y="31337"/>
                      <a:pt x="127256" y="32385"/>
                      <a:pt x="120793" y="33718"/>
                    </a:cubicBezTo>
                    <a:cubicBezTo>
                      <a:pt x="114331" y="35052"/>
                      <a:pt x="107583" y="36862"/>
                      <a:pt x="100645" y="38957"/>
                    </a:cubicBezTo>
                    <a:cubicBezTo>
                      <a:pt x="93881" y="40976"/>
                      <a:pt x="87273" y="43491"/>
                      <a:pt x="80877" y="46482"/>
                    </a:cubicBezTo>
                    <a:lnTo>
                      <a:pt x="130867" y="75914"/>
                    </a:lnTo>
                    <a:lnTo>
                      <a:pt x="140371" y="72676"/>
                    </a:lnTo>
                    <a:cubicBezTo>
                      <a:pt x="153296" y="68389"/>
                      <a:pt x="165461" y="64770"/>
                      <a:pt x="176960" y="61722"/>
                    </a:cubicBezTo>
                    <a:cubicBezTo>
                      <a:pt x="187719" y="58836"/>
                      <a:pt x="198734" y="57017"/>
                      <a:pt x="209844" y="56292"/>
                    </a:cubicBezTo>
                    <a:cubicBezTo>
                      <a:pt x="219965" y="55607"/>
                      <a:pt x="230125" y="56274"/>
                      <a:pt x="240066" y="58293"/>
                    </a:cubicBezTo>
                    <a:cubicBezTo>
                      <a:pt x="250273" y="60503"/>
                      <a:pt x="260052" y="64322"/>
                      <a:pt x="269052" y="69628"/>
                    </a:cubicBezTo>
                    <a:cubicBezTo>
                      <a:pt x="277834" y="74019"/>
                      <a:pt x="285351" y="80572"/>
                      <a:pt x="290911" y="88678"/>
                    </a:cubicBezTo>
                    <a:cubicBezTo>
                      <a:pt x="294627" y="94602"/>
                      <a:pt x="295796" y="101784"/>
                      <a:pt x="294142" y="108585"/>
                    </a:cubicBezTo>
                    <a:cubicBezTo>
                      <a:pt x="292032" y="116081"/>
                      <a:pt x="287927" y="122863"/>
                      <a:pt x="282262" y="128206"/>
                    </a:cubicBezTo>
                    <a:cubicBezTo>
                      <a:pt x="275287" y="135236"/>
                      <a:pt x="267503" y="141408"/>
                      <a:pt x="259073" y="146590"/>
                    </a:cubicBezTo>
                    <a:lnTo>
                      <a:pt x="291386" y="165640"/>
                    </a:lnTo>
                    <a:lnTo>
                      <a:pt x="273424" y="175641"/>
                    </a:lnTo>
                    <a:lnTo>
                      <a:pt x="240826" y="156591"/>
                    </a:lnTo>
                    <a:cubicBezTo>
                      <a:pt x="225325" y="164335"/>
                      <a:pt x="209083" y="170488"/>
                      <a:pt x="192357" y="174974"/>
                    </a:cubicBezTo>
                    <a:cubicBezTo>
                      <a:pt x="174870" y="179813"/>
                      <a:pt x="157003" y="183156"/>
                      <a:pt x="138945" y="184975"/>
                    </a:cubicBezTo>
                    <a:lnTo>
                      <a:pt x="121934" y="154400"/>
                    </a:lnTo>
                    <a:cubicBezTo>
                      <a:pt x="125070" y="154400"/>
                      <a:pt x="129727" y="154400"/>
                      <a:pt x="136094" y="153352"/>
                    </a:cubicBezTo>
                    <a:cubicBezTo>
                      <a:pt x="142462" y="152305"/>
                      <a:pt x="149590" y="151352"/>
                      <a:pt x="157478" y="149638"/>
                    </a:cubicBezTo>
                    <a:cubicBezTo>
                      <a:pt x="165366" y="147923"/>
                      <a:pt x="173539" y="145828"/>
                      <a:pt x="182283" y="143256"/>
                    </a:cubicBezTo>
                    <a:cubicBezTo>
                      <a:pt x="190769" y="140684"/>
                      <a:pt x="199057" y="137503"/>
                      <a:pt x="207087" y="133731"/>
                    </a:cubicBezTo>
                    <a:lnTo>
                      <a:pt x="156527" y="104489"/>
                    </a:lnTo>
                    <a:lnTo>
                      <a:pt x="149970" y="106775"/>
                    </a:lnTo>
                    <a:lnTo>
                      <a:pt x="143032" y="108966"/>
                    </a:lnTo>
                    <a:cubicBezTo>
                      <a:pt x="130297" y="113062"/>
                      <a:pt x="118702" y="116396"/>
                      <a:pt x="108058" y="118491"/>
                    </a:cubicBezTo>
                    <a:cubicBezTo>
                      <a:pt x="98291" y="120767"/>
                      <a:pt x="88331" y="122101"/>
                      <a:pt x="78311" y="122491"/>
                    </a:cubicBezTo>
                    <a:cubicBezTo>
                      <a:pt x="69466" y="122806"/>
                      <a:pt x="60618" y="121968"/>
                      <a:pt x="51986" y="120015"/>
                    </a:cubicBezTo>
                    <a:cubicBezTo>
                      <a:pt x="43454" y="118053"/>
                      <a:pt x="35257" y="114843"/>
                      <a:pt x="27656" y="110490"/>
                    </a:cubicBezTo>
                    <a:cubicBezTo>
                      <a:pt x="19316" y="106099"/>
                      <a:pt x="12072" y="99879"/>
                      <a:pt x="6463" y="92297"/>
                    </a:cubicBezTo>
                    <a:cubicBezTo>
                      <a:pt x="2407" y="86592"/>
                      <a:pt x="397" y="79677"/>
                      <a:pt x="760" y="72676"/>
                    </a:cubicBezTo>
                    <a:cubicBezTo>
                      <a:pt x="1486" y="65379"/>
                      <a:pt x="4402" y="58464"/>
                      <a:pt x="9124" y="52864"/>
                    </a:cubicBezTo>
                    <a:cubicBezTo>
                      <a:pt x="14936" y="45482"/>
                      <a:pt x="21863" y="39052"/>
                      <a:pt x="29652" y="33814"/>
                    </a:cubicBezTo>
                    <a:lnTo>
                      <a:pt x="0" y="17431"/>
                    </a:lnTo>
                    <a:lnTo>
                      <a:pt x="17582" y="7239"/>
                    </a:lnTo>
                    <a:lnTo>
                      <a:pt x="47234" y="24479"/>
                    </a:lnTo>
                    <a:cubicBezTo>
                      <a:pt x="61137" y="17393"/>
                      <a:pt x="75762" y="1183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485" y="83058"/>
                    </a:moveTo>
                    <a:cubicBezTo>
                      <a:pt x="70169" y="86887"/>
                      <a:pt x="77870" y="88544"/>
                      <a:pt x="85534" y="87821"/>
                    </a:cubicBezTo>
                    <a:cubicBezTo>
                      <a:pt x="95830" y="86668"/>
                      <a:pt x="105967" y="84363"/>
                      <a:pt x="115756" y="80963"/>
                    </a:cubicBezTo>
                    <a:lnTo>
                      <a:pt x="68237" y="53435"/>
                    </a:lnTo>
                    <a:cubicBezTo>
                      <a:pt x="50370" y="65056"/>
                      <a:pt x="48849" y="74581"/>
                      <a:pt x="63105" y="83058"/>
                    </a:cubicBezTo>
                    <a:close/>
                    <a:moveTo>
                      <a:pt x="230372" y="96964"/>
                    </a:moveTo>
                    <a:cubicBezTo>
                      <a:pt x="223092" y="93002"/>
                      <a:pt x="214710" y="91526"/>
                      <a:pt x="206517" y="92773"/>
                    </a:cubicBezTo>
                    <a:cubicBezTo>
                      <a:pt x="195274" y="94202"/>
                      <a:pt x="184174" y="96631"/>
                      <a:pt x="173349" y="100013"/>
                    </a:cubicBezTo>
                    <a:lnTo>
                      <a:pt x="220868" y="127444"/>
                    </a:lnTo>
                    <a:cubicBezTo>
                      <a:pt x="240636" y="115062"/>
                      <a:pt x="243677" y="104899"/>
                      <a:pt x="229992" y="969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47"/>
              <p:cNvSpPr/>
              <p:nvPr/>
            </p:nvSpPr>
            <p:spPr>
              <a:xfrm>
                <a:off x="4885122" y="4015740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47"/>
              <p:cNvSpPr/>
              <p:nvPr/>
            </p:nvSpPr>
            <p:spPr>
              <a:xfrm>
                <a:off x="5012188" y="402659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47"/>
              <p:cNvSpPr/>
              <p:nvPr/>
            </p:nvSpPr>
            <p:spPr>
              <a:xfrm>
                <a:off x="5026348" y="3963352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0" name="Google Shape;3240;p47"/>
              <p:cNvSpPr/>
              <p:nvPr/>
            </p:nvSpPr>
            <p:spPr>
              <a:xfrm>
                <a:off x="4927509" y="396973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47"/>
              <p:cNvSpPr/>
              <p:nvPr/>
            </p:nvSpPr>
            <p:spPr>
              <a:xfrm>
                <a:off x="4830855" y="3914584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47"/>
              <p:cNvSpPr/>
              <p:nvPr/>
            </p:nvSpPr>
            <p:spPr>
              <a:xfrm>
                <a:off x="4885122" y="3883437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3" name="Google Shape;3243;p47"/>
              <p:cNvSpPr/>
              <p:nvPr/>
            </p:nvSpPr>
            <p:spPr>
              <a:xfrm>
                <a:off x="4762903" y="387838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47"/>
              <p:cNvSpPr/>
              <p:nvPr/>
            </p:nvSpPr>
            <p:spPr>
              <a:xfrm>
                <a:off x="4763854" y="393601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47"/>
              <p:cNvSpPr/>
              <p:nvPr/>
            </p:nvSpPr>
            <p:spPr>
              <a:xfrm>
                <a:off x="4762618" y="3860577"/>
                <a:ext cx="29516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5547" extrusionOk="0">
                    <a:moveTo>
                      <a:pt x="150160" y="30194"/>
                    </a:moveTo>
                    <a:cubicBezTo>
                      <a:pt x="146275" y="30185"/>
                      <a:pt x="142396" y="30499"/>
                      <a:pt x="138565" y="31147"/>
                    </a:cubicBezTo>
                    <a:cubicBezTo>
                      <a:pt x="133338" y="31909"/>
                      <a:pt x="127541" y="32956"/>
                      <a:pt x="121078" y="34290"/>
                    </a:cubicBezTo>
                    <a:cubicBezTo>
                      <a:pt x="114616" y="35623"/>
                      <a:pt x="107868" y="37433"/>
                      <a:pt x="100930" y="39529"/>
                    </a:cubicBezTo>
                    <a:cubicBezTo>
                      <a:pt x="94166" y="41548"/>
                      <a:pt x="87558" y="44063"/>
                      <a:pt x="81162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912" y="95174"/>
                      <a:pt x="296081" y="102356"/>
                      <a:pt x="294427" y="109156"/>
                    </a:cubicBezTo>
                    <a:cubicBezTo>
                      <a:pt x="292289" y="116643"/>
                      <a:pt x="288183" y="123425"/>
                      <a:pt x="282548" y="128778"/>
                    </a:cubicBezTo>
                    <a:cubicBezTo>
                      <a:pt x="275572" y="135807"/>
                      <a:pt x="267788" y="141980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56" y="154848"/>
                      <a:pt x="131684" y="154467"/>
                      <a:pt x="136379" y="153829"/>
                    </a:cubicBezTo>
                    <a:cubicBezTo>
                      <a:pt x="143567" y="153010"/>
                      <a:pt x="150702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6" y="121244"/>
                      <a:pt x="88616" y="122577"/>
                      <a:pt x="78596" y="122968"/>
                    </a:cubicBezTo>
                    <a:cubicBezTo>
                      <a:pt x="69751" y="123282"/>
                      <a:pt x="60903" y="122444"/>
                      <a:pt x="52271" y="120491"/>
                    </a:cubicBezTo>
                    <a:cubicBezTo>
                      <a:pt x="43728" y="118567"/>
                      <a:pt x="35526" y="115348"/>
                      <a:pt x="27941" y="110966"/>
                    </a:cubicBezTo>
                    <a:cubicBezTo>
                      <a:pt x="19562" y="106632"/>
                      <a:pt x="12305" y="100403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789" y="65856"/>
                      <a:pt x="4703" y="58950"/>
                      <a:pt x="9409" y="53340"/>
                    </a:cubicBezTo>
                    <a:cubicBezTo>
                      <a:pt x="15218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3770" y="83629"/>
                    </a:moveTo>
                    <a:cubicBezTo>
                      <a:pt x="70454" y="87459"/>
                      <a:pt x="78155" y="89116"/>
                      <a:pt x="85819" y="88392"/>
                    </a:cubicBezTo>
                    <a:cubicBezTo>
                      <a:pt x="96108" y="87192"/>
                      <a:pt x="106239" y="84887"/>
                      <a:pt x="116041" y="81534"/>
                    </a:cubicBezTo>
                    <a:lnTo>
                      <a:pt x="68522" y="54007"/>
                    </a:lnTo>
                    <a:cubicBezTo>
                      <a:pt x="50655" y="65437"/>
                      <a:pt x="49135" y="75343"/>
                      <a:pt x="63390" y="83629"/>
                    </a:cubicBezTo>
                    <a:close/>
                    <a:moveTo>
                      <a:pt x="230657" y="97536"/>
                    </a:moveTo>
                    <a:cubicBezTo>
                      <a:pt x="223387" y="93536"/>
                      <a:pt x="215004" y="92030"/>
                      <a:pt x="206802" y="93250"/>
                    </a:cubicBezTo>
                    <a:cubicBezTo>
                      <a:pt x="195559" y="94764"/>
                      <a:pt x="184469" y="97222"/>
                      <a:pt x="173634" y="100584"/>
                    </a:cubicBezTo>
                    <a:lnTo>
                      <a:pt x="221153" y="127921"/>
                    </a:lnTo>
                    <a:cubicBezTo>
                      <a:pt x="240731" y="115634"/>
                      <a:pt x="243962" y="105442"/>
                      <a:pt x="23027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6" name="Google Shape;3246;p47"/>
            <p:cNvGrpSpPr/>
            <p:nvPr/>
          </p:nvGrpSpPr>
          <p:grpSpPr>
            <a:xfrm>
              <a:off x="2665504" y="2818605"/>
              <a:ext cx="883852" cy="621125"/>
              <a:chOff x="4475129" y="3560730"/>
              <a:chExt cx="883852" cy="621125"/>
            </a:xfrm>
          </p:grpSpPr>
          <p:sp>
            <p:nvSpPr>
              <p:cNvPr id="3247" name="Google Shape;3247;p47"/>
              <p:cNvSpPr/>
              <p:nvPr/>
            </p:nvSpPr>
            <p:spPr>
              <a:xfrm>
                <a:off x="4475129" y="367036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47"/>
              <p:cNvSpPr/>
              <p:nvPr/>
            </p:nvSpPr>
            <p:spPr>
              <a:xfrm>
                <a:off x="4475224" y="3813428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47"/>
              <p:cNvSpPr/>
              <p:nvPr/>
            </p:nvSpPr>
            <p:spPr>
              <a:xfrm>
                <a:off x="5292454" y="3816476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47"/>
              <p:cNvSpPr/>
              <p:nvPr/>
            </p:nvSpPr>
            <p:spPr>
              <a:xfrm>
                <a:off x="4475129" y="356073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47"/>
              <p:cNvSpPr/>
              <p:nvPr/>
            </p:nvSpPr>
            <p:spPr>
              <a:xfrm>
                <a:off x="4600749" y="3630358"/>
                <a:ext cx="632686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93" extrusionOk="0">
                    <a:moveTo>
                      <a:pt x="632116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646" y="92202"/>
                      <a:pt x="637343" y="143637"/>
                      <a:pt x="632116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47"/>
              <p:cNvSpPr/>
              <p:nvPr/>
            </p:nvSpPr>
            <p:spPr>
              <a:xfrm>
                <a:off x="4601339" y="3652337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553" y="86606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47"/>
              <p:cNvSpPr/>
              <p:nvPr/>
            </p:nvSpPr>
            <p:spPr>
              <a:xfrm>
                <a:off x="4762618" y="3735419"/>
                <a:ext cx="295161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4403" extrusionOk="0">
                    <a:moveTo>
                      <a:pt x="150160" y="29146"/>
                    </a:moveTo>
                    <a:cubicBezTo>
                      <a:pt x="146278" y="29089"/>
                      <a:pt x="142398" y="29375"/>
                      <a:pt x="138565" y="30004"/>
                    </a:cubicBezTo>
                    <a:cubicBezTo>
                      <a:pt x="133338" y="30766"/>
                      <a:pt x="127541" y="31813"/>
                      <a:pt x="121078" y="33147"/>
                    </a:cubicBezTo>
                    <a:cubicBezTo>
                      <a:pt x="114616" y="34480"/>
                      <a:pt x="107868" y="36290"/>
                      <a:pt x="100930" y="38386"/>
                    </a:cubicBezTo>
                    <a:cubicBezTo>
                      <a:pt x="94166" y="40405"/>
                      <a:pt x="87558" y="42919"/>
                      <a:pt x="81162" y="45910"/>
                    </a:cubicBezTo>
                    <a:lnTo>
                      <a:pt x="131152" y="75342"/>
                    </a:lnTo>
                    <a:lnTo>
                      <a:pt x="140656" y="72104"/>
                    </a:lnTo>
                    <a:cubicBezTo>
                      <a:pt x="153581" y="67818"/>
                      <a:pt x="165746" y="64198"/>
                      <a:pt x="177246" y="61150"/>
                    </a:cubicBezTo>
                    <a:cubicBezTo>
                      <a:pt x="187994" y="58217"/>
                      <a:pt x="199009" y="56397"/>
                      <a:pt x="210129" y="55721"/>
                    </a:cubicBezTo>
                    <a:cubicBezTo>
                      <a:pt x="220250" y="55035"/>
                      <a:pt x="230410" y="55702"/>
                      <a:pt x="240351" y="57721"/>
                    </a:cubicBezTo>
                    <a:cubicBezTo>
                      <a:pt x="250558" y="59931"/>
                      <a:pt x="260337" y="63751"/>
                      <a:pt x="269337" y="69056"/>
                    </a:cubicBezTo>
                    <a:cubicBezTo>
                      <a:pt x="278119" y="73447"/>
                      <a:pt x="285636" y="80000"/>
                      <a:pt x="291196" y="88106"/>
                    </a:cubicBezTo>
                    <a:cubicBezTo>
                      <a:pt x="294912" y="94031"/>
                      <a:pt x="296081" y="101212"/>
                      <a:pt x="294427" y="108013"/>
                    </a:cubicBezTo>
                    <a:cubicBezTo>
                      <a:pt x="292289" y="115500"/>
                      <a:pt x="288183" y="122282"/>
                      <a:pt x="282548" y="127635"/>
                    </a:cubicBezTo>
                    <a:cubicBezTo>
                      <a:pt x="275572" y="134664"/>
                      <a:pt x="267788" y="140836"/>
                      <a:pt x="259358" y="146018"/>
                    </a:cubicBezTo>
                    <a:lnTo>
                      <a:pt x="291671" y="165068"/>
                    </a:lnTo>
                    <a:lnTo>
                      <a:pt x="273709" y="175069"/>
                    </a:lnTo>
                    <a:lnTo>
                      <a:pt x="241111" y="156019"/>
                    </a:lnTo>
                    <a:cubicBezTo>
                      <a:pt x="225610" y="163763"/>
                      <a:pt x="209368" y="169916"/>
                      <a:pt x="192642" y="174403"/>
                    </a:cubicBezTo>
                    <a:cubicBezTo>
                      <a:pt x="175155" y="179241"/>
                      <a:pt x="157288" y="182585"/>
                      <a:pt x="139230" y="184404"/>
                    </a:cubicBezTo>
                    <a:lnTo>
                      <a:pt x="122219" y="153829"/>
                    </a:lnTo>
                    <a:cubicBezTo>
                      <a:pt x="126956" y="153705"/>
                      <a:pt x="131684" y="153324"/>
                      <a:pt x="136379" y="152686"/>
                    </a:cubicBezTo>
                    <a:cubicBezTo>
                      <a:pt x="143567" y="151867"/>
                      <a:pt x="150702" y="150657"/>
                      <a:pt x="157763" y="149066"/>
                    </a:cubicBezTo>
                    <a:cubicBezTo>
                      <a:pt x="165556" y="147352"/>
                      <a:pt x="173824" y="145256"/>
                      <a:pt x="182568" y="142684"/>
                    </a:cubicBezTo>
                    <a:cubicBezTo>
                      <a:pt x="191055" y="140113"/>
                      <a:pt x="199342" y="136931"/>
                      <a:pt x="207373" y="133159"/>
                    </a:cubicBezTo>
                    <a:lnTo>
                      <a:pt x="156812" y="103917"/>
                    </a:lnTo>
                    <a:lnTo>
                      <a:pt x="150255" y="106204"/>
                    </a:lnTo>
                    <a:lnTo>
                      <a:pt x="143317" y="108299"/>
                    </a:lnTo>
                    <a:cubicBezTo>
                      <a:pt x="130582" y="112490"/>
                      <a:pt x="118987" y="115824"/>
                      <a:pt x="108343" y="117824"/>
                    </a:cubicBezTo>
                    <a:cubicBezTo>
                      <a:pt x="98576" y="120101"/>
                      <a:pt x="88616" y="121434"/>
                      <a:pt x="78596" y="121825"/>
                    </a:cubicBezTo>
                    <a:cubicBezTo>
                      <a:pt x="69751" y="122139"/>
                      <a:pt x="60903" y="121310"/>
                      <a:pt x="52271" y="119348"/>
                    </a:cubicBezTo>
                    <a:cubicBezTo>
                      <a:pt x="43739" y="117386"/>
                      <a:pt x="35542" y="114176"/>
                      <a:pt x="27941" y="109823"/>
                    </a:cubicBezTo>
                    <a:cubicBezTo>
                      <a:pt x="19602" y="105432"/>
                      <a:pt x="12357" y="99212"/>
                      <a:pt x="6748" y="91630"/>
                    </a:cubicBezTo>
                    <a:cubicBezTo>
                      <a:pt x="2678" y="85896"/>
                      <a:pt x="668" y="78943"/>
                      <a:pt x="1045" y="71914"/>
                    </a:cubicBezTo>
                    <a:cubicBezTo>
                      <a:pt x="1790" y="64646"/>
                      <a:pt x="4704" y="57778"/>
                      <a:pt x="9409" y="52197"/>
                    </a:cubicBezTo>
                    <a:cubicBezTo>
                      <a:pt x="15221" y="44815"/>
                      <a:pt x="22148" y="38386"/>
                      <a:pt x="29937" y="33147"/>
                    </a:cubicBezTo>
                    <a:lnTo>
                      <a:pt x="0" y="15811"/>
                    </a:lnTo>
                    <a:lnTo>
                      <a:pt x="17582" y="5620"/>
                    </a:lnTo>
                    <a:lnTo>
                      <a:pt x="47234" y="22765"/>
                    </a:lnTo>
                    <a:cubicBezTo>
                      <a:pt x="61313" y="16288"/>
                      <a:pt x="76028" y="11306"/>
                      <a:pt x="91141" y="7906"/>
                    </a:cubicBezTo>
                    <a:cubicBezTo>
                      <a:pt x="105477" y="4238"/>
                      <a:pt x="120054" y="1591"/>
                      <a:pt x="134764" y="0"/>
                    </a:cubicBezTo>
                    <a:close/>
                    <a:moveTo>
                      <a:pt x="63770" y="82486"/>
                    </a:moveTo>
                    <a:cubicBezTo>
                      <a:pt x="70454" y="86315"/>
                      <a:pt x="78155" y="87973"/>
                      <a:pt x="85819" y="87249"/>
                    </a:cubicBezTo>
                    <a:cubicBezTo>
                      <a:pt x="96116" y="86096"/>
                      <a:pt x="106252" y="83791"/>
                      <a:pt x="116041" y="80391"/>
                    </a:cubicBezTo>
                    <a:lnTo>
                      <a:pt x="68522" y="52864"/>
                    </a:lnTo>
                    <a:cubicBezTo>
                      <a:pt x="50655" y="64389"/>
                      <a:pt x="49135" y="74581"/>
                      <a:pt x="63390" y="82486"/>
                    </a:cubicBezTo>
                    <a:close/>
                    <a:moveTo>
                      <a:pt x="230657" y="96393"/>
                    </a:moveTo>
                    <a:cubicBezTo>
                      <a:pt x="223377" y="92430"/>
                      <a:pt x="214995" y="90954"/>
                      <a:pt x="206802" y="92202"/>
                    </a:cubicBezTo>
                    <a:cubicBezTo>
                      <a:pt x="195559" y="93631"/>
                      <a:pt x="184459" y="96060"/>
                      <a:pt x="173634" y="99441"/>
                    </a:cubicBezTo>
                    <a:lnTo>
                      <a:pt x="221153" y="126873"/>
                    </a:lnTo>
                    <a:cubicBezTo>
                      <a:pt x="240921" y="114490"/>
                      <a:pt x="243962" y="104327"/>
                      <a:pt x="230277" y="9639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47"/>
              <p:cNvSpPr/>
              <p:nvPr/>
            </p:nvSpPr>
            <p:spPr>
              <a:xfrm>
                <a:off x="4885122" y="387229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47"/>
              <p:cNvSpPr/>
              <p:nvPr/>
            </p:nvSpPr>
            <p:spPr>
              <a:xfrm>
                <a:off x="5012188" y="3883151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6" name="Google Shape;3256;p47"/>
              <p:cNvSpPr/>
              <p:nvPr/>
            </p:nvSpPr>
            <p:spPr>
              <a:xfrm>
                <a:off x="5026348" y="381990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47"/>
              <p:cNvSpPr/>
              <p:nvPr/>
            </p:nvSpPr>
            <p:spPr>
              <a:xfrm>
                <a:off x="4927509" y="3826287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47"/>
              <p:cNvSpPr/>
              <p:nvPr/>
            </p:nvSpPr>
            <p:spPr>
              <a:xfrm>
                <a:off x="4830855" y="3771042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239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47"/>
              <p:cNvSpPr/>
              <p:nvPr/>
            </p:nvSpPr>
            <p:spPr>
              <a:xfrm>
                <a:off x="4885122" y="373999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47"/>
              <p:cNvSpPr/>
              <p:nvPr/>
            </p:nvSpPr>
            <p:spPr>
              <a:xfrm>
                <a:off x="4762903" y="3734942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47"/>
              <p:cNvSpPr/>
              <p:nvPr/>
            </p:nvSpPr>
            <p:spPr>
              <a:xfrm>
                <a:off x="4763854" y="3792188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47"/>
              <p:cNvSpPr/>
              <p:nvPr/>
            </p:nvSpPr>
            <p:spPr>
              <a:xfrm>
                <a:off x="4762903" y="3717226"/>
                <a:ext cx="294875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451" extrusionOk="0">
                    <a:moveTo>
                      <a:pt x="149875" y="30099"/>
                    </a:moveTo>
                    <a:cubicBezTo>
                      <a:pt x="145990" y="30089"/>
                      <a:pt x="142111" y="30404"/>
                      <a:pt x="138280" y="31051"/>
                    </a:cubicBezTo>
                    <a:cubicBezTo>
                      <a:pt x="133053" y="31813"/>
                      <a:pt x="127256" y="32861"/>
                      <a:pt x="120793" y="34195"/>
                    </a:cubicBezTo>
                    <a:cubicBezTo>
                      <a:pt x="114331" y="35528"/>
                      <a:pt x="107583" y="37338"/>
                      <a:pt x="100645" y="39433"/>
                    </a:cubicBezTo>
                    <a:cubicBezTo>
                      <a:pt x="93881" y="41453"/>
                      <a:pt x="87273" y="43967"/>
                      <a:pt x="80877" y="46958"/>
                    </a:cubicBezTo>
                    <a:lnTo>
                      <a:pt x="130867" y="76390"/>
                    </a:lnTo>
                    <a:lnTo>
                      <a:pt x="140371" y="73152"/>
                    </a:lnTo>
                    <a:cubicBezTo>
                      <a:pt x="153296" y="68866"/>
                      <a:pt x="165461" y="65151"/>
                      <a:pt x="176960" y="62198"/>
                    </a:cubicBezTo>
                    <a:cubicBezTo>
                      <a:pt x="187709" y="59264"/>
                      <a:pt x="198724" y="57445"/>
                      <a:pt x="209844" y="56769"/>
                    </a:cubicBezTo>
                    <a:cubicBezTo>
                      <a:pt x="219965" y="56083"/>
                      <a:pt x="230125" y="56750"/>
                      <a:pt x="240066" y="58769"/>
                    </a:cubicBezTo>
                    <a:cubicBezTo>
                      <a:pt x="250282" y="60922"/>
                      <a:pt x="260081" y="64751"/>
                      <a:pt x="269052" y="70104"/>
                    </a:cubicBezTo>
                    <a:cubicBezTo>
                      <a:pt x="277834" y="74495"/>
                      <a:pt x="285351" y="81048"/>
                      <a:pt x="290911" y="89154"/>
                    </a:cubicBezTo>
                    <a:cubicBezTo>
                      <a:pt x="294627" y="95079"/>
                      <a:pt x="295796" y="102260"/>
                      <a:pt x="294142" y="109061"/>
                    </a:cubicBezTo>
                    <a:cubicBezTo>
                      <a:pt x="291985" y="116538"/>
                      <a:pt x="287889" y="123311"/>
                      <a:pt x="282262" y="128683"/>
                    </a:cubicBezTo>
                    <a:cubicBezTo>
                      <a:pt x="275287" y="135712"/>
                      <a:pt x="267503" y="141884"/>
                      <a:pt x="259073" y="147066"/>
                    </a:cubicBezTo>
                    <a:lnTo>
                      <a:pt x="291386" y="166116"/>
                    </a:lnTo>
                    <a:lnTo>
                      <a:pt x="273424" y="176117"/>
                    </a:lnTo>
                    <a:lnTo>
                      <a:pt x="240826" y="157067"/>
                    </a:lnTo>
                    <a:cubicBezTo>
                      <a:pt x="225306" y="164773"/>
                      <a:pt x="209074" y="170926"/>
                      <a:pt x="192357" y="175450"/>
                    </a:cubicBezTo>
                    <a:cubicBezTo>
                      <a:pt x="174870" y="180289"/>
                      <a:pt x="157003" y="183632"/>
                      <a:pt x="138945" y="185452"/>
                    </a:cubicBezTo>
                    <a:lnTo>
                      <a:pt x="121934" y="154876"/>
                    </a:lnTo>
                    <a:cubicBezTo>
                      <a:pt x="126671" y="154752"/>
                      <a:pt x="131398" y="154372"/>
                      <a:pt x="136094" y="153733"/>
                    </a:cubicBezTo>
                    <a:cubicBezTo>
                      <a:pt x="143282" y="152914"/>
                      <a:pt x="150416" y="151705"/>
                      <a:pt x="157478" y="150114"/>
                    </a:cubicBezTo>
                    <a:cubicBezTo>
                      <a:pt x="165271" y="148399"/>
                      <a:pt x="173539" y="146304"/>
                      <a:pt x="182283" y="143732"/>
                    </a:cubicBezTo>
                    <a:cubicBezTo>
                      <a:pt x="190769" y="141160"/>
                      <a:pt x="199057" y="137979"/>
                      <a:pt x="207087" y="134207"/>
                    </a:cubicBezTo>
                    <a:lnTo>
                      <a:pt x="156527" y="104965"/>
                    </a:lnTo>
                    <a:lnTo>
                      <a:pt x="149970" y="107251"/>
                    </a:lnTo>
                    <a:lnTo>
                      <a:pt x="143032" y="109347"/>
                    </a:lnTo>
                    <a:cubicBezTo>
                      <a:pt x="130297" y="113538"/>
                      <a:pt x="118702" y="116872"/>
                      <a:pt x="108058" y="118872"/>
                    </a:cubicBezTo>
                    <a:cubicBezTo>
                      <a:pt x="98291" y="121148"/>
                      <a:pt x="88331" y="122482"/>
                      <a:pt x="78311" y="122872"/>
                    </a:cubicBezTo>
                    <a:cubicBezTo>
                      <a:pt x="69466" y="123187"/>
                      <a:pt x="60618" y="122349"/>
                      <a:pt x="51986" y="120396"/>
                    </a:cubicBezTo>
                    <a:cubicBezTo>
                      <a:pt x="43443" y="118472"/>
                      <a:pt x="35241" y="115252"/>
                      <a:pt x="27656" y="110871"/>
                    </a:cubicBezTo>
                    <a:cubicBezTo>
                      <a:pt x="19390" y="106528"/>
                      <a:pt x="12235" y="100336"/>
                      <a:pt x="6748" y="92773"/>
                    </a:cubicBezTo>
                    <a:cubicBezTo>
                      <a:pt x="2671" y="87078"/>
                      <a:pt x="660" y="80153"/>
                      <a:pt x="1045" y="73152"/>
                    </a:cubicBezTo>
                    <a:cubicBezTo>
                      <a:pt x="1789" y="65856"/>
                      <a:pt x="4702" y="58950"/>
                      <a:pt x="9409" y="53340"/>
                    </a:cubicBezTo>
                    <a:cubicBezTo>
                      <a:pt x="15217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105" y="83248"/>
                    </a:moveTo>
                    <a:cubicBezTo>
                      <a:pt x="69789" y="87078"/>
                      <a:pt x="77490" y="88735"/>
                      <a:pt x="85154" y="88011"/>
                    </a:cubicBezTo>
                    <a:cubicBezTo>
                      <a:pt x="95443" y="86811"/>
                      <a:pt x="105574" y="84506"/>
                      <a:pt x="115376" y="81153"/>
                    </a:cubicBezTo>
                    <a:lnTo>
                      <a:pt x="67857" y="53626"/>
                    </a:lnTo>
                    <a:cubicBezTo>
                      <a:pt x="50370" y="65341"/>
                      <a:pt x="48849" y="75247"/>
                      <a:pt x="63105" y="83248"/>
                    </a:cubicBezTo>
                    <a:close/>
                    <a:moveTo>
                      <a:pt x="229992" y="97155"/>
                    </a:moveTo>
                    <a:cubicBezTo>
                      <a:pt x="222721" y="93154"/>
                      <a:pt x="214339" y="91649"/>
                      <a:pt x="206137" y="92869"/>
                    </a:cubicBezTo>
                    <a:cubicBezTo>
                      <a:pt x="194894" y="94383"/>
                      <a:pt x="183803" y="96841"/>
                      <a:pt x="172969" y="100203"/>
                    </a:cubicBezTo>
                    <a:lnTo>
                      <a:pt x="220488" y="127540"/>
                    </a:lnTo>
                    <a:cubicBezTo>
                      <a:pt x="240446" y="115538"/>
                      <a:pt x="243677" y="105346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3" name="Google Shape;3263;p47"/>
            <p:cNvGrpSpPr/>
            <p:nvPr/>
          </p:nvGrpSpPr>
          <p:grpSpPr>
            <a:xfrm>
              <a:off x="2694110" y="2656109"/>
              <a:ext cx="883852" cy="621029"/>
              <a:chOff x="4503735" y="3398234"/>
              <a:chExt cx="883852" cy="621029"/>
            </a:xfrm>
          </p:grpSpPr>
          <p:sp>
            <p:nvSpPr>
              <p:cNvPr id="3264" name="Google Shape;3264;p47"/>
              <p:cNvSpPr/>
              <p:nvPr/>
            </p:nvSpPr>
            <p:spPr>
              <a:xfrm>
                <a:off x="4503735" y="350777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47"/>
              <p:cNvSpPr/>
              <p:nvPr/>
            </p:nvSpPr>
            <p:spPr>
              <a:xfrm>
                <a:off x="4503925" y="365093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47"/>
              <p:cNvSpPr/>
              <p:nvPr/>
            </p:nvSpPr>
            <p:spPr>
              <a:xfrm>
                <a:off x="5321061" y="365398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47"/>
              <p:cNvSpPr/>
              <p:nvPr/>
            </p:nvSpPr>
            <p:spPr>
              <a:xfrm>
                <a:off x="4503735" y="339823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47"/>
              <p:cNvSpPr/>
              <p:nvPr/>
            </p:nvSpPr>
            <p:spPr>
              <a:xfrm>
                <a:off x="4629431" y="3467838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1" y="194048"/>
                    </a:moveTo>
                    <a:cubicBezTo>
                      <a:pt x="627574" y="237101"/>
                      <a:pt x="596877" y="279773"/>
                      <a:pt x="539949" y="312444"/>
                    </a:cubicBezTo>
                    <a:cubicBezTo>
                      <a:pt x="416400" y="383977"/>
                      <a:pt x="216060" y="383977"/>
                      <a:pt x="92511" y="312444"/>
                    </a:cubicBezTo>
                    <a:cubicBezTo>
                      <a:pt x="35488" y="279487"/>
                      <a:pt x="4981" y="237101"/>
                      <a:pt x="610" y="194048"/>
                    </a:cubicBezTo>
                    <a:cubicBezTo>
                      <a:pt x="-4808" y="143566"/>
                      <a:pt x="25890" y="92131"/>
                      <a:pt x="92511" y="53650"/>
                    </a:cubicBezTo>
                    <a:cubicBezTo>
                      <a:pt x="216060" y="-17883"/>
                      <a:pt x="416400" y="-17883"/>
                      <a:pt x="539949" y="53650"/>
                    </a:cubicBezTo>
                    <a:cubicBezTo>
                      <a:pt x="606476" y="92131"/>
                      <a:pt x="637268" y="143566"/>
                      <a:pt x="63204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47"/>
              <p:cNvSpPr/>
              <p:nvPr/>
            </p:nvSpPr>
            <p:spPr>
              <a:xfrm>
                <a:off x="4630040" y="3489745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41"/>
                    </a:moveTo>
                    <a:cubicBezTo>
                      <a:pt x="626965" y="215194"/>
                      <a:pt x="596268" y="257866"/>
                      <a:pt x="539340" y="290536"/>
                    </a:cubicBezTo>
                    <a:cubicBezTo>
                      <a:pt x="415791" y="362069"/>
                      <a:pt x="215451" y="362069"/>
                      <a:pt x="91902" y="290536"/>
                    </a:cubicBezTo>
                    <a:cubicBezTo>
                      <a:pt x="34879" y="257580"/>
                      <a:pt x="4372" y="215194"/>
                      <a:pt x="0" y="172141"/>
                    </a:cubicBezTo>
                    <a:cubicBezTo>
                      <a:pt x="4372" y="129087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47"/>
              <p:cNvSpPr/>
              <p:nvPr/>
            </p:nvSpPr>
            <p:spPr>
              <a:xfrm>
                <a:off x="4791985" y="3572160"/>
                <a:ext cx="294810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10" h="185070" extrusionOk="0">
                    <a:moveTo>
                      <a:pt x="149304" y="29813"/>
                    </a:moveTo>
                    <a:cubicBezTo>
                      <a:pt x="145417" y="29804"/>
                      <a:pt x="141540" y="30118"/>
                      <a:pt x="137710" y="30766"/>
                    </a:cubicBezTo>
                    <a:cubicBezTo>
                      <a:pt x="132578" y="31432"/>
                      <a:pt x="126685" y="32480"/>
                      <a:pt x="120223" y="33909"/>
                    </a:cubicBezTo>
                    <a:cubicBezTo>
                      <a:pt x="113760" y="35338"/>
                      <a:pt x="107108" y="36957"/>
                      <a:pt x="100170" y="39053"/>
                    </a:cubicBezTo>
                    <a:cubicBezTo>
                      <a:pt x="93383" y="41100"/>
                      <a:pt x="86747" y="43615"/>
                      <a:pt x="80307" y="46577"/>
                    </a:cubicBezTo>
                    <a:lnTo>
                      <a:pt x="131152" y="76010"/>
                    </a:lnTo>
                    <a:lnTo>
                      <a:pt x="140656" y="72771"/>
                    </a:lnTo>
                    <a:cubicBezTo>
                      <a:pt x="153581" y="68485"/>
                      <a:pt x="165841" y="64865"/>
                      <a:pt x="177246" y="61817"/>
                    </a:cubicBezTo>
                    <a:cubicBezTo>
                      <a:pt x="188013" y="58979"/>
                      <a:pt x="199019" y="57160"/>
                      <a:pt x="210129" y="56388"/>
                    </a:cubicBezTo>
                    <a:cubicBezTo>
                      <a:pt x="220279" y="55750"/>
                      <a:pt x="230467" y="56417"/>
                      <a:pt x="240446" y="58388"/>
                    </a:cubicBezTo>
                    <a:cubicBezTo>
                      <a:pt x="250491" y="60636"/>
                      <a:pt x="260109" y="64465"/>
                      <a:pt x="268957" y="69723"/>
                    </a:cubicBezTo>
                    <a:cubicBezTo>
                      <a:pt x="277729" y="74124"/>
                      <a:pt x="285256" y="80677"/>
                      <a:pt x="290816" y="88773"/>
                    </a:cubicBezTo>
                    <a:cubicBezTo>
                      <a:pt x="294579" y="94640"/>
                      <a:pt x="295748" y="101813"/>
                      <a:pt x="294047" y="108585"/>
                    </a:cubicBezTo>
                    <a:cubicBezTo>
                      <a:pt x="291937" y="116081"/>
                      <a:pt x="287832" y="122863"/>
                      <a:pt x="282167" y="128206"/>
                    </a:cubicBezTo>
                    <a:cubicBezTo>
                      <a:pt x="275220" y="135264"/>
                      <a:pt x="267437" y="141437"/>
                      <a:pt x="258978" y="146590"/>
                    </a:cubicBezTo>
                    <a:lnTo>
                      <a:pt x="291291" y="165640"/>
                    </a:lnTo>
                    <a:lnTo>
                      <a:pt x="272854" y="175736"/>
                    </a:lnTo>
                    <a:lnTo>
                      <a:pt x="240256" y="156686"/>
                    </a:lnTo>
                    <a:cubicBezTo>
                      <a:pt x="224755" y="164430"/>
                      <a:pt x="208513" y="170593"/>
                      <a:pt x="191786" y="175070"/>
                    </a:cubicBezTo>
                    <a:cubicBezTo>
                      <a:pt x="174299" y="179908"/>
                      <a:pt x="156432" y="183261"/>
                      <a:pt x="138375" y="185071"/>
                    </a:cubicBezTo>
                    <a:lnTo>
                      <a:pt x="121363" y="154496"/>
                    </a:lnTo>
                    <a:cubicBezTo>
                      <a:pt x="124500" y="154496"/>
                      <a:pt x="129251" y="154496"/>
                      <a:pt x="135619" y="153448"/>
                    </a:cubicBezTo>
                    <a:cubicBezTo>
                      <a:pt x="141987" y="152400"/>
                      <a:pt x="149019" y="151447"/>
                      <a:pt x="156908" y="149733"/>
                    </a:cubicBezTo>
                    <a:cubicBezTo>
                      <a:pt x="164796" y="148019"/>
                      <a:pt x="172969" y="145923"/>
                      <a:pt x="181712" y="143351"/>
                    </a:cubicBezTo>
                    <a:cubicBezTo>
                      <a:pt x="190218" y="140837"/>
                      <a:pt x="198515" y="137655"/>
                      <a:pt x="206517" y="133826"/>
                    </a:cubicBezTo>
                    <a:lnTo>
                      <a:pt x="155957" y="104585"/>
                    </a:lnTo>
                    <a:cubicBezTo>
                      <a:pt x="153809" y="105461"/>
                      <a:pt x="151623" y="106223"/>
                      <a:pt x="149400" y="106871"/>
                    </a:cubicBezTo>
                    <a:lnTo>
                      <a:pt x="142462" y="109061"/>
                    </a:lnTo>
                    <a:cubicBezTo>
                      <a:pt x="129727" y="113252"/>
                      <a:pt x="118132" y="116491"/>
                      <a:pt x="107488" y="118586"/>
                    </a:cubicBezTo>
                    <a:cubicBezTo>
                      <a:pt x="97722" y="120863"/>
                      <a:pt x="87761" y="122206"/>
                      <a:pt x="77741" y="122587"/>
                    </a:cubicBezTo>
                    <a:cubicBezTo>
                      <a:pt x="68896" y="122901"/>
                      <a:pt x="60048" y="122072"/>
                      <a:pt x="51415" y="120110"/>
                    </a:cubicBezTo>
                    <a:cubicBezTo>
                      <a:pt x="42890" y="118129"/>
                      <a:pt x="34694" y="114919"/>
                      <a:pt x="27086" y="110585"/>
                    </a:cubicBezTo>
                    <a:cubicBezTo>
                      <a:pt x="19103" y="106232"/>
                      <a:pt x="12162" y="100184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010" y="83153"/>
                    </a:moveTo>
                    <a:cubicBezTo>
                      <a:pt x="69644" y="87020"/>
                      <a:pt x="77328" y="88687"/>
                      <a:pt x="84964" y="87916"/>
                    </a:cubicBezTo>
                    <a:cubicBezTo>
                      <a:pt x="95280" y="86744"/>
                      <a:pt x="105443" y="84477"/>
                      <a:pt x="115281" y="81153"/>
                    </a:cubicBezTo>
                    <a:lnTo>
                      <a:pt x="67762" y="53626"/>
                    </a:lnTo>
                    <a:cubicBezTo>
                      <a:pt x="49990" y="65056"/>
                      <a:pt x="48374" y="74867"/>
                      <a:pt x="62725" y="83153"/>
                    </a:cubicBezTo>
                    <a:close/>
                    <a:moveTo>
                      <a:pt x="229802" y="97060"/>
                    </a:moveTo>
                    <a:cubicBezTo>
                      <a:pt x="222550" y="93116"/>
                      <a:pt x="214206" y="91640"/>
                      <a:pt x="206042" y="92869"/>
                    </a:cubicBezTo>
                    <a:cubicBezTo>
                      <a:pt x="194752" y="94279"/>
                      <a:pt x="183613" y="96736"/>
                      <a:pt x="172779" y="100203"/>
                    </a:cubicBezTo>
                    <a:lnTo>
                      <a:pt x="220298" y="127540"/>
                    </a:lnTo>
                    <a:cubicBezTo>
                      <a:pt x="239971" y="115157"/>
                      <a:pt x="243202" y="105061"/>
                      <a:pt x="229516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47"/>
              <p:cNvSpPr/>
              <p:nvPr/>
            </p:nvSpPr>
            <p:spPr>
              <a:xfrm>
                <a:off x="4913728" y="3709701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47"/>
              <p:cNvSpPr/>
              <p:nvPr/>
            </p:nvSpPr>
            <p:spPr>
              <a:xfrm>
                <a:off x="5040889" y="372056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47"/>
              <p:cNvSpPr/>
              <p:nvPr/>
            </p:nvSpPr>
            <p:spPr>
              <a:xfrm>
                <a:off x="5054955" y="365740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5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47"/>
              <p:cNvSpPr/>
              <p:nvPr/>
            </p:nvSpPr>
            <p:spPr>
              <a:xfrm>
                <a:off x="4956115" y="3663791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47"/>
              <p:cNvSpPr/>
              <p:nvPr/>
            </p:nvSpPr>
            <p:spPr>
              <a:xfrm>
                <a:off x="4859557" y="3608355"/>
                <a:ext cx="5844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448" h="38957" extrusionOk="0">
                    <a:moveTo>
                      <a:pt x="0" y="11144"/>
                    </a:moveTo>
                    <a:lnTo>
                      <a:pt x="48945" y="38958"/>
                    </a:lnTo>
                    <a:lnTo>
                      <a:pt x="58448" y="31718"/>
                    </a:lnTo>
                    <a:cubicBezTo>
                      <a:pt x="58448" y="31718"/>
                      <a:pt x="52366" y="24575"/>
                      <a:pt x="51891" y="23908"/>
                    </a:cubicBezTo>
                    <a:cubicBezTo>
                      <a:pt x="47632" y="18917"/>
                      <a:pt x="42632" y="14612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47"/>
              <p:cNvSpPr/>
              <p:nvPr/>
            </p:nvSpPr>
            <p:spPr>
              <a:xfrm>
                <a:off x="4913728" y="357749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47"/>
              <p:cNvSpPr/>
              <p:nvPr/>
            </p:nvSpPr>
            <p:spPr>
              <a:xfrm>
                <a:off x="4791510" y="3572351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47"/>
              <p:cNvSpPr/>
              <p:nvPr/>
            </p:nvSpPr>
            <p:spPr>
              <a:xfrm>
                <a:off x="4792460" y="3629977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9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47"/>
              <p:cNvSpPr/>
              <p:nvPr/>
            </p:nvSpPr>
            <p:spPr>
              <a:xfrm>
                <a:off x="4791985" y="3555587"/>
                <a:ext cx="294804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804" h="184499" extrusionOk="0">
                    <a:moveTo>
                      <a:pt x="149304" y="29146"/>
                    </a:moveTo>
                    <a:cubicBezTo>
                      <a:pt x="145417" y="29185"/>
                      <a:pt x="141549" y="29508"/>
                      <a:pt x="137710" y="30099"/>
                    </a:cubicBezTo>
                    <a:cubicBezTo>
                      <a:pt x="132578" y="30861"/>
                      <a:pt x="126685" y="31909"/>
                      <a:pt x="120223" y="33242"/>
                    </a:cubicBezTo>
                    <a:cubicBezTo>
                      <a:pt x="113760" y="34576"/>
                      <a:pt x="107108" y="36385"/>
                      <a:pt x="100170" y="38481"/>
                    </a:cubicBezTo>
                    <a:cubicBezTo>
                      <a:pt x="93369" y="40481"/>
                      <a:pt x="86730" y="42996"/>
                      <a:pt x="80307" y="46006"/>
                    </a:cubicBezTo>
                    <a:lnTo>
                      <a:pt x="131152" y="75438"/>
                    </a:lnTo>
                    <a:lnTo>
                      <a:pt x="140656" y="72199"/>
                    </a:lnTo>
                    <a:cubicBezTo>
                      <a:pt x="153581" y="67913"/>
                      <a:pt x="165841" y="64198"/>
                      <a:pt x="177246" y="61246"/>
                    </a:cubicBezTo>
                    <a:cubicBezTo>
                      <a:pt x="187994" y="58321"/>
                      <a:pt x="199009" y="56502"/>
                      <a:pt x="210129" y="55816"/>
                    </a:cubicBezTo>
                    <a:cubicBezTo>
                      <a:pt x="220279" y="55121"/>
                      <a:pt x="230476" y="55797"/>
                      <a:pt x="240446" y="57817"/>
                    </a:cubicBezTo>
                    <a:cubicBezTo>
                      <a:pt x="250491" y="60065"/>
                      <a:pt x="260109" y="63893"/>
                      <a:pt x="268957" y="69151"/>
                    </a:cubicBezTo>
                    <a:cubicBezTo>
                      <a:pt x="277739" y="73542"/>
                      <a:pt x="285256" y="80096"/>
                      <a:pt x="290816" y="88201"/>
                    </a:cubicBezTo>
                    <a:cubicBezTo>
                      <a:pt x="294570" y="94107"/>
                      <a:pt x="295739" y="101308"/>
                      <a:pt x="294047" y="108109"/>
                    </a:cubicBezTo>
                    <a:cubicBezTo>
                      <a:pt x="291909" y="115595"/>
                      <a:pt x="287803" y="122377"/>
                      <a:pt x="282167" y="127730"/>
                    </a:cubicBezTo>
                    <a:cubicBezTo>
                      <a:pt x="275192" y="134760"/>
                      <a:pt x="267408" y="140932"/>
                      <a:pt x="258978" y="146113"/>
                    </a:cubicBezTo>
                    <a:lnTo>
                      <a:pt x="291291" y="165163"/>
                    </a:lnTo>
                    <a:lnTo>
                      <a:pt x="272854" y="175165"/>
                    </a:lnTo>
                    <a:lnTo>
                      <a:pt x="240256" y="156115"/>
                    </a:lnTo>
                    <a:cubicBezTo>
                      <a:pt x="224736" y="163821"/>
                      <a:pt x="208504" y="169974"/>
                      <a:pt x="191786" y="174498"/>
                    </a:cubicBezTo>
                    <a:cubicBezTo>
                      <a:pt x="174299" y="179337"/>
                      <a:pt x="156432" y="182689"/>
                      <a:pt x="138375" y="184499"/>
                    </a:cubicBezTo>
                    <a:lnTo>
                      <a:pt x="121363" y="153924"/>
                    </a:lnTo>
                    <a:cubicBezTo>
                      <a:pt x="126134" y="153800"/>
                      <a:pt x="130896" y="153419"/>
                      <a:pt x="135619" y="152781"/>
                    </a:cubicBezTo>
                    <a:cubicBezTo>
                      <a:pt x="142775" y="151962"/>
                      <a:pt x="149884" y="150752"/>
                      <a:pt x="156908" y="149162"/>
                    </a:cubicBezTo>
                    <a:cubicBezTo>
                      <a:pt x="164701" y="147447"/>
                      <a:pt x="172969" y="145351"/>
                      <a:pt x="181712" y="142780"/>
                    </a:cubicBezTo>
                    <a:cubicBezTo>
                      <a:pt x="190209" y="140227"/>
                      <a:pt x="198496" y="137046"/>
                      <a:pt x="206517" y="133255"/>
                    </a:cubicBezTo>
                    <a:lnTo>
                      <a:pt x="155957" y="104013"/>
                    </a:lnTo>
                    <a:lnTo>
                      <a:pt x="149400" y="106299"/>
                    </a:lnTo>
                    <a:lnTo>
                      <a:pt x="142462" y="108395"/>
                    </a:lnTo>
                    <a:cubicBezTo>
                      <a:pt x="129727" y="112585"/>
                      <a:pt x="118132" y="115919"/>
                      <a:pt x="107488" y="117920"/>
                    </a:cubicBezTo>
                    <a:cubicBezTo>
                      <a:pt x="97722" y="120196"/>
                      <a:pt x="87761" y="121539"/>
                      <a:pt x="77741" y="121920"/>
                    </a:cubicBezTo>
                    <a:cubicBezTo>
                      <a:pt x="68896" y="122234"/>
                      <a:pt x="60048" y="121406"/>
                      <a:pt x="51415" y="119443"/>
                    </a:cubicBezTo>
                    <a:cubicBezTo>
                      <a:pt x="42878" y="117500"/>
                      <a:pt x="34677" y="114290"/>
                      <a:pt x="27086" y="109918"/>
                    </a:cubicBezTo>
                    <a:cubicBezTo>
                      <a:pt x="19112" y="105680"/>
                      <a:pt x="12168" y="99727"/>
                      <a:pt x="6748" y="92488"/>
                    </a:cubicBezTo>
                    <a:cubicBezTo>
                      <a:pt x="2671" y="86792"/>
                      <a:pt x="660" y="79867"/>
                      <a:pt x="1045" y="72866"/>
                    </a:cubicBezTo>
                    <a:cubicBezTo>
                      <a:pt x="1790" y="65599"/>
                      <a:pt x="4704" y="58731"/>
                      <a:pt x="9409" y="53149"/>
                    </a:cubicBezTo>
                    <a:cubicBezTo>
                      <a:pt x="15245" y="45786"/>
                      <a:pt x="22168" y="39367"/>
                      <a:pt x="29937" y="34099"/>
                    </a:cubicBezTo>
                    <a:lnTo>
                      <a:pt x="0" y="16764"/>
                    </a:lnTo>
                    <a:lnTo>
                      <a:pt x="17202" y="6763"/>
                    </a:lnTo>
                    <a:lnTo>
                      <a:pt x="46854" y="23908"/>
                    </a:lnTo>
                    <a:cubicBezTo>
                      <a:pt x="60783" y="17031"/>
                      <a:pt x="75408" y="11668"/>
                      <a:pt x="90476" y="7906"/>
                    </a:cubicBezTo>
                    <a:cubicBezTo>
                      <a:pt x="104808" y="4220"/>
                      <a:pt x="119387" y="1581"/>
                      <a:pt x="134098" y="0"/>
                    </a:cubicBezTo>
                    <a:close/>
                    <a:moveTo>
                      <a:pt x="62725" y="82963"/>
                    </a:moveTo>
                    <a:cubicBezTo>
                      <a:pt x="69375" y="86792"/>
                      <a:pt x="77045" y="88449"/>
                      <a:pt x="84679" y="87725"/>
                    </a:cubicBezTo>
                    <a:cubicBezTo>
                      <a:pt x="95005" y="86563"/>
                      <a:pt x="105172" y="84258"/>
                      <a:pt x="114996" y="80867"/>
                    </a:cubicBezTo>
                    <a:lnTo>
                      <a:pt x="67477" y="53340"/>
                    </a:lnTo>
                    <a:cubicBezTo>
                      <a:pt x="49990" y="64389"/>
                      <a:pt x="48374" y="74295"/>
                      <a:pt x="62725" y="82963"/>
                    </a:cubicBezTo>
                    <a:close/>
                    <a:moveTo>
                      <a:pt x="229516" y="96869"/>
                    </a:moveTo>
                    <a:cubicBezTo>
                      <a:pt x="222256" y="92945"/>
                      <a:pt x="213930" y="91449"/>
                      <a:pt x="205757" y="92583"/>
                    </a:cubicBezTo>
                    <a:cubicBezTo>
                      <a:pt x="194485" y="94088"/>
                      <a:pt x="183357" y="96545"/>
                      <a:pt x="172494" y="99917"/>
                    </a:cubicBezTo>
                    <a:lnTo>
                      <a:pt x="220013" y="127254"/>
                    </a:lnTo>
                    <a:cubicBezTo>
                      <a:pt x="239971" y="114586"/>
                      <a:pt x="243202" y="104394"/>
                      <a:pt x="229516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80" name="Google Shape;3280;p47"/>
            <p:cNvSpPr/>
            <p:nvPr/>
          </p:nvSpPr>
          <p:spPr>
            <a:xfrm>
              <a:off x="3754828" y="439689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1" name="Google Shape;3281;p47"/>
            <p:cNvSpPr/>
            <p:nvPr/>
          </p:nvSpPr>
          <p:spPr>
            <a:xfrm>
              <a:off x="4924079" y="375300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2" name="Google Shape;3282;p47"/>
            <p:cNvSpPr/>
            <p:nvPr/>
          </p:nvSpPr>
          <p:spPr>
            <a:xfrm>
              <a:off x="3741903" y="3161886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3" name="Google Shape;3283;p47"/>
            <p:cNvSpPr/>
            <p:nvPr/>
          </p:nvSpPr>
          <p:spPr>
            <a:xfrm>
              <a:off x="2152775" y="4481289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2"/>
                    <a:pt x="441926" y="511492"/>
                  </a:cubicBezTo>
                  <a:cubicBezTo>
                    <a:pt x="197857" y="511492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4" name="Google Shape;3284;p47"/>
            <p:cNvSpPr/>
            <p:nvPr/>
          </p:nvSpPr>
          <p:spPr>
            <a:xfrm>
              <a:off x="5481476" y="4556632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85" name="Google Shape;3285;p47"/>
            <p:cNvGrpSpPr/>
            <p:nvPr/>
          </p:nvGrpSpPr>
          <p:grpSpPr>
            <a:xfrm>
              <a:off x="3781914" y="3000342"/>
              <a:ext cx="883852" cy="621125"/>
              <a:chOff x="5591539" y="3742467"/>
              <a:chExt cx="883852" cy="621125"/>
            </a:xfrm>
          </p:grpSpPr>
          <p:sp>
            <p:nvSpPr>
              <p:cNvPr id="3286" name="Google Shape;3286;p47"/>
              <p:cNvSpPr/>
              <p:nvPr/>
            </p:nvSpPr>
            <p:spPr>
              <a:xfrm>
                <a:off x="5591539" y="385210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47"/>
              <p:cNvSpPr/>
              <p:nvPr/>
            </p:nvSpPr>
            <p:spPr>
              <a:xfrm>
                <a:off x="5591633" y="39951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47"/>
              <p:cNvSpPr/>
              <p:nvPr/>
            </p:nvSpPr>
            <p:spPr>
              <a:xfrm>
                <a:off x="6408864" y="399821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47"/>
              <p:cNvSpPr/>
              <p:nvPr/>
            </p:nvSpPr>
            <p:spPr>
              <a:xfrm>
                <a:off x="5591539" y="374246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47"/>
              <p:cNvSpPr/>
              <p:nvPr/>
            </p:nvSpPr>
            <p:spPr>
              <a:xfrm>
                <a:off x="5717159" y="3812071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1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47"/>
              <p:cNvSpPr/>
              <p:nvPr/>
            </p:nvSpPr>
            <p:spPr>
              <a:xfrm>
                <a:off x="5717749" y="3833979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0"/>
                    </a:moveTo>
                    <a:cubicBezTo>
                      <a:pt x="626965" y="215193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3"/>
                      <a:pt x="0" y="172140"/>
                    </a:cubicBezTo>
                    <a:cubicBezTo>
                      <a:pt x="4372" y="129088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47"/>
              <p:cNvSpPr/>
              <p:nvPr/>
            </p:nvSpPr>
            <p:spPr>
              <a:xfrm>
                <a:off x="5879313" y="3916870"/>
                <a:ext cx="294875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070" extrusionOk="0">
                    <a:moveTo>
                      <a:pt x="149495" y="29337"/>
                    </a:moveTo>
                    <a:cubicBezTo>
                      <a:pt x="145608" y="29328"/>
                      <a:pt x="141730" y="29642"/>
                      <a:pt x="137900" y="30289"/>
                    </a:cubicBezTo>
                    <a:cubicBezTo>
                      <a:pt x="132673" y="31052"/>
                      <a:pt x="126876" y="32099"/>
                      <a:pt x="120413" y="33433"/>
                    </a:cubicBezTo>
                    <a:cubicBezTo>
                      <a:pt x="113950" y="34766"/>
                      <a:pt x="107298" y="36576"/>
                      <a:pt x="100265" y="38576"/>
                    </a:cubicBezTo>
                    <a:cubicBezTo>
                      <a:pt x="93517" y="40672"/>
                      <a:pt x="86912" y="43215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99" y="58522"/>
                      <a:pt x="199114" y="56674"/>
                      <a:pt x="210224" y="55912"/>
                    </a:cubicBezTo>
                    <a:cubicBezTo>
                      <a:pt x="220374" y="55302"/>
                      <a:pt x="230571" y="56007"/>
                      <a:pt x="240541" y="58007"/>
                    </a:cubicBezTo>
                    <a:cubicBezTo>
                      <a:pt x="250586" y="60227"/>
                      <a:pt x="260214" y="64056"/>
                      <a:pt x="269052" y="69342"/>
                    </a:cubicBezTo>
                    <a:cubicBezTo>
                      <a:pt x="277853" y="73705"/>
                      <a:pt x="285380" y="80267"/>
                      <a:pt x="290911" y="88392"/>
                    </a:cubicBezTo>
                    <a:cubicBezTo>
                      <a:pt x="294627" y="94317"/>
                      <a:pt x="295796" y="101498"/>
                      <a:pt x="294142" y="108299"/>
                    </a:cubicBezTo>
                    <a:cubicBezTo>
                      <a:pt x="291985" y="115776"/>
                      <a:pt x="287889" y="122549"/>
                      <a:pt x="282262" y="127921"/>
                    </a:cubicBezTo>
                    <a:cubicBezTo>
                      <a:pt x="275420" y="134998"/>
                      <a:pt x="267760" y="141227"/>
                      <a:pt x="259453" y="146495"/>
                    </a:cubicBezTo>
                    <a:lnTo>
                      <a:pt x="291766" y="165545"/>
                    </a:lnTo>
                    <a:lnTo>
                      <a:pt x="274089" y="175736"/>
                    </a:lnTo>
                    <a:lnTo>
                      <a:pt x="241491" y="156686"/>
                    </a:lnTo>
                    <a:cubicBezTo>
                      <a:pt x="225972" y="164392"/>
                      <a:pt x="209739" y="170545"/>
                      <a:pt x="193022" y="175070"/>
                    </a:cubicBezTo>
                    <a:cubicBezTo>
                      <a:pt x="175535" y="179908"/>
                      <a:pt x="157668" y="183252"/>
                      <a:pt x="139611" y="185071"/>
                    </a:cubicBezTo>
                    <a:lnTo>
                      <a:pt x="122599" y="154496"/>
                    </a:lnTo>
                    <a:cubicBezTo>
                      <a:pt x="127332" y="154372"/>
                      <a:pt x="132065" y="153991"/>
                      <a:pt x="136759" y="153353"/>
                    </a:cubicBezTo>
                    <a:cubicBezTo>
                      <a:pt x="143127" y="152590"/>
                      <a:pt x="150255" y="151447"/>
                      <a:pt x="158143" y="149733"/>
                    </a:cubicBezTo>
                    <a:cubicBezTo>
                      <a:pt x="166031" y="148019"/>
                      <a:pt x="174204" y="145923"/>
                      <a:pt x="182948" y="143351"/>
                    </a:cubicBezTo>
                    <a:cubicBezTo>
                      <a:pt x="191435" y="140779"/>
                      <a:pt x="199722" y="137598"/>
                      <a:pt x="207753" y="133826"/>
                    </a:cubicBezTo>
                    <a:lnTo>
                      <a:pt x="157193" y="104585"/>
                    </a:lnTo>
                    <a:lnTo>
                      <a:pt x="150635" y="106871"/>
                    </a:lnTo>
                    <a:lnTo>
                      <a:pt x="143697" y="108966"/>
                    </a:lnTo>
                    <a:cubicBezTo>
                      <a:pt x="130962" y="113157"/>
                      <a:pt x="119368" y="116491"/>
                      <a:pt x="108723" y="118491"/>
                    </a:cubicBezTo>
                    <a:cubicBezTo>
                      <a:pt x="98953" y="120767"/>
                      <a:pt x="88993" y="122101"/>
                      <a:pt x="78976" y="122491"/>
                    </a:cubicBezTo>
                    <a:cubicBezTo>
                      <a:pt x="70128" y="122758"/>
                      <a:pt x="61290" y="121929"/>
                      <a:pt x="52651" y="120015"/>
                    </a:cubicBezTo>
                    <a:cubicBezTo>
                      <a:pt x="44117" y="118043"/>
                      <a:pt x="35924" y="114833"/>
                      <a:pt x="28321" y="110490"/>
                    </a:cubicBezTo>
                    <a:cubicBezTo>
                      <a:pt x="19958" y="106137"/>
                      <a:pt x="12707" y="99908"/>
                      <a:pt x="7128" y="92297"/>
                    </a:cubicBezTo>
                    <a:cubicBezTo>
                      <a:pt x="3070" y="86592"/>
                      <a:pt x="1055" y="79677"/>
                      <a:pt x="1426" y="72676"/>
                    </a:cubicBezTo>
                    <a:cubicBezTo>
                      <a:pt x="2167" y="65380"/>
                      <a:pt x="5085" y="58474"/>
                      <a:pt x="9789" y="52864"/>
                    </a:cubicBezTo>
                    <a:cubicBezTo>
                      <a:pt x="15596" y="45482"/>
                      <a:pt x="22524" y="39053"/>
                      <a:pt x="30317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3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01"/>
                      <a:pt x="77494" y="88259"/>
                      <a:pt x="85154" y="87535"/>
                    </a:cubicBezTo>
                    <a:cubicBezTo>
                      <a:pt x="95475" y="86325"/>
                      <a:pt x="105635" y="84029"/>
                      <a:pt x="115471" y="80677"/>
                    </a:cubicBezTo>
                    <a:lnTo>
                      <a:pt x="67952" y="53149"/>
                    </a:lnTo>
                    <a:cubicBezTo>
                      <a:pt x="50370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50" y="92697"/>
                      <a:pt x="214405" y="91192"/>
                      <a:pt x="206232" y="92393"/>
                    </a:cubicBezTo>
                    <a:cubicBezTo>
                      <a:pt x="194961" y="93897"/>
                      <a:pt x="183832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446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47"/>
              <p:cNvSpPr/>
              <p:nvPr/>
            </p:nvSpPr>
            <p:spPr>
              <a:xfrm>
                <a:off x="6001532" y="40539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1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47"/>
              <p:cNvSpPr/>
              <p:nvPr/>
            </p:nvSpPr>
            <p:spPr>
              <a:xfrm>
                <a:off x="6128693" y="406488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47"/>
              <p:cNvSpPr/>
              <p:nvPr/>
            </p:nvSpPr>
            <p:spPr>
              <a:xfrm>
                <a:off x="6142758" y="400164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47"/>
              <p:cNvSpPr/>
              <p:nvPr/>
            </p:nvSpPr>
            <p:spPr>
              <a:xfrm>
                <a:off x="6043729" y="4008024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47"/>
              <p:cNvSpPr/>
              <p:nvPr/>
            </p:nvSpPr>
            <p:spPr>
              <a:xfrm>
                <a:off x="5947360" y="3952875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049"/>
                    </a:moveTo>
                    <a:lnTo>
                      <a:pt x="48944" y="38957"/>
                    </a:lnTo>
                    <a:lnTo>
                      <a:pt x="58923" y="31623"/>
                    </a:lnTo>
                    <a:cubicBezTo>
                      <a:pt x="58923" y="31623"/>
                      <a:pt x="52841" y="24574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47"/>
              <p:cNvSpPr/>
              <p:nvPr/>
            </p:nvSpPr>
            <p:spPr>
              <a:xfrm>
                <a:off x="6001532" y="392172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47"/>
              <p:cNvSpPr/>
              <p:nvPr/>
            </p:nvSpPr>
            <p:spPr>
              <a:xfrm>
                <a:off x="5879313" y="391668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47"/>
              <p:cNvSpPr/>
              <p:nvPr/>
            </p:nvSpPr>
            <p:spPr>
              <a:xfrm>
                <a:off x="5880264" y="3974210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47"/>
              <p:cNvSpPr/>
              <p:nvPr/>
            </p:nvSpPr>
            <p:spPr>
              <a:xfrm>
                <a:off x="5879313" y="3898868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957"/>
                      <a:pt x="120413" y="34290"/>
                    </a:cubicBezTo>
                    <a:cubicBezTo>
                      <a:pt x="113950" y="35624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60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442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3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9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534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2" name="Google Shape;3302;p47"/>
            <p:cNvGrpSpPr/>
            <p:nvPr/>
          </p:nvGrpSpPr>
          <p:grpSpPr>
            <a:xfrm>
              <a:off x="3781914" y="2856896"/>
              <a:ext cx="883852" cy="621029"/>
              <a:chOff x="5591539" y="3599021"/>
              <a:chExt cx="883852" cy="621029"/>
            </a:xfrm>
          </p:grpSpPr>
          <p:sp>
            <p:nvSpPr>
              <p:cNvPr id="3303" name="Google Shape;3303;p47"/>
              <p:cNvSpPr/>
              <p:nvPr/>
            </p:nvSpPr>
            <p:spPr>
              <a:xfrm>
                <a:off x="5591539" y="370855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47"/>
              <p:cNvSpPr/>
              <p:nvPr/>
            </p:nvSpPr>
            <p:spPr>
              <a:xfrm>
                <a:off x="5591633" y="3851719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47"/>
              <p:cNvSpPr/>
              <p:nvPr/>
            </p:nvSpPr>
            <p:spPr>
              <a:xfrm>
                <a:off x="6408864" y="385476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47"/>
              <p:cNvSpPr/>
              <p:nvPr/>
            </p:nvSpPr>
            <p:spPr>
              <a:xfrm>
                <a:off x="5591539" y="359902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47"/>
              <p:cNvSpPr/>
              <p:nvPr/>
            </p:nvSpPr>
            <p:spPr>
              <a:xfrm>
                <a:off x="5717159" y="3668625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0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47"/>
              <p:cNvSpPr/>
              <p:nvPr/>
            </p:nvSpPr>
            <p:spPr>
              <a:xfrm>
                <a:off x="5717749" y="3690532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675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8992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47"/>
              <p:cNvSpPr/>
              <p:nvPr/>
            </p:nvSpPr>
            <p:spPr>
              <a:xfrm>
                <a:off x="5879313" y="3772757"/>
                <a:ext cx="294875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547" extrusionOk="0">
                    <a:moveTo>
                      <a:pt x="149495" y="30004"/>
                    </a:moveTo>
                    <a:cubicBezTo>
                      <a:pt x="145608" y="29994"/>
                      <a:pt x="141730" y="30309"/>
                      <a:pt x="137900" y="30956"/>
                    </a:cubicBezTo>
                    <a:cubicBezTo>
                      <a:pt x="132673" y="31718"/>
                      <a:pt x="126876" y="32766"/>
                      <a:pt x="120413" y="34100"/>
                    </a:cubicBezTo>
                    <a:cubicBezTo>
                      <a:pt x="113950" y="35433"/>
                      <a:pt x="107298" y="37243"/>
                      <a:pt x="100265" y="39243"/>
                    </a:cubicBezTo>
                    <a:cubicBezTo>
                      <a:pt x="93498" y="41291"/>
                      <a:pt x="86893" y="43844"/>
                      <a:pt x="80497" y="46863"/>
                    </a:cubicBezTo>
                    <a:lnTo>
                      <a:pt x="131247" y="76295"/>
                    </a:lnTo>
                    <a:lnTo>
                      <a:pt x="140751" y="73057"/>
                    </a:lnTo>
                    <a:cubicBezTo>
                      <a:pt x="153676" y="68675"/>
                      <a:pt x="165841" y="65056"/>
                      <a:pt x="177341" y="62103"/>
                    </a:cubicBezTo>
                    <a:cubicBezTo>
                      <a:pt x="188099" y="59188"/>
                      <a:pt x="199114" y="57340"/>
                      <a:pt x="210224" y="56579"/>
                    </a:cubicBezTo>
                    <a:cubicBezTo>
                      <a:pt x="220374" y="55969"/>
                      <a:pt x="230571" y="56674"/>
                      <a:pt x="240541" y="58674"/>
                    </a:cubicBezTo>
                    <a:cubicBezTo>
                      <a:pt x="250586" y="60893"/>
                      <a:pt x="260214" y="64723"/>
                      <a:pt x="269052" y="70009"/>
                    </a:cubicBezTo>
                    <a:cubicBezTo>
                      <a:pt x="277853" y="74371"/>
                      <a:pt x="285380" y="80924"/>
                      <a:pt x="290911" y="89059"/>
                    </a:cubicBezTo>
                    <a:cubicBezTo>
                      <a:pt x="294627" y="94983"/>
                      <a:pt x="295796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287" y="135617"/>
                      <a:pt x="267503" y="141789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1"/>
                      <a:pt x="209349" y="170983"/>
                      <a:pt x="192642" y="175546"/>
                    </a:cubicBezTo>
                    <a:cubicBezTo>
                      <a:pt x="175155" y="180385"/>
                      <a:pt x="157288" y="183728"/>
                      <a:pt x="139231" y="185547"/>
                    </a:cubicBezTo>
                    <a:lnTo>
                      <a:pt x="122219" y="154972"/>
                    </a:lnTo>
                    <a:cubicBezTo>
                      <a:pt x="126952" y="154848"/>
                      <a:pt x="131684" y="154467"/>
                      <a:pt x="136379" y="153829"/>
                    </a:cubicBezTo>
                    <a:cubicBezTo>
                      <a:pt x="142747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5"/>
                      <a:pt x="60910" y="122406"/>
                      <a:pt x="52271" y="120491"/>
                    </a:cubicBezTo>
                    <a:cubicBezTo>
                      <a:pt x="4373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16" y="45958"/>
                      <a:pt x="22144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40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439"/>
                    </a:moveTo>
                    <a:cubicBezTo>
                      <a:pt x="69786" y="87278"/>
                      <a:pt x="77494" y="88916"/>
                      <a:pt x="85154" y="88106"/>
                    </a:cubicBezTo>
                    <a:cubicBezTo>
                      <a:pt x="95475" y="86982"/>
                      <a:pt x="105644" y="84715"/>
                      <a:pt x="115471" y="81344"/>
                    </a:cubicBezTo>
                    <a:lnTo>
                      <a:pt x="67952" y="53816"/>
                    </a:lnTo>
                    <a:cubicBezTo>
                      <a:pt x="50370" y="65246"/>
                      <a:pt x="48849" y="75343"/>
                      <a:pt x="63105" y="83439"/>
                    </a:cubicBezTo>
                    <a:close/>
                    <a:moveTo>
                      <a:pt x="229992" y="97346"/>
                    </a:moveTo>
                    <a:cubicBezTo>
                      <a:pt x="222750" y="93364"/>
                      <a:pt x="214405" y="91859"/>
                      <a:pt x="206232" y="93059"/>
                    </a:cubicBezTo>
                    <a:cubicBezTo>
                      <a:pt x="194951" y="94517"/>
                      <a:pt x="183822" y="96974"/>
                      <a:pt x="172969" y="100394"/>
                    </a:cubicBezTo>
                    <a:lnTo>
                      <a:pt x="220488" y="127730"/>
                    </a:lnTo>
                    <a:cubicBezTo>
                      <a:pt x="240446" y="115443"/>
                      <a:pt x="243677" y="105251"/>
                      <a:pt x="229992" y="9734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0" name="Google Shape;3310;p47"/>
              <p:cNvSpPr/>
              <p:nvPr/>
            </p:nvSpPr>
            <p:spPr>
              <a:xfrm>
                <a:off x="6001532" y="3910488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0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47"/>
              <p:cNvSpPr/>
              <p:nvPr/>
            </p:nvSpPr>
            <p:spPr>
              <a:xfrm>
                <a:off x="6128693" y="392144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47"/>
              <p:cNvSpPr/>
              <p:nvPr/>
            </p:nvSpPr>
            <p:spPr>
              <a:xfrm>
                <a:off x="6142758" y="3858196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47"/>
              <p:cNvSpPr/>
              <p:nvPr/>
            </p:nvSpPr>
            <p:spPr>
              <a:xfrm>
                <a:off x="6043729" y="386505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9525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47"/>
              <p:cNvSpPr/>
              <p:nvPr/>
            </p:nvSpPr>
            <p:spPr>
              <a:xfrm>
                <a:off x="5947360" y="3809142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1335"/>
                    </a:moveTo>
                    <a:lnTo>
                      <a:pt x="48849" y="38957"/>
                    </a:lnTo>
                    <a:lnTo>
                      <a:pt x="58828" y="31623"/>
                    </a:lnTo>
                    <a:cubicBezTo>
                      <a:pt x="58828" y="31623"/>
                      <a:pt x="52746" y="24574"/>
                      <a:pt x="52271" y="23908"/>
                    </a:cubicBezTo>
                    <a:cubicBezTo>
                      <a:pt x="47871" y="18840"/>
                      <a:pt x="42710" y="14507"/>
                      <a:pt x="36970" y="11049"/>
                    </a:cubicBezTo>
                    <a:cubicBezTo>
                      <a:pt x="33358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47"/>
              <p:cNvSpPr/>
              <p:nvPr/>
            </p:nvSpPr>
            <p:spPr>
              <a:xfrm>
                <a:off x="6001532" y="377828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47"/>
              <p:cNvSpPr/>
              <p:nvPr/>
            </p:nvSpPr>
            <p:spPr>
              <a:xfrm>
                <a:off x="5879313" y="3773233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47"/>
              <p:cNvSpPr/>
              <p:nvPr/>
            </p:nvSpPr>
            <p:spPr>
              <a:xfrm>
                <a:off x="5880264" y="3830764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47"/>
              <p:cNvSpPr/>
              <p:nvPr/>
            </p:nvSpPr>
            <p:spPr>
              <a:xfrm>
                <a:off x="5879313" y="3755421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59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55" y="180318"/>
                      <a:pt x="157288" y="183690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153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9" name="Google Shape;3319;p47"/>
            <p:cNvGrpSpPr/>
            <p:nvPr/>
          </p:nvGrpSpPr>
          <p:grpSpPr>
            <a:xfrm>
              <a:off x="3810520" y="2694304"/>
              <a:ext cx="883852" cy="621125"/>
              <a:chOff x="5620145" y="3436429"/>
              <a:chExt cx="883852" cy="621125"/>
            </a:xfrm>
          </p:grpSpPr>
          <p:sp>
            <p:nvSpPr>
              <p:cNvPr id="3320" name="Google Shape;3320;p47"/>
              <p:cNvSpPr/>
              <p:nvPr/>
            </p:nvSpPr>
            <p:spPr>
              <a:xfrm>
                <a:off x="5620145" y="354606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47"/>
              <p:cNvSpPr/>
              <p:nvPr/>
            </p:nvSpPr>
            <p:spPr>
              <a:xfrm>
                <a:off x="5620240" y="3689127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47"/>
              <p:cNvSpPr/>
              <p:nvPr/>
            </p:nvSpPr>
            <p:spPr>
              <a:xfrm>
                <a:off x="6437470" y="3692175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47"/>
              <p:cNvSpPr/>
              <p:nvPr/>
            </p:nvSpPr>
            <p:spPr>
              <a:xfrm>
                <a:off x="5620145" y="343642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47"/>
              <p:cNvSpPr/>
              <p:nvPr/>
            </p:nvSpPr>
            <p:spPr>
              <a:xfrm>
                <a:off x="5745842" y="3506057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47"/>
              <p:cNvSpPr/>
              <p:nvPr/>
            </p:nvSpPr>
            <p:spPr>
              <a:xfrm>
                <a:off x="5746450" y="3527964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47"/>
              <p:cNvSpPr/>
              <p:nvPr/>
            </p:nvSpPr>
            <p:spPr>
              <a:xfrm>
                <a:off x="5908110" y="3610832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89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7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2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3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6"/>
                    </a:lnTo>
                    <a:cubicBezTo>
                      <a:pt x="130012" y="112967"/>
                      <a:pt x="118417" y="116300"/>
                      <a:pt x="107773" y="118301"/>
                    </a:cubicBezTo>
                    <a:cubicBezTo>
                      <a:pt x="98212" y="120768"/>
                      <a:pt x="88442" y="122330"/>
                      <a:pt x="78596" y="122968"/>
                    </a:cubicBezTo>
                    <a:cubicBezTo>
                      <a:pt x="69748" y="123282"/>
                      <a:pt x="60900" y="122444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3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47"/>
              <p:cNvSpPr/>
              <p:nvPr/>
            </p:nvSpPr>
            <p:spPr>
              <a:xfrm>
                <a:off x="6030138" y="3747992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47"/>
              <p:cNvSpPr/>
              <p:nvPr/>
            </p:nvSpPr>
            <p:spPr>
              <a:xfrm>
                <a:off x="6157299" y="375885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47"/>
              <p:cNvSpPr/>
              <p:nvPr/>
            </p:nvSpPr>
            <p:spPr>
              <a:xfrm>
                <a:off x="6171364" y="3695604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47"/>
              <p:cNvSpPr/>
              <p:nvPr/>
            </p:nvSpPr>
            <p:spPr>
              <a:xfrm>
                <a:off x="6072240" y="3701986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>
                <a:off x="5975967" y="3647217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0382"/>
                    </a:moveTo>
                    <a:lnTo>
                      <a:pt x="48754" y="38957"/>
                    </a:lnTo>
                    <a:lnTo>
                      <a:pt x="58828" y="31623"/>
                    </a:lnTo>
                    <a:cubicBezTo>
                      <a:pt x="58828" y="31623"/>
                      <a:pt x="52651" y="24574"/>
                      <a:pt x="52176" y="23908"/>
                    </a:cubicBezTo>
                    <a:cubicBezTo>
                      <a:pt x="47776" y="18878"/>
                      <a:pt x="42615" y="14573"/>
                      <a:pt x="36875" y="11144"/>
                    </a:cubicBezTo>
                    <a:cubicBezTo>
                      <a:pt x="33263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47"/>
              <p:cNvSpPr/>
              <p:nvPr/>
            </p:nvSpPr>
            <p:spPr>
              <a:xfrm>
                <a:off x="6030138" y="3615690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47"/>
              <p:cNvSpPr/>
              <p:nvPr/>
            </p:nvSpPr>
            <p:spPr>
              <a:xfrm>
                <a:off x="5907920" y="3610641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47"/>
              <p:cNvSpPr/>
              <p:nvPr/>
            </p:nvSpPr>
            <p:spPr>
              <a:xfrm>
                <a:off x="5908870" y="366826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47"/>
              <p:cNvSpPr/>
              <p:nvPr/>
            </p:nvSpPr>
            <p:spPr>
              <a:xfrm>
                <a:off x="5907539" y="3592925"/>
                <a:ext cx="29491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11" h="185451" extrusionOk="0">
                    <a:moveTo>
                      <a:pt x="149875" y="30099"/>
                    </a:moveTo>
                    <a:cubicBezTo>
                      <a:pt x="145988" y="30089"/>
                      <a:pt x="142110" y="30404"/>
                      <a:pt x="138280" y="31052"/>
                    </a:cubicBezTo>
                    <a:cubicBezTo>
                      <a:pt x="133148" y="31813"/>
                      <a:pt x="127256" y="32861"/>
                      <a:pt x="120793" y="34195"/>
                    </a:cubicBezTo>
                    <a:cubicBezTo>
                      <a:pt x="114331" y="35528"/>
                      <a:pt x="107678" y="37243"/>
                      <a:pt x="100740" y="39338"/>
                    </a:cubicBezTo>
                    <a:cubicBezTo>
                      <a:pt x="93935" y="41377"/>
                      <a:pt x="87302" y="43920"/>
                      <a:pt x="80877" y="46958"/>
                    </a:cubicBezTo>
                    <a:lnTo>
                      <a:pt x="131722" y="76295"/>
                    </a:lnTo>
                    <a:lnTo>
                      <a:pt x="140751" y="73152"/>
                    </a:lnTo>
                    <a:cubicBezTo>
                      <a:pt x="153676" y="68771"/>
                      <a:pt x="165936" y="65151"/>
                      <a:pt x="177341" y="62103"/>
                    </a:cubicBezTo>
                    <a:cubicBezTo>
                      <a:pt x="188108" y="59265"/>
                      <a:pt x="199114" y="57445"/>
                      <a:pt x="210224" y="56674"/>
                    </a:cubicBezTo>
                    <a:cubicBezTo>
                      <a:pt x="220374" y="56064"/>
                      <a:pt x="230571" y="56769"/>
                      <a:pt x="240541" y="58769"/>
                    </a:cubicBezTo>
                    <a:cubicBezTo>
                      <a:pt x="250577" y="60979"/>
                      <a:pt x="260204" y="64779"/>
                      <a:pt x="269052" y="70009"/>
                    </a:cubicBezTo>
                    <a:cubicBezTo>
                      <a:pt x="277824" y="74409"/>
                      <a:pt x="285351" y="80963"/>
                      <a:pt x="290911" y="89059"/>
                    </a:cubicBezTo>
                    <a:cubicBezTo>
                      <a:pt x="294684" y="94964"/>
                      <a:pt x="295853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315" y="135617"/>
                      <a:pt x="267522" y="141761"/>
                      <a:pt x="259073" y="146876"/>
                    </a:cubicBezTo>
                    <a:lnTo>
                      <a:pt x="291386" y="16592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35"/>
                      <a:pt x="209359" y="170860"/>
                      <a:pt x="192642" y="175355"/>
                    </a:cubicBezTo>
                    <a:cubicBezTo>
                      <a:pt x="175164" y="180280"/>
                      <a:pt x="157297" y="183652"/>
                      <a:pt x="139231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2842" y="152971"/>
                      <a:pt x="149875" y="151829"/>
                      <a:pt x="157763" y="150114"/>
                    </a:cubicBezTo>
                    <a:cubicBezTo>
                      <a:pt x="165651" y="148400"/>
                      <a:pt x="173824" y="146209"/>
                      <a:pt x="182568" y="143732"/>
                    </a:cubicBezTo>
                    <a:cubicBezTo>
                      <a:pt x="191074" y="141218"/>
                      <a:pt x="199370" y="138036"/>
                      <a:pt x="207373" y="13420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46" y="118596"/>
                      <a:pt x="35554" y="115396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44" y="46072"/>
                      <a:pt x="22163" y="39653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15"/>
                      <a:pt x="119871" y="1667"/>
                      <a:pt x="134574" y="0"/>
                    </a:cubicBezTo>
                    <a:close/>
                    <a:moveTo>
                      <a:pt x="63580" y="83439"/>
                    </a:moveTo>
                    <a:cubicBezTo>
                      <a:pt x="70214" y="87306"/>
                      <a:pt x="77903" y="88973"/>
                      <a:pt x="85534" y="88202"/>
                    </a:cubicBezTo>
                    <a:cubicBezTo>
                      <a:pt x="95846" y="87030"/>
                      <a:pt x="106015" y="84763"/>
                      <a:pt x="115851" y="81439"/>
                    </a:cubicBezTo>
                    <a:lnTo>
                      <a:pt x="68332" y="53912"/>
                    </a:lnTo>
                    <a:cubicBezTo>
                      <a:pt x="50655" y="65342"/>
                      <a:pt x="49230" y="75247"/>
                      <a:pt x="63580" y="83725"/>
                    </a:cubicBezTo>
                    <a:close/>
                    <a:moveTo>
                      <a:pt x="230372" y="97441"/>
                    </a:moveTo>
                    <a:cubicBezTo>
                      <a:pt x="223139" y="93421"/>
                      <a:pt x="214786" y="91916"/>
                      <a:pt x="206612" y="93154"/>
                    </a:cubicBezTo>
                    <a:cubicBezTo>
                      <a:pt x="195360" y="94612"/>
                      <a:pt x="184259" y="97069"/>
                      <a:pt x="173444" y="100489"/>
                    </a:cubicBezTo>
                    <a:lnTo>
                      <a:pt x="220963" y="127826"/>
                    </a:lnTo>
                    <a:cubicBezTo>
                      <a:pt x="240921" y="115443"/>
                      <a:pt x="244057" y="105318"/>
                      <a:pt x="23037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6" name="Google Shape;3336;p47"/>
            <p:cNvGrpSpPr/>
            <p:nvPr/>
          </p:nvGrpSpPr>
          <p:grpSpPr>
            <a:xfrm>
              <a:off x="3800921" y="2531712"/>
              <a:ext cx="883852" cy="621125"/>
              <a:chOff x="5610546" y="3273837"/>
              <a:chExt cx="883852" cy="621125"/>
            </a:xfrm>
          </p:grpSpPr>
          <p:sp>
            <p:nvSpPr>
              <p:cNvPr id="3337" name="Google Shape;3337;p47"/>
              <p:cNvSpPr/>
              <p:nvPr/>
            </p:nvSpPr>
            <p:spPr>
              <a:xfrm>
                <a:off x="5610546" y="33834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47"/>
              <p:cNvSpPr/>
              <p:nvPr/>
            </p:nvSpPr>
            <p:spPr>
              <a:xfrm>
                <a:off x="5610736" y="3526535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47"/>
              <p:cNvSpPr/>
              <p:nvPr/>
            </p:nvSpPr>
            <p:spPr>
              <a:xfrm>
                <a:off x="6427967" y="352958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47"/>
              <p:cNvSpPr/>
              <p:nvPr/>
            </p:nvSpPr>
            <p:spPr>
              <a:xfrm>
                <a:off x="5610546" y="327383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47"/>
              <p:cNvSpPr/>
              <p:nvPr/>
            </p:nvSpPr>
            <p:spPr>
              <a:xfrm>
                <a:off x="5736262" y="3343465"/>
                <a:ext cx="63260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093" extrusionOk="0">
                    <a:moveTo>
                      <a:pt x="632021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202"/>
                      <a:pt x="637344" y="143637"/>
                      <a:pt x="632021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47"/>
              <p:cNvSpPr/>
              <p:nvPr/>
            </p:nvSpPr>
            <p:spPr>
              <a:xfrm>
                <a:off x="5736851" y="3365444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1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606"/>
                      <a:pt x="626965" y="128992"/>
                      <a:pt x="631431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47"/>
              <p:cNvSpPr/>
              <p:nvPr/>
            </p:nvSpPr>
            <p:spPr>
              <a:xfrm>
                <a:off x="5898416" y="3447859"/>
                <a:ext cx="29465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651" h="185451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3"/>
                      <a:pt x="126875" y="32480"/>
                      <a:pt x="120413" y="33814"/>
                    </a:cubicBezTo>
                    <a:cubicBezTo>
                      <a:pt x="113950" y="35147"/>
                      <a:pt x="107203" y="36957"/>
                      <a:pt x="100265" y="39052"/>
                    </a:cubicBezTo>
                    <a:cubicBezTo>
                      <a:pt x="93498" y="41053"/>
                      <a:pt x="86884" y="43567"/>
                      <a:pt x="80497" y="46577"/>
                    </a:cubicBezTo>
                    <a:lnTo>
                      <a:pt x="131247" y="76009"/>
                    </a:lnTo>
                    <a:lnTo>
                      <a:pt x="140751" y="72771"/>
                    </a:lnTo>
                    <a:cubicBezTo>
                      <a:pt x="153676" y="68485"/>
                      <a:pt x="165841" y="64770"/>
                      <a:pt x="177341" y="61817"/>
                    </a:cubicBezTo>
                    <a:cubicBezTo>
                      <a:pt x="188089" y="58883"/>
                      <a:pt x="199104" y="57064"/>
                      <a:pt x="210224" y="56388"/>
                    </a:cubicBezTo>
                    <a:cubicBezTo>
                      <a:pt x="220345" y="55702"/>
                      <a:pt x="230505" y="56369"/>
                      <a:pt x="240446" y="58388"/>
                    </a:cubicBezTo>
                    <a:cubicBezTo>
                      <a:pt x="250453" y="60655"/>
                      <a:pt x="260043" y="64475"/>
                      <a:pt x="268862" y="69723"/>
                    </a:cubicBezTo>
                    <a:cubicBezTo>
                      <a:pt x="277644" y="74114"/>
                      <a:pt x="285161" y="80667"/>
                      <a:pt x="290721" y="88773"/>
                    </a:cubicBezTo>
                    <a:cubicBezTo>
                      <a:pt x="294389" y="94717"/>
                      <a:pt x="295549" y="101879"/>
                      <a:pt x="293952" y="108680"/>
                    </a:cubicBezTo>
                    <a:cubicBezTo>
                      <a:pt x="291776" y="116148"/>
                      <a:pt x="287680" y="122920"/>
                      <a:pt x="282072" y="128302"/>
                    </a:cubicBezTo>
                    <a:cubicBezTo>
                      <a:pt x="275239" y="135350"/>
                      <a:pt x="267617" y="141580"/>
                      <a:pt x="259358" y="146875"/>
                    </a:cubicBezTo>
                    <a:lnTo>
                      <a:pt x="291671" y="165925"/>
                    </a:lnTo>
                    <a:lnTo>
                      <a:pt x="273994" y="176117"/>
                    </a:lnTo>
                    <a:lnTo>
                      <a:pt x="241396" y="157067"/>
                    </a:lnTo>
                    <a:cubicBezTo>
                      <a:pt x="225867" y="164735"/>
                      <a:pt x="209635" y="170898"/>
                      <a:pt x="192927" y="175450"/>
                    </a:cubicBezTo>
                    <a:cubicBezTo>
                      <a:pt x="175440" y="180289"/>
                      <a:pt x="157573" y="183633"/>
                      <a:pt x="139516" y="185452"/>
                    </a:cubicBezTo>
                    <a:lnTo>
                      <a:pt x="122409" y="154876"/>
                    </a:lnTo>
                    <a:cubicBezTo>
                      <a:pt x="127180" y="154753"/>
                      <a:pt x="131941" y="154372"/>
                      <a:pt x="136664" y="153734"/>
                    </a:cubicBezTo>
                    <a:cubicBezTo>
                      <a:pt x="143821" y="152924"/>
                      <a:pt x="150930" y="151714"/>
                      <a:pt x="157953" y="150114"/>
                    </a:cubicBezTo>
                    <a:cubicBezTo>
                      <a:pt x="165841" y="148400"/>
                      <a:pt x="174109" y="146304"/>
                      <a:pt x="182853" y="143732"/>
                    </a:cubicBezTo>
                    <a:cubicBezTo>
                      <a:pt x="191340" y="141151"/>
                      <a:pt x="199627" y="137970"/>
                      <a:pt x="207658" y="134207"/>
                    </a:cubicBezTo>
                    <a:lnTo>
                      <a:pt x="156812" y="104966"/>
                    </a:lnTo>
                    <a:lnTo>
                      <a:pt x="150255" y="107251"/>
                    </a:lnTo>
                    <a:lnTo>
                      <a:pt x="143317" y="109347"/>
                    </a:lnTo>
                    <a:cubicBezTo>
                      <a:pt x="130582" y="113538"/>
                      <a:pt x="118892" y="116872"/>
                      <a:pt x="108343" y="118872"/>
                    </a:cubicBezTo>
                    <a:cubicBezTo>
                      <a:pt x="98545" y="121149"/>
                      <a:pt x="88556" y="122492"/>
                      <a:pt x="78501" y="122873"/>
                    </a:cubicBezTo>
                    <a:cubicBezTo>
                      <a:pt x="69691" y="123187"/>
                      <a:pt x="60872" y="122358"/>
                      <a:pt x="52271" y="120396"/>
                    </a:cubicBezTo>
                    <a:cubicBezTo>
                      <a:pt x="43698" y="118453"/>
                      <a:pt x="35468" y="115243"/>
                      <a:pt x="27846" y="110871"/>
                    </a:cubicBezTo>
                    <a:cubicBezTo>
                      <a:pt x="19540" y="106518"/>
                      <a:pt x="12326" y="100327"/>
                      <a:pt x="6748" y="92774"/>
                    </a:cubicBezTo>
                    <a:cubicBezTo>
                      <a:pt x="2604" y="87078"/>
                      <a:pt x="580" y="8009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197" y="4593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6" y="17059"/>
                      <a:pt x="75793" y="11697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47" y="86754"/>
                      <a:pt x="105587" y="84449"/>
                      <a:pt x="115376" y="81058"/>
                    </a:cubicBezTo>
                    <a:lnTo>
                      <a:pt x="67857" y="53531"/>
                    </a:lnTo>
                    <a:cubicBezTo>
                      <a:pt x="50275" y="65056"/>
                      <a:pt x="48849" y="74867"/>
                      <a:pt x="63105" y="83153"/>
                    </a:cubicBezTo>
                    <a:close/>
                    <a:moveTo>
                      <a:pt x="229992" y="97060"/>
                    </a:moveTo>
                    <a:cubicBezTo>
                      <a:pt x="222693" y="93135"/>
                      <a:pt x="214339" y="91631"/>
                      <a:pt x="206137" y="92774"/>
                    </a:cubicBezTo>
                    <a:cubicBezTo>
                      <a:pt x="194894" y="94278"/>
                      <a:pt x="183803" y="96736"/>
                      <a:pt x="172969" y="100108"/>
                    </a:cubicBezTo>
                    <a:lnTo>
                      <a:pt x="220488" y="127540"/>
                    </a:lnTo>
                    <a:cubicBezTo>
                      <a:pt x="240512" y="115157"/>
                      <a:pt x="243677" y="104994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47"/>
              <p:cNvSpPr/>
              <p:nvPr/>
            </p:nvSpPr>
            <p:spPr>
              <a:xfrm>
                <a:off x="6020539" y="3585400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47"/>
              <p:cNvSpPr/>
              <p:nvPr/>
            </p:nvSpPr>
            <p:spPr>
              <a:xfrm>
                <a:off x="6147700" y="359625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47"/>
              <p:cNvSpPr/>
              <p:nvPr/>
            </p:nvSpPr>
            <p:spPr>
              <a:xfrm>
                <a:off x="6161861" y="353301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47"/>
              <p:cNvSpPr/>
              <p:nvPr/>
            </p:nvSpPr>
            <p:spPr>
              <a:xfrm>
                <a:off x="6062736" y="353939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47"/>
              <p:cNvSpPr/>
              <p:nvPr/>
            </p:nvSpPr>
            <p:spPr>
              <a:xfrm>
                <a:off x="5966368" y="348453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6" y="18898"/>
                      <a:pt x="42406" y="14592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47"/>
              <p:cNvSpPr/>
              <p:nvPr/>
            </p:nvSpPr>
            <p:spPr>
              <a:xfrm>
                <a:off x="6020539" y="3453098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236" y="19621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47"/>
              <p:cNvSpPr/>
              <p:nvPr/>
            </p:nvSpPr>
            <p:spPr>
              <a:xfrm>
                <a:off x="5898416" y="344805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47"/>
              <p:cNvSpPr/>
              <p:nvPr/>
            </p:nvSpPr>
            <p:spPr>
              <a:xfrm>
                <a:off x="5899366" y="3505676"/>
                <a:ext cx="30317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5907"/>
                    </a:lnTo>
                    <a:lnTo>
                      <a:pt x="997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47"/>
              <p:cNvSpPr/>
              <p:nvPr/>
            </p:nvSpPr>
            <p:spPr>
              <a:xfrm>
                <a:off x="5898416" y="3431095"/>
                <a:ext cx="2946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070" extrusionOk="0">
                    <a:moveTo>
                      <a:pt x="149495" y="29337"/>
                    </a:moveTo>
                    <a:cubicBezTo>
                      <a:pt x="145608" y="29327"/>
                      <a:pt x="141730" y="29642"/>
                      <a:pt x="137900" y="30289"/>
                    </a:cubicBezTo>
                    <a:cubicBezTo>
                      <a:pt x="132673" y="31051"/>
                      <a:pt x="126875" y="32099"/>
                      <a:pt x="120413" y="33433"/>
                    </a:cubicBezTo>
                    <a:cubicBezTo>
                      <a:pt x="113950" y="34766"/>
                      <a:pt x="107203" y="36576"/>
                      <a:pt x="100265" y="38576"/>
                    </a:cubicBezTo>
                    <a:cubicBezTo>
                      <a:pt x="93508" y="40653"/>
                      <a:pt x="86903" y="43196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89" y="58522"/>
                      <a:pt x="199104" y="56664"/>
                      <a:pt x="210224" y="55912"/>
                    </a:cubicBezTo>
                    <a:cubicBezTo>
                      <a:pt x="220345" y="55302"/>
                      <a:pt x="230505" y="56007"/>
                      <a:pt x="240446" y="58007"/>
                    </a:cubicBezTo>
                    <a:cubicBezTo>
                      <a:pt x="250463" y="60227"/>
                      <a:pt x="260062" y="64056"/>
                      <a:pt x="268862" y="69342"/>
                    </a:cubicBezTo>
                    <a:cubicBezTo>
                      <a:pt x="277663" y="73705"/>
                      <a:pt x="285190" y="80267"/>
                      <a:pt x="290721" y="88392"/>
                    </a:cubicBezTo>
                    <a:cubicBezTo>
                      <a:pt x="294399" y="94336"/>
                      <a:pt x="295558" y="101498"/>
                      <a:pt x="293952" y="108299"/>
                    </a:cubicBezTo>
                    <a:cubicBezTo>
                      <a:pt x="291757" y="115757"/>
                      <a:pt x="287661" y="122520"/>
                      <a:pt x="282072" y="127921"/>
                    </a:cubicBezTo>
                    <a:cubicBezTo>
                      <a:pt x="275239" y="134969"/>
                      <a:pt x="267617" y="141199"/>
                      <a:pt x="259358" y="146495"/>
                    </a:cubicBezTo>
                    <a:lnTo>
                      <a:pt x="291671" y="165545"/>
                    </a:lnTo>
                    <a:lnTo>
                      <a:pt x="273994" y="175736"/>
                    </a:lnTo>
                    <a:lnTo>
                      <a:pt x="241396" y="156686"/>
                    </a:lnTo>
                    <a:cubicBezTo>
                      <a:pt x="225867" y="164354"/>
                      <a:pt x="209635" y="170517"/>
                      <a:pt x="192927" y="175070"/>
                    </a:cubicBezTo>
                    <a:cubicBezTo>
                      <a:pt x="175440" y="179908"/>
                      <a:pt x="157573" y="183252"/>
                      <a:pt x="139516" y="185071"/>
                    </a:cubicBezTo>
                    <a:lnTo>
                      <a:pt x="122409" y="154496"/>
                    </a:lnTo>
                    <a:cubicBezTo>
                      <a:pt x="127180" y="154372"/>
                      <a:pt x="131941" y="153991"/>
                      <a:pt x="136664" y="153353"/>
                    </a:cubicBezTo>
                    <a:cubicBezTo>
                      <a:pt x="143032" y="152590"/>
                      <a:pt x="150160" y="151447"/>
                      <a:pt x="157953" y="149733"/>
                    </a:cubicBezTo>
                    <a:cubicBezTo>
                      <a:pt x="165746" y="148019"/>
                      <a:pt x="174109" y="145923"/>
                      <a:pt x="182853" y="143351"/>
                    </a:cubicBezTo>
                    <a:cubicBezTo>
                      <a:pt x="191340" y="140770"/>
                      <a:pt x="199627" y="137589"/>
                      <a:pt x="207658" y="133826"/>
                    </a:cubicBezTo>
                    <a:lnTo>
                      <a:pt x="157098" y="104585"/>
                    </a:lnTo>
                    <a:lnTo>
                      <a:pt x="150540" y="106871"/>
                    </a:lnTo>
                    <a:lnTo>
                      <a:pt x="143602" y="108966"/>
                    </a:lnTo>
                    <a:cubicBezTo>
                      <a:pt x="130867" y="113157"/>
                      <a:pt x="119177" y="116491"/>
                      <a:pt x="108628" y="118491"/>
                    </a:cubicBezTo>
                    <a:cubicBezTo>
                      <a:pt x="98830" y="120767"/>
                      <a:pt x="88841" y="122111"/>
                      <a:pt x="78786" y="122491"/>
                    </a:cubicBezTo>
                    <a:cubicBezTo>
                      <a:pt x="69976" y="122758"/>
                      <a:pt x="61166" y="121929"/>
                      <a:pt x="52556" y="120015"/>
                    </a:cubicBezTo>
                    <a:cubicBezTo>
                      <a:pt x="44002" y="118034"/>
                      <a:pt x="35772" y="114824"/>
                      <a:pt x="28131" y="110490"/>
                    </a:cubicBezTo>
                    <a:cubicBezTo>
                      <a:pt x="19796" y="106137"/>
                      <a:pt x="12573" y="99908"/>
                      <a:pt x="7033" y="92297"/>
                    </a:cubicBezTo>
                    <a:cubicBezTo>
                      <a:pt x="2889" y="86630"/>
                      <a:pt x="865" y="79686"/>
                      <a:pt x="1331" y="72676"/>
                    </a:cubicBezTo>
                    <a:cubicBezTo>
                      <a:pt x="2072" y="65380"/>
                      <a:pt x="4989" y="58474"/>
                      <a:pt x="9694" y="52864"/>
                    </a:cubicBezTo>
                    <a:cubicBezTo>
                      <a:pt x="15482" y="45453"/>
                      <a:pt x="22410" y="39024"/>
                      <a:pt x="30222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11"/>
                      <a:pt x="77494" y="88278"/>
                      <a:pt x="85154" y="87535"/>
                    </a:cubicBezTo>
                    <a:cubicBezTo>
                      <a:pt x="95437" y="86325"/>
                      <a:pt x="105568" y="84020"/>
                      <a:pt x="115376" y="80677"/>
                    </a:cubicBezTo>
                    <a:lnTo>
                      <a:pt x="67857" y="53150"/>
                    </a:lnTo>
                    <a:cubicBezTo>
                      <a:pt x="50275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21" y="92678"/>
                      <a:pt x="214339" y="91173"/>
                      <a:pt x="206137" y="92393"/>
                    </a:cubicBezTo>
                    <a:cubicBezTo>
                      <a:pt x="194894" y="93897"/>
                      <a:pt x="183803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351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3" name="Google Shape;3353;p47"/>
            <p:cNvGrpSpPr/>
            <p:nvPr/>
          </p:nvGrpSpPr>
          <p:grpSpPr>
            <a:xfrm>
              <a:off x="3829623" y="2378741"/>
              <a:ext cx="883852" cy="621029"/>
              <a:chOff x="5639248" y="3120866"/>
              <a:chExt cx="883852" cy="621029"/>
            </a:xfrm>
          </p:grpSpPr>
          <p:sp>
            <p:nvSpPr>
              <p:cNvPr id="3354" name="Google Shape;3354;p47"/>
              <p:cNvSpPr/>
              <p:nvPr/>
            </p:nvSpPr>
            <p:spPr>
              <a:xfrm>
                <a:off x="5639248" y="323040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47"/>
              <p:cNvSpPr/>
              <p:nvPr/>
            </p:nvSpPr>
            <p:spPr>
              <a:xfrm>
                <a:off x="5639343" y="337356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47"/>
              <p:cNvSpPr/>
              <p:nvPr/>
            </p:nvSpPr>
            <p:spPr>
              <a:xfrm>
                <a:off x="6456573" y="3376612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47"/>
              <p:cNvSpPr/>
              <p:nvPr/>
            </p:nvSpPr>
            <p:spPr>
              <a:xfrm>
                <a:off x="5639248" y="31208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47"/>
              <p:cNvSpPr/>
              <p:nvPr/>
            </p:nvSpPr>
            <p:spPr>
              <a:xfrm>
                <a:off x="5764868" y="3190470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7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6"/>
                      <a:pt x="216136" y="383976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4" y="143280"/>
                      <a:pt x="632117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47"/>
              <p:cNvSpPr/>
              <p:nvPr/>
            </p:nvSpPr>
            <p:spPr>
              <a:xfrm>
                <a:off x="5765458" y="321237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47"/>
              <p:cNvSpPr/>
              <p:nvPr/>
            </p:nvSpPr>
            <p:spPr>
              <a:xfrm>
                <a:off x="5927022" y="3295364"/>
                <a:ext cx="294875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213" extrusionOk="0">
                    <a:moveTo>
                      <a:pt x="149495" y="28861"/>
                    </a:moveTo>
                    <a:cubicBezTo>
                      <a:pt x="145608" y="28851"/>
                      <a:pt x="141730" y="29166"/>
                      <a:pt x="137900" y="29813"/>
                    </a:cubicBezTo>
                    <a:cubicBezTo>
                      <a:pt x="132673" y="30575"/>
                      <a:pt x="126876" y="31623"/>
                      <a:pt x="120413" y="32956"/>
                    </a:cubicBezTo>
                    <a:cubicBezTo>
                      <a:pt x="113950" y="34290"/>
                      <a:pt x="107298" y="36004"/>
                      <a:pt x="100265" y="38100"/>
                    </a:cubicBezTo>
                    <a:cubicBezTo>
                      <a:pt x="93498" y="40148"/>
                      <a:pt x="86893" y="42701"/>
                      <a:pt x="80497" y="45720"/>
                    </a:cubicBezTo>
                    <a:lnTo>
                      <a:pt x="131247" y="75057"/>
                    </a:lnTo>
                    <a:lnTo>
                      <a:pt x="140751" y="71914"/>
                    </a:lnTo>
                    <a:cubicBezTo>
                      <a:pt x="153676" y="67532"/>
                      <a:pt x="165841" y="63913"/>
                      <a:pt x="177341" y="60865"/>
                    </a:cubicBezTo>
                    <a:cubicBezTo>
                      <a:pt x="188108" y="58026"/>
                      <a:pt x="199114" y="56207"/>
                      <a:pt x="210224" y="55435"/>
                    </a:cubicBezTo>
                    <a:cubicBezTo>
                      <a:pt x="220374" y="54826"/>
                      <a:pt x="230571" y="55531"/>
                      <a:pt x="240541" y="57531"/>
                    </a:cubicBezTo>
                    <a:cubicBezTo>
                      <a:pt x="250577" y="59760"/>
                      <a:pt x="260195" y="63551"/>
                      <a:pt x="269052" y="68771"/>
                    </a:cubicBezTo>
                    <a:cubicBezTo>
                      <a:pt x="277824" y="73171"/>
                      <a:pt x="285351" y="79724"/>
                      <a:pt x="290911" y="87821"/>
                    </a:cubicBezTo>
                    <a:cubicBezTo>
                      <a:pt x="294627" y="93745"/>
                      <a:pt x="295796" y="100927"/>
                      <a:pt x="294142" y="107728"/>
                    </a:cubicBezTo>
                    <a:cubicBezTo>
                      <a:pt x="291985" y="115205"/>
                      <a:pt x="287889" y="121977"/>
                      <a:pt x="282262" y="127349"/>
                    </a:cubicBezTo>
                    <a:cubicBezTo>
                      <a:pt x="275315" y="134379"/>
                      <a:pt x="267522" y="140522"/>
                      <a:pt x="259073" y="145637"/>
                    </a:cubicBezTo>
                    <a:lnTo>
                      <a:pt x="291386" y="164687"/>
                    </a:lnTo>
                    <a:lnTo>
                      <a:pt x="273709" y="174879"/>
                    </a:lnTo>
                    <a:lnTo>
                      <a:pt x="241111" y="155829"/>
                    </a:lnTo>
                    <a:cubicBezTo>
                      <a:pt x="225572" y="163487"/>
                      <a:pt x="209349" y="169650"/>
                      <a:pt x="192642" y="174212"/>
                    </a:cubicBezTo>
                    <a:cubicBezTo>
                      <a:pt x="175155" y="179051"/>
                      <a:pt x="157288" y="182394"/>
                      <a:pt x="139230" y="184213"/>
                    </a:cubicBezTo>
                    <a:lnTo>
                      <a:pt x="122219" y="153638"/>
                    </a:lnTo>
                    <a:cubicBezTo>
                      <a:pt x="126952" y="153514"/>
                      <a:pt x="131684" y="153133"/>
                      <a:pt x="136379" y="152495"/>
                    </a:cubicBezTo>
                    <a:cubicBezTo>
                      <a:pt x="142842" y="151733"/>
                      <a:pt x="149875" y="150590"/>
                      <a:pt x="157763" y="148876"/>
                    </a:cubicBezTo>
                    <a:cubicBezTo>
                      <a:pt x="165651" y="147161"/>
                      <a:pt x="173824" y="145066"/>
                      <a:pt x="182568" y="142494"/>
                    </a:cubicBezTo>
                    <a:cubicBezTo>
                      <a:pt x="191074" y="139970"/>
                      <a:pt x="199361" y="136779"/>
                      <a:pt x="207373" y="132969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36" y="118615"/>
                      <a:pt x="35544" y="115405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3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105" y="82201"/>
                    </a:moveTo>
                    <a:cubicBezTo>
                      <a:pt x="69758" y="86116"/>
                      <a:pt x="77484" y="87782"/>
                      <a:pt x="85154" y="86963"/>
                    </a:cubicBezTo>
                    <a:cubicBezTo>
                      <a:pt x="95475" y="85792"/>
                      <a:pt x="105635" y="83525"/>
                      <a:pt x="115471" y="80200"/>
                    </a:cubicBezTo>
                    <a:lnTo>
                      <a:pt x="67952" y="52673"/>
                    </a:lnTo>
                    <a:cubicBezTo>
                      <a:pt x="50180" y="64484"/>
                      <a:pt x="48849" y="74390"/>
                      <a:pt x="63105" y="82582"/>
                    </a:cubicBezTo>
                    <a:close/>
                    <a:moveTo>
                      <a:pt x="229992" y="96203"/>
                    </a:moveTo>
                    <a:cubicBezTo>
                      <a:pt x="222750" y="92221"/>
                      <a:pt x="214405" y="90716"/>
                      <a:pt x="206232" y="91916"/>
                    </a:cubicBezTo>
                    <a:cubicBezTo>
                      <a:pt x="194951" y="93374"/>
                      <a:pt x="183822" y="95831"/>
                      <a:pt x="172969" y="99250"/>
                    </a:cubicBezTo>
                    <a:lnTo>
                      <a:pt x="220488" y="126587"/>
                    </a:lnTo>
                    <a:cubicBezTo>
                      <a:pt x="240512" y="114462"/>
                      <a:pt x="243677" y="104461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47"/>
              <p:cNvSpPr/>
              <p:nvPr/>
            </p:nvSpPr>
            <p:spPr>
              <a:xfrm>
                <a:off x="6049241" y="343233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47"/>
              <p:cNvSpPr/>
              <p:nvPr/>
            </p:nvSpPr>
            <p:spPr>
              <a:xfrm>
                <a:off x="6176402" y="3443287"/>
                <a:ext cx="42006" cy="19621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621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621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47"/>
              <p:cNvSpPr/>
              <p:nvPr/>
            </p:nvSpPr>
            <p:spPr>
              <a:xfrm>
                <a:off x="6190467" y="33800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47"/>
              <p:cNvSpPr/>
              <p:nvPr/>
            </p:nvSpPr>
            <p:spPr>
              <a:xfrm>
                <a:off x="6091248" y="33864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47"/>
              <p:cNvSpPr/>
              <p:nvPr/>
            </p:nvSpPr>
            <p:spPr>
              <a:xfrm>
                <a:off x="5995069" y="3331273"/>
                <a:ext cx="58923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862" extrusionOk="0">
                    <a:moveTo>
                      <a:pt x="0" y="11049"/>
                    </a:moveTo>
                    <a:lnTo>
                      <a:pt x="48944" y="38862"/>
                    </a:lnTo>
                    <a:lnTo>
                      <a:pt x="58923" y="31623"/>
                    </a:lnTo>
                    <a:cubicBezTo>
                      <a:pt x="58923" y="31623"/>
                      <a:pt x="52841" y="24575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47"/>
              <p:cNvSpPr/>
              <p:nvPr/>
            </p:nvSpPr>
            <p:spPr>
              <a:xfrm>
                <a:off x="6049241" y="330012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47"/>
              <p:cNvSpPr/>
              <p:nvPr/>
            </p:nvSpPr>
            <p:spPr>
              <a:xfrm>
                <a:off x="5927022" y="3295078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47"/>
              <p:cNvSpPr/>
              <p:nvPr/>
            </p:nvSpPr>
            <p:spPr>
              <a:xfrm>
                <a:off x="5927973" y="3352800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717"/>
                    </a:moveTo>
                    <a:lnTo>
                      <a:pt x="0" y="0"/>
                    </a:lnTo>
                    <a:lnTo>
                      <a:pt x="30222" y="0"/>
                    </a:lnTo>
                    <a:lnTo>
                      <a:pt x="22904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47"/>
              <p:cNvSpPr/>
              <p:nvPr/>
            </p:nvSpPr>
            <p:spPr>
              <a:xfrm>
                <a:off x="5927022" y="3277266"/>
                <a:ext cx="294877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877" h="185546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813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3"/>
                    </a:cubicBezTo>
                    <a:cubicBezTo>
                      <a:pt x="93517" y="41491"/>
                      <a:pt x="86912" y="44005"/>
                      <a:pt x="80497" y="46958"/>
                    </a:cubicBezTo>
                    <a:lnTo>
                      <a:pt x="131247" y="76390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74" y="56178"/>
                      <a:pt x="230552" y="56855"/>
                      <a:pt x="240541" y="58769"/>
                    </a:cubicBezTo>
                    <a:cubicBezTo>
                      <a:pt x="250577" y="61036"/>
                      <a:pt x="260195" y="64856"/>
                      <a:pt x="269052" y="70104"/>
                    </a:cubicBezTo>
                    <a:cubicBezTo>
                      <a:pt x="277824" y="74504"/>
                      <a:pt x="285351" y="81058"/>
                      <a:pt x="290911" y="89154"/>
                    </a:cubicBezTo>
                    <a:cubicBezTo>
                      <a:pt x="294636" y="95040"/>
                      <a:pt x="295796" y="102194"/>
                      <a:pt x="294142" y="108966"/>
                    </a:cubicBezTo>
                    <a:cubicBezTo>
                      <a:pt x="292013" y="116481"/>
                      <a:pt x="287908" y="123292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308"/>
                    </a:lnTo>
                    <a:lnTo>
                      <a:pt x="241111" y="157258"/>
                    </a:lnTo>
                    <a:cubicBezTo>
                      <a:pt x="225591" y="164925"/>
                      <a:pt x="209359" y="171050"/>
                      <a:pt x="192642" y="175546"/>
                    </a:cubicBezTo>
                    <a:cubicBezTo>
                      <a:pt x="175164" y="180422"/>
                      <a:pt x="157288" y="183775"/>
                      <a:pt x="139230" y="185547"/>
                    </a:cubicBezTo>
                    <a:lnTo>
                      <a:pt x="122219" y="154972"/>
                    </a:lnTo>
                    <a:cubicBezTo>
                      <a:pt x="125355" y="154972"/>
                      <a:pt x="130107" y="154972"/>
                      <a:pt x="136379" y="153924"/>
                    </a:cubicBezTo>
                    <a:cubicBezTo>
                      <a:pt x="142652" y="152876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7"/>
                    </a:cubicBezTo>
                    <a:cubicBezTo>
                      <a:pt x="191074" y="141303"/>
                      <a:pt x="199361" y="138113"/>
                      <a:pt x="207373" y="134302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8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377"/>
                      <a:pt x="60900" y="122549"/>
                      <a:pt x="52271" y="120586"/>
                    </a:cubicBezTo>
                    <a:cubicBezTo>
                      <a:pt x="43727" y="118662"/>
                      <a:pt x="35525" y="115452"/>
                      <a:pt x="27941" y="111061"/>
                    </a:cubicBezTo>
                    <a:cubicBezTo>
                      <a:pt x="19597" y="106670"/>
                      <a:pt x="12355" y="100460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18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75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180" y="65437"/>
                      <a:pt x="48849" y="75533"/>
                      <a:pt x="63105" y="83534"/>
                    </a:cubicBezTo>
                    <a:close/>
                    <a:moveTo>
                      <a:pt x="229992" y="97441"/>
                    </a:moveTo>
                    <a:cubicBezTo>
                      <a:pt x="222740" y="93497"/>
                      <a:pt x="214396" y="92021"/>
                      <a:pt x="206232" y="93250"/>
                    </a:cubicBezTo>
                    <a:cubicBezTo>
                      <a:pt x="194951" y="94707"/>
                      <a:pt x="183822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256" y="115538"/>
                      <a:pt x="243677" y="105442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0" name="Google Shape;3370;p47"/>
            <p:cNvGrpSpPr/>
            <p:nvPr/>
          </p:nvGrpSpPr>
          <p:grpSpPr>
            <a:xfrm>
              <a:off x="3810520" y="2225674"/>
              <a:ext cx="883852" cy="621125"/>
              <a:chOff x="5620145" y="2967799"/>
              <a:chExt cx="883852" cy="621125"/>
            </a:xfrm>
          </p:grpSpPr>
          <p:sp>
            <p:nvSpPr>
              <p:cNvPr id="3371" name="Google Shape;3371;p47"/>
              <p:cNvSpPr/>
              <p:nvPr/>
            </p:nvSpPr>
            <p:spPr>
              <a:xfrm>
                <a:off x="5620145" y="30774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47"/>
              <p:cNvSpPr/>
              <p:nvPr/>
            </p:nvSpPr>
            <p:spPr>
              <a:xfrm>
                <a:off x="5620240" y="3220497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47"/>
              <p:cNvSpPr/>
              <p:nvPr/>
            </p:nvSpPr>
            <p:spPr>
              <a:xfrm>
                <a:off x="6437470" y="3223545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47"/>
              <p:cNvSpPr/>
              <p:nvPr/>
            </p:nvSpPr>
            <p:spPr>
              <a:xfrm>
                <a:off x="5620145" y="296779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47"/>
              <p:cNvSpPr/>
              <p:nvPr/>
            </p:nvSpPr>
            <p:spPr>
              <a:xfrm>
                <a:off x="5745842" y="3037498"/>
                <a:ext cx="632610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21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1"/>
                      <a:pt x="216059" y="383881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69" y="92131"/>
                      <a:pt x="637267" y="14385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47"/>
              <p:cNvSpPr/>
              <p:nvPr/>
            </p:nvSpPr>
            <p:spPr>
              <a:xfrm>
                <a:off x="5746450" y="3059406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3"/>
                      <a:pt x="596363" y="257866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3"/>
                      <a:pt x="0" y="172141"/>
                    </a:cubicBezTo>
                    <a:cubicBezTo>
                      <a:pt x="4372" y="128992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47"/>
              <p:cNvSpPr/>
              <p:nvPr/>
            </p:nvSpPr>
            <p:spPr>
              <a:xfrm>
                <a:off x="5907730" y="3141821"/>
                <a:ext cx="294899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451" extrusionOk="0">
                    <a:moveTo>
                      <a:pt x="149685" y="30004"/>
                    </a:moveTo>
                    <a:cubicBezTo>
                      <a:pt x="145807" y="30004"/>
                      <a:pt x="141929" y="30289"/>
                      <a:pt x="138090" y="30861"/>
                    </a:cubicBezTo>
                    <a:cubicBezTo>
                      <a:pt x="132958" y="31623"/>
                      <a:pt x="127066" y="32671"/>
                      <a:pt x="120603" y="34004"/>
                    </a:cubicBezTo>
                    <a:cubicBezTo>
                      <a:pt x="114140" y="35338"/>
                      <a:pt x="107488" y="37147"/>
                      <a:pt x="100550" y="39243"/>
                    </a:cubicBezTo>
                    <a:cubicBezTo>
                      <a:pt x="93745" y="41243"/>
                      <a:pt x="87112" y="43758"/>
                      <a:pt x="80687" y="46768"/>
                    </a:cubicBezTo>
                    <a:lnTo>
                      <a:pt x="131532" y="76200"/>
                    </a:lnTo>
                    <a:lnTo>
                      <a:pt x="140561" y="72961"/>
                    </a:lnTo>
                    <a:cubicBezTo>
                      <a:pt x="153486" y="68675"/>
                      <a:pt x="165746" y="65056"/>
                      <a:pt x="177151" y="62008"/>
                    </a:cubicBezTo>
                    <a:cubicBezTo>
                      <a:pt x="187909" y="59122"/>
                      <a:pt x="198924" y="57312"/>
                      <a:pt x="210034" y="56578"/>
                    </a:cubicBezTo>
                    <a:cubicBezTo>
                      <a:pt x="220250" y="55874"/>
                      <a:pt x="230505" y="56540"/>
                      <a:pt x="240541" y="58579"/>
                    </a:cubicBezTo>
                    <a:cubicBezTo>
                      <a:pt x="250586" y="60827"/>
                      <a:pt x="260204" y="64656"/>
                      <a:pt x="269052" y="69913"/>
                    </a:cubicBezTo>
                    <a:cubicBezTo>
                      <a:pt x="277834" y="74304"/>
                      <a:pt x="285351" y="80858"/>
                      <a:pt x="290911" y="88963"/>
                    </a:cubicBezTo>
                    <a:cubicBezTo>
                      <a:pt x="294665" y="94869"/>
                      <a:pt x="295834" y="102070"/>
                      <a:pt x="294142" y="108871"/>
                    </a:cubicBezTo>
                    <a:cubicBezTo>
                      <a:pt x="292032" y="116367"/>
                      <a:pt x="287927" y="123149"/>
                      <a:pt x="282262" y="128492"/>
                    </a:cubicBezTo>
                    <a:cubicBezTo>
                      <a:pt x="275287" y="135522"/>
                      <a:pt x="267503" y="141694"/>
                      <a:pt x="259073" y="146875"/>
                    </a:cubicBezTo>
                    <a:lnTo>
                      <a:pt x="291386" y="165925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610" y="164811"/>
                      <a:pt x="209368" y="170974"/>
                      <a:pt x="192642" y="175450"/>
                    </a:cubicBezTo>
                    <a:cubicBezTo>
                      <a:pt x="175155" y="180289"/>
                      <a:pt x="157288" y="183642"/>
                      <a:pt x="139230" y="185452"/>
                    </a:cubicBezTo>
                    <a:lnTo>
                      <a:pt x="122219" y="154876"/>
                    </a:lnTo>
                    <a:cubicBezTo>
                      <a:pt x="125355" y="154876"/>
                      <a:pt x="130107" y="154876"/>
                      <a:pt x="136474" y="153829"/>
                    </a:cubicBezTo>
                    <a:cubicBezTo>
                      <a:pt x="142842" y="152781"/>
                      <a:pt x="149875" y="151828"/>
                      <a:pt x="157763" y="150114"/>
                    </a:cubicBezTo>
                    <a:cubicBezTo>
                      <a:pt x="165651" y="148399"/>
                      <a:pt x="173824" y="146304"/>
                      <a:pt x="182568" y="143732"/>
                    </a:cubicBezTo>
                    <a:cubicBezTo>
                      <a:pt x="191074" y="141227"/>
                      <a:pt x="199370" y="138036"/>
                      <a:pt x="207373" y="134207"/>
                    </a:cubicBezTo>
                    <a:lnTo>
                      <a:pt x="156907" y="104965"/>
                    </a:lnTo>
                    <a:lnTo>
                      <a:pt x="150255" y="107251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16" y="106547"/>
                      <a:pt x="12383" y="100336"/>
                      <a:pt x="6748" y="92773"/>
                    </a:cubicBezTo>
                    <a:cubicBezTo>
                      <a:pt x="2690" y="87068"/>
                      <a:pt x="684" y="80153"/>
                      <a:pt x="1045" y="73152"/>
                    </a:cubicBezTo>
                    <a:cubicBezTo>
                      <a:pt x="1768" y="65856"/>
                      <a:pt x="4685" y="58941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344"/>
                    </a:moveTo>
                    <a:cubicBezTo>
                      <a:pt x="70043" y="87173"/>
                      <a:pt x="77712" y="88830"/>
                      <a:pt x="85344" y="88106"/>
                    </a:cubicBezTo>
                    <a:cubicBezTo>
                      <a:pt x="95656" y="86935"/>
                      <a:pt x="105825" y="84668"/>
                      <a:pt x="115661" y="81343"/>
                    </a:cubicBezTo>
                    <a:lnTo>
                      <a:pt x="68142" y="53721"/>
                    </a:lnTo>
                    <a:cubicBezTo>
                      <a:pt x="50465" y="65056"/>
                      <a:pt x="49040" y="74867"/>
                      <a:pt x="63390" y="83153"/>
                    </a:cubicBezTo>
                    <a:close/>
                    <a:moveTo>
                      <a:pt x="230182" y="96679"/>
                    </a:moveTo>
                    <a:cubicBezTo>
                      <a:pt x="222930" y="92735"/>
                      <a:pt x="214586" y="91259"/>
                      <a:pt x="206422" y="92488"/>
                    </a:cubicBezTo>
                    <a:cubicBezTo>
                      <a:pt x="195170" y="93907"/>
                      <a:pt x="184069" y="96336"/>
                      <a:pt x="173254" y="99727"/>
                    </a:cubicBezTo>
                    <a:lnTo>
                      <a:pt x="220773" y="127159"/>
                    </a:lnTo>
                    <a:cubicBezTo>
                      <a:pt x="240541" y="115157"/>
                      <a:pt x="243867" y="105061"/>
                      <a:pt x="23018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47"/>
              <p:cNvSpPr/>
              <p:nvPr/>
            </p:nvSpPr>
            <p:spPr>
              <a:xfrm>
                <a:off x="6030138" y="3279362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47"/>
              <p:cNvSpPr/>
              <p:nvPr/>
            </p:nvSpPr>
            <p:spPr>
              <a:xfrm>
                <a:off x="6157299" y="329022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47"/>
              <p:cNvSpPr/>
              <p:nvPr/>
            </p:nvSpPr>
            <p:spPr>
              <a:xfrm>
                <a:off x="6171364" y="3226974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47"/>
              <p:cNvSpPr/>
              <p:nvPr/>
            </p:nvSpPr>
            <p:spPr>
              <a:xfrm>
                <a:off x="6072240" y="3233356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47"/>
              <p:cNvSpPr/>
              <p:nvPr/>
            </p:nvSpPr>
            <p:spPr>
              <a:xfrm>
                <a:off x="5975967" y="3178206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5"/>
                      <a:pt x="52366" y="23908"/>
                    </a:cubicBezTo>
                    <a:cubicBezTo>
                      <a:pt x="47966" y="18878"/>
                      <a:pt x="42805" y="14573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47"/>
              <p:cNvSpPr/>
              <p:nvPr/>
            </p:nvSpPr>
            <p:spPr>
              <a:xfrm>
                <a:off x="6030138" y="3147155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239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47"/>
              <p:cNvSpPr/>
              <p:nvPr/>
            </p:nvSpPr>
            <p:spPr>
              <a:xfrm>
                <a:off x="5907920" y="3142011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47"/>
              <p:cNvSpPr/>
              <p:nvPr/>
            </p:nvSpPr>
            <p:spPr>
              <a:xfrm>
                <a:off x="5908870" y="319963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47"/>
              <p:cNvSpPr/>
              <p:nvPr/>
            </p:nvSpPr>
            <p:spPr>
              <a:xfrm>
                <a:off x="5908110" y="3125057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90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8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1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2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5"/>
                    </a:lnTo>
                    <a:cubicBezTo>
                      <a:pt x="130012" y="112967"/>
                      <a:pt x="118417" y="116300"/>
                      <a:pt x="107773" y="118300"/>
                    </a:cubicBezTo>
                    <a:cubicBezTo>
                      <a:pt x="98212" y="120767"/>
                      <a:pt x="88442" y="122330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4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2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7" name="Google Shape;3387;p47"/>
            <p:cNvGrpSpPr/>
            <p:nvPr/>
          </p:nvGrpSpPr>
          <p:grpSpPr>
            <a:xfrm>
              <a:off x="3839126" y="2072703"/>
              <a:ext cx="883852" cy="621124"/>
              <a:chOff x="5648751" y="2814828"/>
              <a:chExt cx="883852" cy="621124"/>
            </a:xfrm>
          </p:grpSpPr>
          <p:sp>
            <p:nvSpPr>
              <p:cNvPr id="3388" name="Google Shape;3388;p47"/>
              <p:cNvSpPr/>
              <p:nvPr/>
            </p:nvSpPr>
            <p:spPr>
              <a:xfrm>
                <a:off x="5648751" y="292446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47"/>
              <p:cNvSpPr/>
              <p:nvPr/>
            </p:nvSpPr>
            <p:spPr>
              <a:xfrm>
                <a:off x="5648941" y="306752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47"/>
              <p:cNvSpPr/>
              <p:nvPr/>
            </p:nvSpPr>
            <p:spPr>
              <a:xfrm>
                <a:off x="6466077" y="307057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47"/>
              <p:cNvSpPr/>
              <p:nvPr/>
            </p:nvSpPr>
            <p:spPr>
              <a:xfrm>
                <a:off x="5648751" y="281482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2" name="Google Shape;3392;p47"/>
              <p:cNvSpPr/>
              <p:nvPr/>
            </p:nvSpPr>
            <p:spPr>
              <a:xfrm>
                <a:off x="5774449" y="2884431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47"/>
              <p:cNvSpPr/>
              <p:nvPr/>
            </p:nvSpPr>
            <p:spPr>
              <a:xfrm>
                <a:off x="5775057" y="2906363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47"/>
              <p:cNvSpPr/>
              <p:nvPr/>
            </p:nvSpPr>
            <p:spPr>
              <a:xfrm>
                <a:off x="5936526" y="2988278"/>
                <a:ext cx="294942" cy="185832"/>
              </a:xfrm>
              <a:custGeom>
                <a:avLst/>
                <a:gdLst/>
                <a:ahLst/>
                <a:cxnLst/>
                <a:rect l="l" t="t" r="r" b="b"/>
                <a:pathLst>
                  <a:path w="294942" h="185832" extrusionOk="0">
                    <a:moveTo>
                      <a:pt x="149495" y="30290"/>
                    </a:moveTo>
                    <a:cubicBezTo>
                      <a:pt x="145608" y="30280"/>
                      <a:pt x="141730" y="30604"/>
                      <a:pt x="137900" y="31242"/>
                    </a:cubicBezTo>
                    <a:cubicBezTo>
                      <a:pt x="132768" y="32004"/>
                      <a:pt x="126876" y="33052"/>
                      <a:pt x="120413" y="34385"/>
                    </a:cubicBezTo>
                    <a:cubicBezTo>
                      <a:pt x="113950" y="35719"/>
                      <a:pt x="107298" y="37529"/>
                      <a:pt x="100360" y="39529"/>
                    </a:cubicBezTo>
                    <a:cubicBezTo>
                      <a:pt x="93574" y="41624"/>
                      <a:pt x="86941" y="44168"/>
                      <a:pt x="80497" y="47149"/>
                    </a:cubicBezTo>
                    <a:lnTo>
                      <a:pt x="131342" y="76581"/>
                    </a:lnTo>
                    <a:lnTo>
                      <a:pt x="140846" y="73342"/>
                    </a:lnTo>
                    <a:cubicBezTo>
                      <a:pt x="153771" y="69056"/>
                      <a:pt x="165936" y="65342"/>
                      <a:pt x="177341" y="62389"/>
                    </a:cubicBezTo>
                    <a:cubicBezTo>
                      <a:pt x="188127" y="59474"/>
                      <a:pt x="199171" y="57626"/>
                      <a:pt x="210319" y="56864"/>
                    </a:cubicBezTo>
                    <a:cubicBezTo>
                      <a:pt x="220440" y="56255"/>
                      <a:pt x="230600" y="56960"/>
                      <a:pt x="240541" y="58960"/>
                    </a:cubicBezTo>
                    <a:cubicBezTo>
                      <a:pt x="250596" y="61170"/>
                      <a:pt x="260223" y="64999"/>
                      <a:pt x="269052" y="70295"/>
                    </a:cubicBezTo>
                    <a:cubicBezTo>
                      <a:pt x="277872" y="74657"/>
                      <a:pt x="285427" y="81220"/>
                      <a:pt x="291006" y="89345"/>
                    </a:cubicBezTo>
                    <a:cubicBezTo>
                      <a:pt x="294684" y="95288"/>
                      <a:pt x="295843" y="102451"/>
                      <a:pt x="294237" y="109252"/>
                    </a:cubicBezTo>
                    <a:cubicBezTo>
                      <a:pt x="292004" y="116719"/>
                      <a:pt x="287879" y="123482"/>
                      <a:pt x="282262" y="128873"/>
                    </a:cubicBezTo>
                    <a:cubicBezTo>
                      <a:pt x="275287" y="135903"/>
                      <a:pt x="267503" y="142075"/>
                      <a:pt x="259073" y="147257"/>
                    </a:cubicBezTo>
                    <a:lnTo>
                      <a:pt x="291386" y="166307"/>
                    </a:lnTo>
                    <a:lnTo>
                      <a:pt x="273804" y="176498"/>
                    </a:lnTo>
                    <a:lnTo>
                      <a:pt x="241206" y="157448"/>
                    </a:lnTo>
                    <a:cubicBezTo>
                      <a:pt x="225677" y="165116"/>
                      <a:pt x="209444" y="171279"/>
                      <a:pt x="192737" y="175832"/>
                    </a:cubicBezTo>
                    <a:cubicBezTo>
                      <a:pt x="175212" y="180670"/>
                      <a:pt x="157316" y="184013"/>
                      <a:pt x="139230" y="185833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970" y="151924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3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cubicBezTo>
                      <a:pt x="148069" y="108109"/>
                      <a:pt x="145693" y="108775"/>
                      <a:pt x="143317" y="109442"/>
                    </a:cubicBez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01"/>
                      <a:pt x="35554" y="115300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00" y="83725"/>
                    </a:moveTo>
                    <a:cubicBezTo>
                      <a:pt x="69881" y="87563"/>
                      <a:pt x="77589" y="89230"/>
                      <a:pt x="85249" y="88487"/>
                    </a:cubicBezTo>
                    <a:cubicBezTo>
                      <a:pt x="95532" y="87268"/>
                      <a:pt x="105663" y="84963"/>
                      <a:pt x="115471" y="81629"/>
                    </a:cubicBezTo>
                    <a:lnTo>
                      <a:pt x="67952" y="54102"/>
                    </a:lnTo>
                    <a:cubicBezTo>
                      <a:pt x="50180" y="65532"/>
                      <a:pt x="48849" y="75438"/>
                      <a:pt x="63200" y="83725"/>
                    </a:cubicBezTo>
                    <a:close/>
                    <a:moveTo>
                      <a:pt x="229992" y="97822"/>
                    </a:moveTo>
                    <a:cubicBezTo>
                      <a:pt x="222750" y="93840"/>
                      <a:pt x="214405" y="92335"/>
                      <a:pt x="206232" y="93536"/>
                    </a:cubicBezTo>
                    <a:cubicBezTo>
                      <a:pt x="194989" y="95040"/>
                      <a:pt x="183898" y="97498"/>
                      <a:pt x="173064" y="100870"/>
                    </a:cubicBezTo>
                    <a:lnTo>
                      <a:pt x="220583" y="128207"/>
                    </a:lnTo>
                    <a:cubicBezTo>
                      <a:pt x="240256" y="115729"/>
                      <a:pt x="243677" y="105537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47"/>
              <p:cNvSpPr/>
              <p:nvPr/>
            </p:nvSpPr>
            <p:spPr>
              <a:xfrm>
                <a:off x="6058745" y="31260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47"/>
              <p:cNvSpPr/>
              <p:nvPr/>
            </p:nvSpPr>
            <p:spPr>
              <a:xfrm>
                <a:off x="6185905" y="313724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47"/>
              <p:cNvSpPr/>
              <p:nvPr/>
            </p:nvSpPr>
            <p:spPr>
              <a:xfrm>
                <a:off x="6199971" y="307400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47"/>
              <p:cNvSpPr/>
              <p:nvPr/>
            </p:nvSpPr>
            <p:spPr>
              <a:xfrm>
                <a:off x="6100751" y="3080384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7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5"/>
                    </a:cubicBezTo>
                    <a:cubicBezTo>
                      <a:pt x="15681" y="20098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47"/>
              <p:cNvSpPr/>
              <p:nvPr/>
            </p:nvSpPr>
            <p:spPr>
              <a:xfrm>
                <a:off x="6004573" y="3025235"/>
                <a:ext cx="5873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733" h="38957" extrusionOk="0">
                    <a:moveTo>
                      <a:pt x="0" y="11049"/>
                    </a:moveTo>
                    <a:lnTo>
                      <a:pt x="48659" y="38957"/>
                    </a:lnTo>
                    <a:lnTo>
                      <a:pt x="58733" y="31623"/>
                    </a:lnTo>
                    <a:cubicBezTo>
                      <a:pt x="58733" y="31623"/>
                      <a:pt x="52556" y="24575"/>
                      <a:pt x="52081" y="23908"/>
                    </a:cubicBezTo>
                    <a:cubicBezTo>
                      <a:pt x="47699" y="18869"/>
                      <a:pt x="42567" y="14526"/>
                      <a:pt x="36875" y="11049"/>
                    </a:cubicBezTo>
                    <a:cubicBezTo>
                      <a:pt x="33168" y="10382"/>
                      <a:pt x="9979" y="0"/>
                      <a:pt x="997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47"/>
              <p:cNvSpPr/>
              <p:nvPr/>
            </p:nvSpPr>
            <p:spPr>
              <a:xfrm>
                <a:off x="6058745" y="299408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47"/>
              <p:cNvSpPr/>
              <p:nvPr/>
            </p:nvSpPr>
            <p:spPr>
              <a:xfrm>
                <a:off x="5936526" y="2989040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47"/>
              <p:cNvSpPr/>
              <p:nvPr/>
            </p:nvSpPr>
            <p:spPr>
              <a:xfrm>
                <a:off x="5937476" y="3046571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907"/>
                    </a:moveTo>
                    <a:cubicBezTo>
                      <a:pt x="0" y="17907"/>
                      <a:pt x="0" y="0"/>
                      <a:pt x="0" y="0"/>
                    </a:cubicBezTo>
                    <a:lnTo>
                      <a:pt x="30222" y="0"/>
                    </a:lnTo>
                    <a:lnTo>
                      <a:pt x="22999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47"/>
              <p:cNvSpPr/>
              <p:nvPr/>
            </p:nvSpPr>
            <p:spPr>
              <a:xfrm>
                <a:off x="5936526" y="2971514"/>
                <a:ext cx="294948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948" h="185546" extrusionOk="0">
                    <a:moveTo>
                      <a:pt x="149495" y="29908"/>
                    </a:moveTo>
                    <a:cubicBezTo>
                      <a:pt x="145608" y="29899"/>
                      <a:pt x="141730" y="30223"/>
                      <a:pt x="137900" y="30861"/>
                    </a:cubicBezTo>
                    <a:cubicBezTo>
                      <a:pt x="132768" y="31623"/>
                      <a:pt x="126876" y="32671"/>
                      <a:pt x="120413" y="34004"/>
                    </a:cubicBezTo>
                    <a:cubicBezTo>
                      <a:pt x="113950" y="35338"/>
                      <a:pt x="107298" y="37052"/>
                      <a:pt x="100360" y="39148"/>
                    </a:cubicBezTo>
                    <a:cubicBezTo>
                      <a:pt x="93565" y="41196"/>
                      <a:pt x="86922" y="43748"/>
                      <a:pt x="80497" y="46768"/>
                    </a:cubicBezTo>
                    <a:lnTo>
                      <a:pt x="131342" y="76105"/>
                    </a:lnTo>
                    <a:lnTo>
                      <a:pt x="140846" y="72866"/>
                    </a:lnTo>
                    <a:cubicBezTo>
                      <a:pt x="153771" y="68580"/>
                      <a:pt x="165936" y="64960"/>
                      <a:pt x="177341" y="61913"/>
                    </a:cubicBezTo>
                    <a:cubicBezTo>
                      <a:pt x="188137" y="59065"/>
                      <a:pt x="199180" y="57255"/>
                      <a:pt x="210319" y="56483"/>
                    </a:cubicBezTo>
                    <a:cubicBezTo>
                      <a:pt x="220440" y="55874"/>
                      <a:pt x="230600" y="56579"/>
                      <a:pt x="240541" y="58579"/>
                    </a:cubicBezTo>
                    <a:cubicBezTo>
                      <a:pt x="250586" y="60751"/>
                      <a:pt x="260214" y="64551"/>
                      <a:pt x="269052" y="69818"/>
                    </a:cubicBezTo>
                    <a:cubicBezTo>
                      <a:pt x="277853" y="74219"/>
                      <a:pt x="285399" y="80772"/>
                      <a:pt x="291006" y="88868"/>
                    </a:cubicBezTo>
                    <a:cubicBezTo>
                      <a:pt x="294693" y="94802"/>
                      <a:pt x="295853" y="101975"/>
                      <a:pt x="294237" y="108775"/>
                    </a:cubicBezTo>
                    <a:cubicBezTo>
                      <a:pt x="292004" y="116243"/>
                      <a:pt x="287879" y="123006"/>
                      <a:pt x="282262" y="128397"/>
                    </a:cubicBezTo>
                    <a:cubicBezTo>
                      <a:pt x="275363" y="135484"/>
                      <a:pt x="267646" y="141722"/>
                      <a:pt x="259263" y="146971"/>
                    </a:cubicBezTo>
                    <a:lnTo>
                      <a:pt x="291576" y="166021"/>
                    </a:lnTo>
                    <a:lnTo>
                      <a:pt x="273994" y="176213"/>
                    </a:lnTo>
                    <a:lnTo>
                      <a:pt x="241396" y="157163"/>
                    </a:lnTo>
                    <a:cubicBezTo>
                      <a:pt x="225857" y="164802"/>
                      <a:pt x="209635" y="170926"/>
                      <a:pt x="192927" y="175450"/>
                    </a:cubicBezTo>
                    <a:cubicBezTo>
                      <a:pt x="175421" y="180365"/>
                      <a:pt x="157516" y="183747"/>
                      <a:pt x="139421" y="185547"/>
                    </a:cubicBezTo>
                    <a:lnTo>
                      <a:pt x="122409" y="154876"/>
                    </a:lnTo>
                    <a:cubicBezTo>
                      <a:pt x="127180" y="154800"/>
                      <a:pt x="131932" y="154448"/>
                      <a:pt x="136664" y="153829"/>
                    </a:cubicBezTo>
                    <a:cubicBezTo>
                      <a:pt x="143032" y="153067"/>
                      <a:pt x="150160" y="151829"/>
                      <a:pt x="157953" y="150114"/>
                    </a:cubicBezTo>
                    <a:cubicBezTo>
                      <a:pt x="165746" y="148400"/>
                      <a:pt x="174014" y="146304"/>
                      <a:pt x="182758" y="143828"/>
                    </a:cubicBezTo>
                    <a:cubicBezTo>
                      <a:pt x="191254" y="141275"/>
                      <a:pt x="199542" y="138093"/>
                      <a:pt x="207563" y="134303"/>
                    </a:cubicBezTo>
                    <a:lnTo>
                      <a:pt x="156907" y="105061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72"/>
                      <a:pt x="78596" y="123063"/>
                    </a:cubicBezTo>
                    <a:cubicBezTo>
                      <a:pt x="69748" y="123425"/>
                      <a:pt x="60900" y="122587"/>
                      <a:pt x="52271" y="120587"/>
                    </a:cubicBezTo>
                    <a:cubicBezTo>
                      <a:pt x="43736" y="118643"/>
                      <a:pt x="35535" y="115434"/>
                      <a:pt x="27941" y="111062"/>
                    </a:cubicBezTo>
                    <a:cubicBezTo>
                      <a:pt x="19616" y="106651"/>
                      <a:pt x="12374" y="100432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92" y="4286"/>
                      <a:pt x="119871" y="1638"/>
                      <a:pt x="134574" y="0"/>
                    </a:cubicBezTo>
                    <a:close/>
                    <a:moveTo>
                      <a:pt x="63200" y="83249"/>
                    </a:moveTo>
                    <a:cubicBezTo>
                      <a:pt x="69862" y="87125"/>
                      <a:pt x="77579" y="88792"/>
                      <a:pt x="85249" y="88011"/>
                    </a:cubicBezTo>
                    <a:cubicBezTo>
                      <a:pt x="95532" y="86830"/>
                      <a:pt x="105663" y="84563"/>
                      <a:pt x="115471" y="81248"/>
                    </a:cubicBezTo>
                    <a:lnTo>
                      <a:pt x="67952" y="53721"/>
                    </a:lnTo>
                    <a:cubicBezTo>
                      <a:pt x="50180" y="65151"/>
                      <a:pt x="48849" y="74962"/>
                      <a:pt x="63200" y="83249"/>
                    </a:cubicBezTo>
                    <a:close/>
                    <a:moveTo>
                      <a:pt x="229992" y="97250"/>
                    </a:moveTo>
                    <a:cubicBezTo>
                      <a:pt x="222759" y="93231"/>
                      <a:pt x="214405" y="91726"/>
                      <a:pt x="206232" y="92964"/>
                    </a:cubicBezTo>
                    <a:cubicBezTo>
                      <a:pt x="194980" y="94421"/>
                      <a:pt x="183879" y="96879"/>
                      <a:pt x="173064" y="100298"/>
                    </a:cubicBezTo>
                    <a:lnTo>
                      <a:pt x="220583" y="127635"/>
                    </a:lnTo>
                    <a:cubicBezTo>
                      <a:pt x="240541" y="115253"/>
                      <a:pt x="243677" y="105127"/>
                      <a:pt x="229992" y="9725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4" name="Google Shape;3404;p47"/>
            <p:cNvGrpSpPr/>
            <p:nvPr/>
          </p:nvGrpSpPr>
          <p:grpSpPr>
            <a:xfrm>
              <a:off x="3799020" y="4220685"/>
              <a:ext cx="883852" cy="621125"/>
              <a:chOff x="5608645" y="4962810"/>
              <a:chExt cx="883852" cy="621125"/>
            </a:xfrm>
          </p:grpSpPr>
          <p:sp>
            <p:nvSpPr>
              <p:cNvPr id="3405" name="Google Shape;3405;p47"/>
              <p:cNvSpPr/>
              <p:nvPr/>
            </p:nvSpPr>
            <p:spPr>
              <a:xfrm>
                <a:off x="5608645" y="507244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47"/>
              <p:cNvSpPr/>
              <p:nvPr/>
            </p:nvSpPr>
            <p:spPr>
              <a:xfrm>
                <a:off x="5608835" y="5215508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47"/>
              <p:cNvSpPr/>
              <p:nvPr/>
            </p:nvSpPr>
            <p:spPr>
              <a:xfrm>
                <a:off x="6425971" y="521855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47"/>
              <p:cNvSpPr/>
              <p:nvPr/>
            </p:nvSpPr>
            <p:spPr>
              <a:xfrm>
                <a:off x="5608645" y="4962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47"/>
              <p:cNvSpPr/>
              <p:nvPr/>
            </p:nvSpPr>
            <p:spPr>
              <a:xfrm>
                <a:off x="5734818" y="5032438"/>
                <a:ext cx="632517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154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094" y="92012"/>
                      <a:pt x="636792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47"/>
              <p:cNvSpPr/>
              <p:nvPr/>
            </p:nvSpPr>
            <p:spPr>
              <a:xfrm>
                <a:off x="5735426" y="5054346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47"/>
              <p:cNvSpPr/>
              <p:nvPr/>
            </p:nvSpPr>
            <p:spPr>
              <a:xfrm>
                <a:off x="5896325" y="5137308"/>
                <a:ext cx="29503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4784" extrusionOk="0">
                    <a:moveTo>
                      <a:pt x="149590" y="29242"/>
                    </a:moveTo>
                    <a:cubicBezTo>
                      <a:pt x="145702" y="29232"/>
                      <a:pt x="141825" y="29556"/>
                      <a:pt x="137995" y="30194"/>
                    </a:cubicBezTo>
                    <a:cubicBezTo>
                      <a:pt x="132863" y="30956"/>
                      <a:pt x="126971" y="32004"/>
                      <a:pt x="120603" y="33338"/>
                    </a:cubicBezTo>
                    <a:cubicBezTo>
                      <a:pt x="11423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941" y="72295"/>
                    </a:lnTo>
                    <a:cubicBezTo>
                      <a:pt x="153866" y="68008"/>
                      <a:pt x="166031" y="64294"/>
                      <a:pt x="177531" y="61341"/>
                    </a:cubicBezTo>
                    <a:cubicBezTo>
                      <a:pt x="188279" y="58398"/>
                      <a:pt x="199294" y="56579"/>
                      <a:pt x="210414" y="55912"/>
                    </a:cubicBezTo>
                    <a:cubicBezTo>
                      <a:pt x="220535" y="55226"/>
                      <a:pt x="230695" y="55893"/>
                      <a:pt x="240636" y="57912"/>
                    </a:cubicBezTo>
                    <a:cubicBezTo>
                      <a:pt x="250691" y="60122"/>
                      <a:pt x="260318" y="63951"/>
                      <a:pt x="269147" y="69247"/>
                    </a:cubicBezTo>
                    <a:cubicBezTo>
                      <a:pt x="277948" y="73647"/>
                      <a:pt x="285503" y="80200"/>
                      <a:pt x="291101" y="88297"/>
                    </a:cubicBezTo>
                    <a:cubicBezTo>
                      <a:pt x="294779" y="94240"/>
                      <a:pt x="295938" y="101403"/>
                      <a:pt x="294332" y="108204"/>
                    </a:cubicBezTo>
                    <a:cubicBezTo>
                      <a:pt x="292118" y="115681"/>
                      <a:pt x="287993" y="122444"/>
                      <a:pt x="282357" y="127825"/>
                    </a:cubicBezTo>
                    <a:cubicBezTo>
                      <a:pt x="275382" y="134855"/>
                      <a:pt x="267598" y="141027"/>
                      <a:pt x="259168" y="146209"/>
                    </a:cubicBezTo>
                    <a:lnTo>
                      <a:pt x="291481" y="165259"/>
                    </a:lnTo>
                    <a:lnTo>
                      <a:pt x="273899" y="175450"/>
                    </a:lnTo>
                    <a:lnTo>
                      <a:pt x="241301" y="156400"/>
                    </a:lnTo>
                    <a:cubicBezTo>
                      <a:pt x="225772" y="164068"/>
                      <a:pt x="209539" y="170231"/>
                      <a:pt x="192832" y="174784"/>
                    </a:cubicBezTo>
                    <a:cubicBezTo>
                      <a:pt x="175307" y="179622"/>
                      <a:pt x="157411" y="182966"/>
                      <a:pt x="139325" y="184785"/>
                    </a:cubicBezTo>
                    <a:lnTo>
                      <a:pt x="122314" y="154210"/>
                    </a:lnTo>
                    <a:cubicBezTo>
                      <a:pt x="127085" y="154086"/>
                      <a:pt x="131846" y="153705"/>
                      <a:pt x="136569" y="153067"/>
                    </a:cubicBezTo>
                    <a:cubicBezTo>
                      <a:pt x="143726" y="152257"/>
                      <a:pt x="150834" y="151047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59" y="140513"/>
                      <a:pt x="199446" y="137331"/>
                      <a:pt x="207468" y="133540"/>
                    </a:cubicBezTo>
                    <a:lnTo>
                      <a:pt x="156907" y="104584"/>
                    </a:lnTo>
                    <a:lnTo>
                      <a:pt x="150255" y="106871"/>
                    </a:lnTo>
                    <a:lnTo>
                      <a:pt x="143412" y="108966"/>
                    </a:lnTo>
                    <a:cubicBezTo>
                      <a:pt x="130677" y="113157"/>
                      <a:pt x="118987" y="116491"/>
                      <a:pt x="108438" y="118491"/>
                    </a:cubicBezTo>
                    <a:cubicBezTo>
                      <a:pt x="98640" y="120767"/>
                      <a:pt x="88651" y="122111"/>
                      <a:pt x="78596" y="122491"/>
                    </a:cubicBezTo>
                    <a:cubicBezTo>
                      <a:pt x="69805" y="122968"/>
                      <a:pt x="60986" y="122291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27" y="85935"/>
                      <a:pt x="105758" y="83629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0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867" y="104489"/>
                      <a:pt x="230087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2" name="Google Shape;3412;p47"/>
              <p:cNvSpPr/>
              <p:nvPr/>
            </p:nvSpPr>
            <p:spPr>
              <a:xfrm>
                <a:off x="6018639" y="5274373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3" name="Google Shape;3413;p47"/>
              <p:cNvSpPr/>
              <p:nvPr/>
            </p:nvSpPr>
            <p:spPr>
              <a:xfrm>
                <a:off x="6145799" y="528523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47"/>
              <p:cNvSpPr/>
              <p:nvPr/>
            </p:nvSpPr>
            <p:spPr>
              <a:xfrm>
                <a:off x="6159865" y="5221985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47"/>
              <p:cNvSpPr/>
              <p:nvPr/>
            </p:nvSpPr>
            <p:spPr>
              <a:xfrm>
                <a:off x="6061026" y="5228653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47"/>
              <p:cNvSpPr/>
              <p:nvPr/>
            </p:nvSpPr>
            <p:spPr>
              <a:xfrm>
                <a:off x="5964467" y="5173217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47"/>
              <p:cNvSpPr/>
              <p:nvPr/>
            </p:nvSpPr>
            <p:spPr>
              <a:xfrm>
                <a:off x="6018639" y="514207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47"/>
              <p:cNvSpPr/>
              <p:nvPr/>
            </p:nvSpPr>
            <p:spPr>
              <a:xfrm>
                <a:off x="5896420" y="5137023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47"/>
              <p:cNvSpPr/>
              <p:nvPr/>
            </p:nvSpPr>
            <p:spPr>
              <a:xfrm>
                <a:off x="5897465" y="5194553"/>
                <a:ext cx="29841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29908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5621"/>
                    </a:lnTo>
                    <a:lnTo>
                      <a:pt x="9694" y="2990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47"/>
              <p:cNvSpPr/>
              <p:nvPr/>
            </p:nvSpPr>
            <p:spPr>
              <a:xfrm>
                <a:off x="5896325" y="5119687"/>
                <a:ext cx="29504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547" extrusionOk="0">
                    <a:moveTo>
                      <a:pt x="149590" y="29718"/>
                    </a:moveTo>
                    <a:cubicBezTo>
                      <a:pt x="145702" y="29708"/>
                      <a:pt x="141825" y="30032"/>
                      <a:pt x="137995" y="30671"/>
                    </a:cubicBezTo>
                    <a:cubicBezTo>
                      <a:pt x="132863" y="31432"/>
                      <a:pt x="126971" y="32480"/>
                      <a:pt x="120603" y="33814"/>
                    </a:cubicBezTo>
                    <a:cubicBezTo>
                      <a:pt x="114235" y="35147"/>
                      <a:pt x="107393" y="36862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5914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722"/>
                    </a:cubicBezTo>
                    <a:cubicBezTo>
                      <a:pt x="188298" y="58874"/>
                      <a:pt x="199304" y="5705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672" y="60598"/>
                      <a:pt x="260299" y="64398"/>
                      <a:pt x="269147" y="69628"/>
                    </a:cubicBezTo>
                    <a:cubicBezTo>
                      <a:pt x="277948" y="74028"/>
                      <a:pt x="285494" y="80581"/>
                      <a:pt x="291101" y="88678"/>
                    </a:cubicBezTo>
                    <a:cubicBezTo>
                      <a:pt x="294788" y="94612"/>
                      <a:pt x="295948" y="101784"/>
                      <a:pt x="294332" y="108585"/>
                    </a:cubicBezTo>
                    <a:cubicBezTo>
                      <a:pt x="292156" y="116186"/>
                      <a:pt x="288031" y="123082"/>
                      <a:pt x="282357" y="128588"/>
                    </a:cubicBezTo>
                    <a:cubicBezTo>
                      <a:pt x="275410" y="135617"/>
                      <a:pt x="267617" y="141761"/>
                      <a:pt x="259168" y="146876"/>
                    </a:cubicBezTo>
                    <a:lnTo>
                      <a:pt x="291481" y="165926"/>
                    </a:lnTo>
                    <a:lnTo>
                      <a:pt x="273899" y="176213"/>
                    </a:lnTo>
                    <a:lnTo>
                      <a:pt x="241301" y="157163"/>
                    </a:lnTo>
                    <a:cubicBezTo>
                      <a:pt x="225762" y="164802"/>
                      <a:pt x="209539" y="170926"/>
                      <a:pt x="192832" y="175451"/>
                    </a:cubicBezTo>
                    <a:cubicBezTo>
                      <a:pt x="175326" y="180365"/>
                      <a:pt x="157421" y="183747"/>
                      <a:pt x="139325" y="185547"/>
                    </a:cubicBezTo>
                    <a:lnTo>
                      <a:pt x="122314" y="154972"/>
                    </a:lnTo>
                    <a:cubicBezTo>
                      <a:pt x="127085" y="154848"/>
                      <a:pt x="131846" y="154467"/>
                      <a:pt x="136569" y="153829"/>
                    </a:cubicBezTo>
                    <a:cubicBezTo>
                      <a:pt x="142937" y="153067"/>
                      <a:pt x="150065" y="151924"/>
                      <a:pt x="157858" y="150209"/>
                    </a:cubicBezTo>
                    <a:cubicBezTo>
                      <a:pt x="165651" y="148495"/>
                      <a:pt x="174014" y="146304"/>
                      <a:pt x="182663" y="143828"/>
                    </a:cubicBezTo>
                    <a:cubicBezTo>
                      <a:pt x="191169" y="141313"/>
                      <a:pt x="199465" y="138132"/>
                      <a:pt x="207468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320"/>
                      <a:pt x="60967" y="122520"/>
                      <a:pt x="52366" y="120587"/>
                    </a:cubicBezTo>
                    <a:cubicBezTo>
                      <a:pt x="43803" y="118615"/>
                      <a:pt x="35582" y="115405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4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058"/>
                    </a:moveTo>
                    <a:cubicBezTo>
                      <a:pt x="69957" y="86935"/>
                      <a:pt x="77674" y="88602"/>
                      <a:pt x="85344" y="87821"/>
                    </a:cubicBezTo>
                    <a:cubicBezTo>
                      <a:pt x="95627" y="86639"/>
                      <a:pt x="105758" y="84372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44" y="74866"/>
                      <a:pt x="63295" y="83058"/>
                    </a:cubicBezTo>
                    <a:close/>
                    <a:moveTo>
                      <a:pt x="230087" y="97060"/>
                    </a:moveTo>
                    <a:cubicBezTo>
                      <a:pt x="222854" y="93040"/>
                      <a:pt x="214500" y="91535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541" y="115062"/>
                      <a:pt x="243867" y="104965"/>
                      <a:pt x="230087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21" name="Google Shape;3421;p47"/>
            <p:cNvGrpSpPr/>
            <p:nvPr/>
          </p:nvGrpSpPr>
          <p:grpSpPr>
            <a:xfrm>
              <a:off x="3799020" y="4077239"/>
              <a:ext cx="883852" cy="621125"/>
              <a:chOff x="5608645" y="4819364"/>
              <a:chExt cx="883852" cy="621125"/>
            </a:xfrm>
          </p:grpSpPr>
          <p:sp>
            <p:nvSpPr>
              <p:cNvPr id="3422" name="Google Shape;3422;p47"/>
              <p:cNvSpPr/>
              <p:nvPr/>
            </p:nvSpPr>
            <p:spPr>
              <a:xfrm>
                <a:off x="5608645" y="492899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47"/>
              <p:cNvSpPr/>
              <p:nvPr/>
            </p:nvSpPr>
            <p:spPr>
              <a:xfrm>
                <a:off x="5608835" y="507206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47"/>
              <p:cNvSpPr/>
              <p:nvPr/>
            </p:nvSpPr>
            <p:spPr>
              <a:xfrm>
                <a:off x="6425971" y="507511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47"/>
              <p:cNvSpPr/>
              <p:nvPr/>
            </p:nvSpPr>
            <p:spPr>
              <a:xfrm>
                <a:off x="5608645" y="48193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47"/>
              <p:cNvSpPr/>
              <p:nvPr/>
            </p:nvSpPr>
            <p:spPr>
              <a:xfrm>
                <a:off x="5734818" y="4888968"/>
                <a:ext cx="632517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154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094" y="92607"/>
                      <a:pt x="636792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47"/>
              <p:cNvSpPr/>
              <p:nvPr/>
            </p:nvSpPr>
            <p:spPr>
              <a:xfrm>
                <a:off x="5735426" y="491089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47"/>
              <p:cNvSpPr/>
              <p:nvPr/>
            </p:nvSpPr>
            <p:spPr>
              <a:xfrm>
                <a:off x="5896325" y="4993385"/>
                <a:ext cx="295037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5261" extrusionOk="0">
                    <a:moveTo>
                      <a:pt x="149590" y="29718"/>
                    </a:moveTo>
                    <a:cubicBezTo>
                      <a:pt x="145702" y="29709"/>
                      <a:pt x="141825" y="30032"/>
                      <a:pt x="137995" y="30671"/>
                    </a:cubicBezTo>
                    <a:cubicBezTo>
                      <a:pt x="132863" y="31433"/>
                      <a:pt x="126971" y="32480"/>
                      <a:pt x="120603" y="33814"/>
                    </a:cubicBezTo>
                    <a:cubicBezTo>
                      <a:pt x="114235" y="35147"/>
                      <a:pt x="107393" y="36957"/>
                      <a:pt x="100455" y="39053"/>
                    </a:cubicBezTo>
                    <a:cubicBezTo>
                      <a:pt x="93660" y="41072"/>
                      <a:pt x="87017" y="43587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770"/>
                      <a:pt x="177531" y="61817"/>
                    </a:cubicBezTo>
                    <a:cubicBezTo>
                      <a:pt x="188279" y="58874"/>
                      <a:pt x="199294" y="57055"/>
                      <a:pt x="210414" y="56388"/>
                    </a:cubicBezTo>
                    <a:cubicBezTo>
                      <a:pt x="220535" y="55702"/>
                      <a:pt x="230695" y="56369"/>
                      <a:pt x="240636" y="58388"/>
                    </a:cubicBezTo>
                    <a:cubicBezTo>
                      <a:pt x="250691" y="60598"/>
                      <a:pt x="260318" y="64427"/>
                      <a:pt x="269147" y="69723"/>
                    </a:cubicBezTo>
                    <a:cubicBezTo>
                      <a:pt x="277948" y="74124"/>
                      <a:pt x="285503" y="80677"/>
                      <a:pt x="291101" y="88773"/>
                    </a:cubicBezTo>
                    <a:cubicBezTo>
                      <a:pt x="294779" y="94717"/>
                      <a:pt x="295938" y="101880"/>
                      <a:pt x="294332" y="108680"/>
                    </a:cubicBezTo>
                    <a:cubicBezTo>
                      <a:pt x="292118" y="116157"/>
                      <a:pt x="287993" y="122920"/>
                      <a:pt x="282357" y="128302"/>
                    </a:cubicBezTo>
                    <a:cubicBezTo>
                      <a:pt x="275382" y="135331"/>
                      <a:pt x="267598" y="141504"/>
                      <a:pt x="259168" y="146685"/>
                    </a:cubicBezTo>
                    <a:lnTo>
                      <a:pt x="291481" y="165735"/>
                    </a:lnTo>
                    <a:lnTo>
                      <a:pt x="273899" y="175927"/>
                    </a:lnTo>
                    <a:lnTo>
                      <a:pt x="241301" y="156877"/>
                    </a:lnTo>
                    <a:cubicBezTo>
                      <a:pt x="225772" y="164545"/>
                      <a:pt x="209539" y="170707"/>
                      <a:pt x="192832" y="175260"/>
                    </a:cubicBezTo>
                    <a:cubicBezTo>
                      <a:pt x="175307" y="180099"/>
                      <a:pt x="157411" y="183442"/>
                      <a:pt x="139325" y="185261"/>
                    </a:cubicBezTo>
                    <a:lnTo>
                      <a:pt x="122314" y="154686"/>
                    </a:lnTo>
                    <a:cubicBezTo>
                      <a:pt x="127085" y="154562"/>
                      <a:pt x="131846" y="154181"/>
                      <a:pt x="136569" y="153543"/>
                    </a:cubicBezTo>
                    <a:cubicBezTo>
                      <a:pt x="143726" y="152733"/>
                      <a:pt x="150834" y="151524"/>
                      <a:pt x="157858" y="149924"/>
                    </a:cubicBezTo>
                    <a:cubicBezTo>
                      <a:pt x="165651" y="148209"/>
                      <a:pt x="174014" y="146113"/>
                      <a:pt x="182663" y="143542"/>
                    </a:cubicBezTo>
                    <a:cubicBezTo>
                      <a:pt x="191159" y="140989"/>
                      <a:pt x="199446" y="137808"/>
                      <a:pt x="207468" y="13401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282"/>
                      <a:pt x="60967" y="122454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3439"/>
                    </a:moveTo>
                    <a:cubicBezTo>
                      <a:pt x="69976" y="87278"/>
                      <a:pt x="77684" y="88945"/>
                      <a:pt x="85344" y="88202"/>
                    </a:cubicBezTo>
                    <a:cubicBezTo>
                      <a:pt x="95627" y="86982"/>
                      <a:pt x="105758" y="84677"/>
                      <a:pt x="115566" y="81344"/>
                    </a:cubicBezTo>
                    <a:lnTo>
                      <a:pt x="68047" y="53816"/>
                    </a:lnTo>
                    <a:cubicBezTo>
                      <a:pt x="50560" y="64961"/>
                      <a:pt x="48944" y="74867"/>
                      <a:pt x="63295" y="83439"/>
                    </a:cubicBezTo>
                    <a:close/>
                    <a:moveTo>
                      <a:pt x="230087" y="97346"/>
                    </a:moveTo>
                    <a:cubicBezTo>
                      <a:pt x="222845" y="93364"/>
                      <a:pt x="214500" y="91859"/>
                      <a:pt x="206327" y="93059"/>
                    </a:cubicBezTo>
                    <a:cubicBezTo>
                      <a:pt x="195084" y="94564"/>
                      <a:pt x="183993" y="97022"/>
                      <a:pt x="173159" y="100394"/>
                    </a:cubicBezTo>
                    <a:lnTo>
                      <a:pt x="220678" y="127730"/>
                    </a:lnTo>
                    <a:cubicBezTo>
                      <a:pt x="240541" y="115157"/>
                      <a:pt x="243867" y="104966"/>
                      <a:pt x="230087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47"/>
              <p:cNvSpPr/>
              <p:nvPr/>
            </p:nvSpPr>
            <p:spPr>
              <a:xfrm>
                <a:off x="6018639" y="5130926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47"/>
              <p:cNvSpPr/>
              <p:nvPr/>
            </p:nvSpPr>
            <p:spPr>
              <a:xfrm>
                <a:off x="6145799" y="514178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47"/>
              <p:cNvSpPr/>
              <p:nvPr/>
            </p:nvSpPr>
            <p:spPr>
              <a:xfrm>
                <a:off x="6159865" y="5078539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47"/>
              <p:cNvSpPr/>
              <p:nvPr/>
            </p:nvSpPr>
            <p:spPr>
              <a:xfrm>
                <a:off x="6061026" y="5084921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47"/>
              <p:cNvSpPr/>
              <p:nvPr/>
            </p:nvSpPr>
            <p:spPr>
              <a:xfrm>
                <a:off x="5964467" y="502977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47"/>
              <p:cNvSpPr/>
              <p:nvPr/>
            </p:nvSpPr>
            <p:spPr>
              <a:xfrm>
                <a:off x="6018639" y="499862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47"/>
              <p:cNvSpPr/>
              <p:nvPr/>
            </p:nvSpPr>
            <p:spPr>
              <a:xfrm>
                <a:off x="5896420" y="4993576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47"/>
              <p:cNvSpPr/>
              <p:nvPr/>
            </p:nvSpPr>
            <p:spPr>
              <a:xfrm>
                <a:off x="5897465" y="5051107"/>
                <a:ext cx="29841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6193"/>
                    </a:lnTo>
                    <a:lnTo>
                      <a:pt x="9694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47"/>
              <p:cNvSpPr/>
              <p:nvPr/>
            </p:nvSpPr>
            <p:spPr>
              <a:xfrm>
                <a:off x="5896325" y="4976145"/>
                <a:ext cx="295043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166" extrusionOk="0">
                    <a:moveTo>
                      <a:pt x="149590" y="29813"/>
                    </a:moveTo>
                    <a:cubicBezTo>
                      <a:pt x="145702" y="29804"/>
                      <a:pt x="141825" y="30128"/>
                      <a:pt x="137995" y="30766"/>
                    </a:cubicBezTo>
                    <a:cubicBezTo>
                      <a:pt x="132863" y="31528"/>
                      <a:pt x="126971" y="32576"/>
                      <a:pt x="120603" y="33909"/>
                    </a:cubicBezTo>
                    <a:cubicBezTo>
                      <a:pt x="114235" y="35243"/>
                      <a:pt x="107393" y="36957"/>
                      <a:pt x="100455" y="39053"/>
                    </a:cubicBezTo>
                    <a:cubicBezTo>
                      <a:pt x="93660" y="41100"/>
                      <a:pt x="87017" y="43653"/>
                      <a:pt x="80592" y="46672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865"/>
                      <a:pt x="177531" y="61817"/>
                    </a:cubicBezTo>
                    <a:cubicBezTo>
                      <a:pt x="188298" y="58969"/>
                      <a:pt x="199304" y="57150"/>
                      <a:pt x="210414" y="56388"/>
                    </a:cubicBezTo>
                    <a:cubicBezTo>
                      <a:pt x="220535" y="55779"/>
                      <a:pt x="230695" y="56483"/>
                      <a:pt x="240636" y="58484"/>
                    </a:cubicBezTo>
                    <a:cubicBezTo>
                      <a:pt x="250672" y="60693"/>
                      <a:pt x="260299" y="64494"/>
                      <a:pt x="269147" y="69723"/>
                    </a:cubicBezTo>
                    <a:cubicBezTo>
                      <a:pt x="277948" y="74124"/>
                      <a:pt x="285494" y="80677"/>
                      <a:pt x="291101" y="88773"/>
                    </a:cubicBezTo>
                    <a:cubicBezTo>
                      <a:pt x="294788" y="94707"/>
                      <a:pt x="295948" y="101880"/>
                      <a:pt x="294332" y="108680"/>
                    </a:cubicBezTo>
                    <a:cubicBezTo>
                      <a:pt x="292099" y="116148"/>
                      <a:pt x="287974" y="122911"/>
                      <a:pt x="282357" y="128302"/>
                    </a:cubicBezTo>
                    <a:cubicBezTo>
                      <a:pt x="275410" y="135331"/>
                      <a:pt x="267617" y="141475"/>
                      <a:pt x="259168" y="146590"/>
                    </a:cubicBezTo>
                    <a:lnTo>
                      <a:pt x="291481" y="165640"/>
                    </a:lnTo>
                    <a:lnTo>
                      <a:pt x="273899" y="175832"/>
                    </a:lnTo>
                    <a:lnTo>
                      <a:pt x="241301" y="156782"/>
                    </a:lnTo>
                    <a:cubicBezTo>
                      <a:pt x="225762" y="164420"/>
                      <a:pt x="209539" y="170545"/>
                      <a:pt x="192832" y="175070"/>
                    </a:cubicBezTo>
                    <a:cubicBezTo>
                      <a:pt x="175326" y="179984"/>
                      <a:pt x="157421" y="183366"/>
                      <a:pt x="139325" y="185166"/>
                    </a:cubicBezTo>
                    <a:lnTo>
                      <a:pt x="122314" y="154591"/>
                    </a:lnTo>
                    <a:cubicBezTo>
                      <a:pt x="127085" y="154467"/>
                      <a:pt x="131846" y="154086"/>
                      <a:pt x="136569" y="153448"/>
                    </a:cubicBezTo>
                    <a:cubicBezTo>
                      <a:pt x="142937" y="152686"/>
                      <a:pt x="150065" y="151447"/>
                      <a:pt x="157858" y="149828"/>
                    </a:cubicBezTo>
                    <a:cubicBezTo>
                      <a:pt x="165651" y="148209"/>
                      <a:pt x="174014" y="145923"/>
                      <a:pt x="182663" y="143446"/>
                    </a:cubicBezTo>
                    <a:cubicBezTo>
                      <a:pt x="191159" y="140894"/>
                      <a:pt x="199446" y="137713"/>
                      <a:pt x="207468" y="133921"/>
                    </a:cubicBezTo>
                    <a:lnTo>
                      <a:pt x="156907" y="105156"/>
                    </a:lnTo>
                    <a:lnTo>
                      <a:pt x="150255" y="107442"/>
                    </a:lnTo>
                    <a:lnTo>
                      <a:pt x="143412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82"/>
                      <a:pt x="78596" y="123063"/>
                    </a:cubicBezTo>
                    <a:cubicBezTo>
                      <a:pt x="69777" y="123425"/>
                      <a:pt x="60957" y="122596"/>
                      <a:pt x="52366" y="120587"/>
                    </a:cubicBezTo>
                    <a:cubicBezTo>
                      <a:pt x="43793" y="118663"/>
                      <a:pt x="35554" y="115453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4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153"/>
                    </a:moveTo>
                    <a:cubicBezTo>
                      <a:pt x="69957" y="87030"/>
                      <a:pt x="77674" y="88697"/>
                      <a:pt x="85344" y="87916"/>
                    </a:cubicBezTo>
                    <a:cubicBezTo>
                      <a:pt x="95627" y="86735"/>
                      <a:pt x="105758" y="84468"/>
                      <a:pt x="115566" y="81153"/>
                    </a:cubicBezTo>
                    <a:lnTo>
                      <a:pt x="68047" y="53626"/>
                    </a:lnTo>
                    <a:cubicBezTo>
                      <a:pt x="50560" y="65056"/>
                      <a:pt x="48944" y="74962"/>
                      <a:pt x="63295" y="83153"/>
                    </a:cubicBezTo>
                    <a:close/>
                    <a:moveTo>
                      <a:pt x="230087" y="97155"/>
                    </a:moveTo>
                    <a:cubicBezTo>
                      <a:pt x="222854" y="93136"/>
                      <a:pt x="214500" y="91630"/>
                      <a:pt x="206327" y="92869"/>
                    </a:cubicBezTo>
                    <a:cubicBezTo>
                      <a:pt x="195075" y="94326"/>
                      <a:pt x="183974" y="96784"/>
                      <a:pt x="173159" y="100203"/>
                    </a:cubicBezTo>
                    <a:lnTo>
                      <a:pt x="220678" y="127540"/>
                    </a:lnTo>
                    <a:cubicBezTo>
                      <a:pt x="240541" y="115157"/>
                      <a:pt x="243867" y="105061"/>
                      <a:pt x="230087" y="9715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8" name="Google Shape;3438;p47"/>
            <p:cNvGrpSpPr/>
            <p:nvPr/>
          </p:nvGrpSpPr>
          <p:grpSpPr>
            <a:xfrm>
              <a:off x="3827627" y="3914647"/>
              <a:ext cx="883852" cy="621125"/>
              <a:chOff x="5637252" y="4656772"/>
              <a:chExt cx="883852" cy="621125"/>
            </a:xfrm>
          </p:grpSpPr>
          <p:sp>
            <p:nvSpPr>
              <p:cNvPr id="3439" name="Google Shape;3439;p47"/>
              <p:cNvSpPr/>
              <p:nvPr/>
            </p:nvSpPr>
            <p:spPr>
              <a:xfrm>
                <a:off x="5637252" y="476640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47"/>
              <p:cNvSpPr/>
              <p:nvPr/>
            </p:nvSpPr>
            <p:spPr>
              <a:xfrm>
                <a:off x="5637442" y="4909470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47"/>
              <p:cNvSpPr/>
              <p:nvPr/>
            </p:nvSpPr>
            <p:spPr>
              <a:xfrm>
                <a:off x="6454577" y="4912518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47"/>
              <p:cNvSpPr/>
              <p:nvPr/>
            </p:nvSpPr>
            <p:spPr>
              <a:xfrm>
                <a:off x="5637252" y="465677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47"/>
              <p:cNvSpPr/>
              <p:nvPr/>
            </p:nvSpPr>
            <p:spPr>
              <a:xfrm>
                <a:off x="5763347" y="4726400"/>
                <a:ext cx="632534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34" h="366093" extrusionOk="0">
                    <a:moveTo>
                      <a:pt x="632021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380" y="-17907"/>
                      <a:pt x="540025" y="53721"/>
                    </a:cubicBezTo>
                    <a:cubicBezTo>
                      <a:pt x="606171" y="92107"/>
                      <a:pt x="636963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47"/>
              <p:cNvSpPr/>
              <p:nvPr/>
            </p:nvSpPr>
            <p:spPr>
              <a:xfrm>
                <a:off x="5763937" y="4748307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791" y="-17907"/>
                      <a:pt x="539435" y="53721"/>
                    </a:cubicBezTo>
                    <a:cubicBezTo>
                      <a:pt x="595983" y="86677"/>
                      <a:pt x="62658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47"/>
              <p:cNvSpPr/>
              <p:nvPr/>
            </p:nvSpPr>
            <p:spPr>
              <a:xfrm>
                <a:off x="5925121" y="4831270"/>
                <a:ext cx="29522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222" h="184784" extrusionOk="0">
                    <a:moveTo>
                      <a:pt x="149495" y="29337"/>
                    </a:moveTo>
                    <a:cubicBezTo>
                      <a:pt x="145608" y="29280"/>
                      <a:pt x="141730" y="29566"/>
                      <a:pt x="137900" y="30194"/>
                    </a:cubicBezTo>
                    <a:cubicBezTo>
                      <a:pt x="132673" y="30956"/>
                      <a:pt x="126875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576"/>
                    </a:cubicBezTo>
                    <a:cubicBezTo>
                      <a:pt x="93470" y="40595"/>
                      <a:pt x="86827" y="43110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89" y="58407"/>
                      <a:pt x="199104" y="56588"/>
                      <a:pt x="210224" y="55912"/>
                    </a:cubicBezTo>
                    <a:cubicBezTo>
                      <a:pt x="220345" y="55226"/>
                      <a:pt x="230505" y="55893"/>
                      <a:pt x="240446" y="57912"/>
                    </a:cubicBezTo>
                    <a:cubicBezTo>
                      <a:pt x="250653" y="60122"/>
                      <a:pt x="260432" y="63941"/>
                      <a:pt x="269432" y="69247"/>
                    </a:cubicBezTo>
                    <a:cubicBezTo>
                      <a:pt x="278214" y="73638"/>
                      <a:pt x="285731" y="80191"/>
                      <a:pt x="291291" y="88297"/>
                    </a:cubicBezTo>
                    <a:cubicBezTo>
                      <a:pt x="294959" y="94240"/>
                      <a:pt x="296119" y="101403"/>
                      <a:pt x="294522" y="108204"/>
                    </a:cubicBezTo>
                    <a:cubicBezTo>
                      <a:pt x="292346" y="115672"/>
                      <a:pt x="288250" y="122444"/>
                      <a:pt x="282643" y="127826"/>
                    </a:cubicBezTo>
                    <a:cubicBezTo>
                      <a:pt x="275638" y="134855"/>
                      <a:pt x="267817" y="141027"/>
                      <a:pt x="259358" y="146209"/>
                    </a:cubicBezTo>
                    <a:lnTo>
                      <a:pt x="291671" y="165259"/>
                    </a:lnTo>
                    <a:lnTo>
                      <a:pt x="274089" y="175451"/>
                    </a:lnTo>
                    <a:lnTo>
                      <a:pt x="241491" y="156401"/>
                    </a:lnTo>
                    <a:cubicBezTo>
                      <a:pt x="225962" y="164068"/>
                      <a:pt x="209729" y="170231"/>
                      <a:pt x="193022" y="174784"/>
                    </a:cubicBezTo>
                    <a:cubicBezTo>
                      <a:pt x="175535" y="179622"/>
                      <a:pt x="157668" y="182966"/>
                      <a:pt x="139611" y="184785"/>
                    </a:cubicBezTo>
                    <a:lnTo>
                      <a:pt x="122504" y="154210"/>
                    </a:lnTo>
                    <a:cubicBezTo>
                      <a:pt x="127275" y="154086"/>
                      <a:pt x="132036" y="153705"/>
                      <a:pt x="136759" y="153067"/>
                    </a:cubicBezTo>
                    <a:cubicBezTo>
                      <a:pt x="143916" y="152257"/>
                      <a:pt x="151025" y="151047"/>
                      <a:pt x="158048" y="149447"/>
                    </a:cubicBezTo>
                    <a:cubicBezTo>
                      <a:pt x="165936" y="147733"/>
                      <a:pt x="174204" y="145637"/>
                      <a:pt x="182853" y="143065"/>
                    </a:cubicBezTo>
                    <a:cubicBezTo>
                      <a:pt x="191368" y="140494"/>
                      <a:pt x="199694" y="137312"/>
                      <a:pt x="207753" y="133540"/>
                    </a:cubicBezTo>
                    <a:lnTo>
                      <a:pt x="156622" y="104585"/>
                    </a:lnTo>
                    <a:lnTo>
                      <a:pt x="149970" y="106871"/>
                    </a:lnTo>
                    <a:lnTo>
                      <a:pt x="143127" y="108966"/>
                    </a:lnTo>
                    <a:cubicBezTo>
                      <a:pt x="130392" y="113157"/>
                      <a:pt x="118702" y="116491"/>
                      <a:pt x="108153" y="118491"/>
                    </a:cubicBezTo>
                    <a:cubicBezTo>
                      <a:pt x="98355" y="120767"/>
                      <a:pt x="88366" y="122111"/>
                      <a:pt x="78311" y="122491"/>
                    </a:cubicBezTo>
                    <a:cubicBezTo>
                      <a:pt x="69501" y="122806"/>
                      <a:pt x="60682" y="121977"/>
                      <a:pt x="52081" y="120015"/>
                    </a:cubicBezTo>
                    <a:cubicBezTo>
                      <a:pt x="43508" y="118072"/>
                      <a:pt x="35278" y="114862"/>
                      <a:pt x="27656" y="110490"/>
                    </a:cubicBezTo>
                    <a:cubicBezTo>
                      <a:pt x="19350" y="106137"/>
                      <a:pt x="12136" y="99946"/>
                      <a:pt x="6558" y="92393"/>
                    </a:cubicBezTo>
                    <a:cubicBezTo>
                      <a:pt x="2423" y="86687"/>
                      <a:pt x="371" y="79724"/>
                      <a:pt x="760" y="72676"/>
                    </a:cubicBezTo>
                    <a:cubicBezTo>
                      <a:pt x="1606" y="65437"/>
                      <a:pt x="4514" y="58598"/>
                      <a:pt x="9124" y="52959"/>
                    </a:cubicBezTo>
                    <a:cubicBezTo>
                      <a:pt x="14968" y="45577"/>
                      <a:pt x="21925" y="39148"/>
                      <a:pt x="29747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677"/>
                    </a:moveTo>
                    <a:cubicBezTo>
                      <a:pt x="69786" y="86516"/>
                      <a:pt x="77494" y="88182"/>
                      <a:pt x="85154" y="87439"/>
                    </a:cubicBezTo>
                    <a:cubicBezTo>
                      <a:pt x="95447" y="86278"/>
                      <a:pt x="105587" y="83972"/>
                      <a:pt x="115376" y="80581"/>
                    </a:cubicBezTo>
                    <a:lnTo>
                      <a:pt x="67857" y="53054"/>
                    </a:lnTo>
                    <a:cubicBezTo>
                      <a:pt x="50370" y="64579"/>
                      <a:pt x="48849" y="74104"/>
                      <a:pt x="63105" y="82677"/>
                    </a:cubicBezTo>
                    <a:close/>
                    <a:moveTo>
                      <a:pt x="229992" y="96583"/>
                    </a:moveTo>
                    <a:cubicBezTo>
                      <a:pt x="222693" y="92659"/>
                      <a:pt x="214339" y="91164"/>
                      <a:pt x="206137" y="92297"/>
                    </a:cubicBezTo>
                    <a:cubicBezTo>
                      <a:pt x="194894" y="93802"/>
                      <a:pt x="183803" y="96260"/>
                      <a:pt x="172969" y="99631"/>
                    </a:cubicBezTo>
                    <a:lnTo>
                      <a:pt x="220488" y="126968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47"/>
              <p:cNvSpPr/>
              <p:nvPr/>
            </p:nvSpPr>
            <p:spPr>
              <a:xfrm>
                <a:off x="6047245" y="49683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47"/>
              <p:cNvSpPr/>
              <p:nvPr/>
            </p:nvSpPr>
            <p:spPr>
              <a:xfrm>
                <a:off x="6174406" y="4979193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47"/>
              <p:cNvSpPr/>
              <p:nvPr/>
            </p:nvSpPr>
            <p:spPr>
              <a:xfrm>
                <a:off x="6188566" y="4915947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47"/>
              <p:cNvSpPr/>
              <p:nvPr/>
            </p:nvSpPr>
            <p:spPr>
              <a:xfrm>
                <a:off x="6089632" y="4922329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764"/>
                    </a:cubicBezTo>
                    <a:cubicBezTo>
                      <a:pt x="15681" y="2000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47"/>
              <p:cNvSpPr/>
              <p:nvPr/>
            </p:nvSpPr>
            <p:spPr>
              <a:xfrm>
                <a:off x="5993073" y="4867179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891" y="23908"/>
                    </a:cubicBezTo>
                    <a:cubicBezTo>
                      <a:pt x="47529" y="18878"/>
                      <a:pt x="42396" y="14564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47"/>
              <p:cNvSpPr/>
              <p:nvPr/>
            </p:nvSpPr>
            <p:spPr>
              <a:xfrm>
                <a:off x="6047245" y="4836033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4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621"/>
                    </a:lnTo>
                    <a:lnTo>
                      <a:pt x="27371" y="2457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2" name="Google Shape;3452;p47"/>
              <p:cNvSpPr/>
              <p:nvPr/>
            </p:nvSpPr>
            <p:spPr>
              <a:xfrm>
                <a:off x="5925121" y="483098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47"/>
              <p:cNvSpPr/>
              <p:nvPr/>
            </p:nvSpPr>
            <p:spPr>
              <a:xfrm>
                <a:off x="5926072" y="4888610"/>
                <a:ext cx="29841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47"/>
              <p:cNvSpPr/>
              <p:nvPr/>
            </p:nvSpPr>
            <p:spPr>
              <a:xfrm>
                <a:off x="5924931" y="4813649"/>
                <a:ext cx="295418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418" h="185261" extrusionOk="0">
                    <a:moveTo>
                      <a:pt x="149685" y="29718"/>
                    </a:moveTo>
                    <a:cubicBezTo>
                      <a:pt x="145798" y="29709"/>
                      <a:pt x="141920" y="30023"/>
                      <a:pt x="138090" y="30671"/>
                    </a:cubicBezTo>
                    <a:cubicBezTo>
                      <a:pt x="132863" y="31433"/>
                      <a:pt x="127066" y="32480"/>
                      <a:pt x="120603" y="33814"/>
                    </a:cubicBezTo>
                    <a:cubicBezTo>
                      <a:pt x="114140" y="35147"/>
                      <a:pt x="107393" y="36957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817"/>
                    </a:cubicBezTo>
                    <a:cubicBezTo>
                      <a:pt x="188280" y="58903"/>
                      <a:pt x="199294" y="5704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852" y="60541"/>
                      <a:pt x="260651" y="64370"/>
                      <a:pt x="269622" y="69723"/>
                    </a:cubicBezTo>
                    <a:cubicBezTo>
                      <a:pt x="278423" y="74086"/>
                      <a:pt x="285950" y="80639"/>
                      <a:pt x="291481" y="88773"/>
                    </a:cubicBezTo>
                    <a:cubicBezTo>
                      <a:pt x="295159" y="94717"/>
                      <a:pt x="296319" y="101880"/>
                      <a:pt x="294712" y="108680"/>
                    </a:cubicBezTo>
                    <a:cubicBezTo>
                      <a:pt x="292517" y="116138"/>
                      <a:pt x="288421" y="122901"/>
                      <a:pt x="282833" y="128302"/>
                    </a:cubicBezTo>
                    <a:cubicBezTo>
                      <a:pt x="275828" y="135331"/>
                      <a:pt x="268007" y="141504"/>
                      <a:pt x="259548" y="146685"/>
                    </a:cubicBezTo>
                    <a:lnTo>
                      <a:pt x="291861" y="165735"/>
                    </a:lnTo>
                    <a:lnTo>
                      <a:pt x="274279" y="175927"/>
                    </a:lnTo>
                    <a:lnTo>
                      <a:pt x="241681" y="156877"/>
                    </a:lnTo>
                    <a:cubicBezTo>
                      <a:pt x="226133" y="164506"/>
                      <a:pt x="209901" y="170659"/>
                      <a:pt x="193212" y="175260"/>
                    </a:cubicBezTo>
                    <a:cubicBezTo>
                      <a:pt x="175725" y="180099"/>
                      <a:pt x="157858" y="183442"/>
                      <a:pt x="139801" y="185261"/>
                    </a:cubicBezTo>
                    <a:lnTo>
                      <a:pt x="122694" y="154686"/>
                    </a:lnTo>
                    <a:cubicBezTo>
                      <a:pt x="127465" y="154562"/>
                      <a:pt x="132226" y="154181"/>
                      <a:pt x="136950" y="153543"/>
                    </a:cubicBezTo>
                    <a:cubicBezTo>
                      <a:pt x="143317" y="152781"/>
                      <a:pt x="150445" y="151638"/>
                      <a:pt x="158238" y="149923"/>
                    </a:cubicBezTo>
                    <a:cubicBezTo>
                      <a:pt x="166031" y="148209"/>
                      <a:pt x="174395" y="146113"/>
                      <a:pt x="183043" y="143542"/>
                    </a:cubicBezTo>
                    <a:cubicBezTo>
                      <a:pt x="191558" y="140970"/>
                      <a:pt x="199884" y="137789"/>
                      <a:pt x="207943" y="134017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35"/>
                      <a:pt x="60881" y="122406"/>
                      <a:pt x="52271" y="120491"/>
                    </a:cubicBezTo>
                    <a:cubicBezTo>
                      <a:pt x="43717" y="118510"/>
                      <a:pt x="35487" y="115300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13" y="87097"/>
                      <a:pt x="570" y="80163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47" y="16993"/>
                      <a:pt x="75774" y="11621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95" y="83153"/>
                    </a:moveTo>
                    <a:cubicBezTo>
                      <a:pt x="69967" y="87001"/>
                      <a:pt x="77684" y="88640"/>
                      <a:pt x="85344" y="87821"/>
                    </a:cubicBezTo>
                    <a:cubicBezTo>
                      <a:pt x="95637" y="86696"/>
                      <a:pt x="105777" y="84430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73" y="74838"/>
                      <a:pt x="63295" y="83153"/>
                    </a:cubicBezTo>
                    <a:close/>
                    <a:moveTo>
                      <a:pt x="230182" y="97060"/>
                    </a:moveTo>
                    <a:cubicBezTo>
                      <a:pt x="222902" y="93098"/>
                      <a:pt x="214529" y="91592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636" y="115157"/>
                      <a:pt x="243867" y="104966"/>
                      <a:pt x="230182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5" name="Google Shape;3455;p47"/>
            <p:cNvGrpSpPr/>
            <p:nvPr/>
          </p:nvGrpSpPr>
          <p:grpSpPr>
            <a:xfrm>
              <a:off x="3818123" y="3752055"/>
              <a:ext cx="883852" cy="621125"/>
              <a:chOff x="5627748" y="4494180"/>
              <a:chExt cx="883852" cy="621125"/>
            </a:xfrm>
          </p:grpSpPr>
          <p:sp>
            <p:nvSpPr>
              <p:cNvPr id="3456" name="Google Shape;3456;p47"/>
              <p:cNvSpPr/>
              <p:nvPr/>
            </p:nvSpPr>
            <p:spPr>
              <a:xfrm>
                <a:off x="5627748" y="460381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7" name="Google Shape;3457;p47"/>
              <p:cNvSpPr/>
              <p:nvPr/>
            </p:nvSpPr>
            <p:spPr>
              <a:xfrm>
                <a:off x="5627938" y="4746878"/>
                <a:ext cx="87244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245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47"/>
              <p:cNvSpPr/>
              <p:nvPr/>
            </p:nvSpPr>
            <p:spPr>
              <a:xfrm>
                <a:off x="6445074" y="4749926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47"/>
              <p:cNvSpPr/>
              <p:nvPr/>
            </p:nvSpPr>
            <p:spPr>
              <a:xfrm>
                <a:off x="5627748" y="449418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0" name="Google Shape;3460;p47"/>
              <p:cNvSpPr/>
              <p:nvPr/>
            </p:nvSpPr>
            <p:spPr>
              <a:xfrm>
                <a:off x="5753825" y="4563879"/>
                <a:ext cx="632535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535" h="366022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2"/>
                      <a:pt x="216059" y="383882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189" y="92131"/>
                      <a:pt x="636887" y="143566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1" name="Google Shape;3461;p47"/>
              <p:cNvSpPr/>
              <p:nvPr/>
            </p:nvSpPr>
            <p:spPr>
              <a:xfrm>
                <a:off x="5754433" y="4585787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8992"/>
                      <a:pt x="34974" y="86415"/>
                      <a:pt x="91902" y="53649"/>
                    </a:cubicBezTo>
                    <a:cubicBezTo>
                      <a:pt x="215451" y="-17883"/>
                      <a:pt x="415791" y="-17883"/>
                      <a:pt x="539340" y="53649"/>
                    </a:cubicBezTo>
                    <a:cubicBezTo>
                      <a:pt x="595983" y="86606"/>
                      <a:pt x="62658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47"/>
              <p:cNvSpPr/>
              <p:nvPr/>
            </p:nvSpPr>
            <p:spPr>
              <a:xfrm>
                <a:off x="5915333" y="4668297"/>
                <a:ext cx="294899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261" extrusionOk="0">
                    <a:moveTo>
                      <a:pt x="149685" y="29718"/>
                    </a:moveTo>
                    <a:cubicBezTo>
                      <a:pt x="145807" y="29718"/>
                      <a:pt x="141929" y="30004"/>
                      <a:pt x="138090" y="30575"/>
                    </a:cubicBezTo>
                    <a:cubicBezTo>
                      <a:pt x="132958" y="31337"/>
                      <a:pt x="127066" y="32385"/>
                      <a:pt x="120603" y="33719"/>
                    </a:cubicBezTo>
                    <a:cubicBezTo>
                      <a:pt x="114140" y="35052"/>
                      <a:pt x="107488" y="36862"/>
                      <a:pt x="100550" y="38958"/>
                    </a:cubicBezTo>
                    <a:cubicBezTo>
                      <a:pt x="93821" y="41015"/>
                      <a:pt x="87245" y="43567"/>
                      <a:pt x="80877" y="46577"/>
                    </a:cubicBezTo>
                    <a:lnTo>
                      <a:pt x="131722" y="76010"/>
                    </a:lnTo>
                    <a:lnTo>
                      <a:pt x="140751" y="72771"/>
                    </a:lnTo>
                    <a:cubicBezTo>
                      <a:pt x="153771" y="68485"/>
                      <a:pt x="165936" y="64866"/>
                      <a:pt x="177341" y="61817"/>
                    </a:cubicBezTo>
                    <a:cubicBezTo>
                      <a:pt x="188099" y="58931"/>
                      <a:pt x="199114" y="57122"/>
                      <a:pt x="210224" y="56388"/>
                    </a:cubicBezTo>
                    <a:cubicBezTo>
                      <a:pt x="220374" y="55693"/>
                      <a:pt x="230571" y="56369"/>
                      <a:pt x="240541" y="58388"/>
                    </a:cubicBezTo>
                    <a:cubicBezTo>
                      <a:pt x="250586" y="60636"/>
                      <a:pt x="260204" y="64465"/>
                      <a:pt x="269052" y="69723"/>
                    </a:cubicBezTo>
                    <a:cubicBezTo>
                      <a:pt x="277853" y="74086"/>
                      <a:pt x="285380" y="80639"/>
                      <a:pt x="290911" y="88773"/>
                    </a:cubicBezTo>
                    <a:cubicBezTo>
                      <a:pt x="294665" y="94679"/>
                      <a:pt x="295834" y="101880"/>
                      <a:pt x="294142" y="108680"/>
                    </a:cubicBezTo>
                    <a:cubicBezTo>
                      <a:pt x="292032" y="116177"/>
                      <a:pt x="287927" y="122958"/>
                      <a:pt x="282262" y="128302"/>
                    </a:cubicBezTo>
                    <a:cubicBezTo>
                      <a:pt x="275287" y="135331"/>
                      <a:pt x="267503" y="141504"/>
                      <a:pt x="259073" y="146685"/>
                    </a:cubicBezTo>
                    <a:lnTo>
                      <a:pt x="291386" y="165735"/>
                    </a:lnTo>
                    <a:lnTo>
                      <a:pt x="273804" y="175927"/>
                    </a:lnTo>
                    <a:lnTo>
                      <a:pt x="241206" y="156877"/>
                    </a:lnTo>
                    <a:cubicBezTo>
                      <a:pt x="225696" y="164592"/>
                      <a:pt x="209454" y="170745"/>
                      <a:pt x="192737" y="175260"/>
                    </a:cubicBezTo>
                    <a:cubicBezTo>
                      <a:pt x="175212" y="180099"/>
                      <a:pt x="157316" y="183442"/>
                      <a:pt x="139230" y="185261"/>
                    </a:cubicBezTo>
                    <a:lnTo>
                      <a:pt x="122219" y="154686"/>
                    </a:lnTo>
                    <a:cubicBezTo>
                      <a:pt x="125355" y="154686"/>
                      <a:pt x="130107" y="154686"/>
                      <a:pt x="136474" y="153638"/>
                    </a:cubicBezTo>
                    <a:cubicBezTo>
                      <a:pt x="142842" y="152591"/>
                      <a:pt x="149875" y="151638"/>
                      <a:pt x="157763" y="149924"/>
                    </a:cubicBezTo>
                    <a:cubicBezTo>
                      <a:pt x="165651" y="148209"/>
                      <a:pt x="173824" y="146114"/>
                      <a:pt x="182568" y="143542"/>
                    </a:cubicBezTo>
                    <a:cubicBezTo>
                      <a:pt x="191074" y="141037"/>
                      <a:pt x="199370" y="137846"/>
                      <a:pt x="207373" y="134017"/>
                    </a:cubicBezTo>
                    <a:lnTo>
                      <a:pt x="156907" y="104966"/>
                    </a:lnTo>
                    <a:lnTo>
                      <a:pt x="150255" y="107252"/>
                    </a:lnTo>
                    <a:lnTo>
                      <a:pt x="143317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82"/>
                      <a:pt x="60900" y="122454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35" y="106528"/>
                      <a:pt x="12402" y="100317"/>
                      <a:pt x="6748" y="92774"/>
                    </a:cubicBezTo>
                    <a:cubicBezTo>
                      <a:pt x="2689" y="87068"/>
                      <a:pt x="684" y="80153"/>
                      <a:pt x="1045" y="73152"/>
                    </a:cubicBezTo>
                    <a:cubicBezTo>
                      <a:pt x="1815" y="65865"/>
                      <a:pt x="4723" y="5896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5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058"/>
                    </a:moveTo>
                    <a:cubicBezTo>
                      <a:pt x="70071" y="86897"/>
                      <a:pt x="77779" y="88563"/>
                      <a:pt x="85439" y="87821"/>
                    </a:cubicBezTo>
                    <a:cubicBezTo>
                      <a:pt x="95722" y="86639"/>
                      <a:pt x="105853" y="84372"/>
                      <a:pt x="115661" y="81058"/>
                    </a:cubicBezTo>
                    <a:lnTo>
                      <a:pt x="68142" y="53435"/>
                    </a:lnTo>
                    <a:cubicBezTo>
                      <a:pt x="50655" y="64961"/>
                      <a:pt x="49039" y="75152"/>
                      <a:pt x="63390" y="83058"/>
                    </a:cubicBezTo>
                    <a:close/>
                    <a:moveTo>
                      <a:pt x="230182" y="96965"/>
                    </a:moveTo>
                    <a:cubicBezTo>
                      <a:pt x="222930" y="93021"/>
                      <a:pt x="214586" y="91545"/>
                      <a:pt x="206422" y="92774"/>
                    </a:cubicBezTo>
                    <a:cubicBezTo>
                      <a:pt x="195170" y="94193"/>
                      <a:pt x="184069" y="96622"/>
                      <a:pt x="173254" y="100013"/>
                    </a:cubicBezTo>
                    <a:lnTo>
                      <a:pt x="220773" y="127445"/>
                    </a:lnTo>
                    <a:cubicBezTo>
                      <a:pt x="240636" y="115062"/>
                      <a:pt x="243867" y="104966"/>
                      <a:pt x="230182" y="969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47"/>
              <p:cNvSpPr/>
              <p:nvPr/>
            </p:nvSpPr>
            <p:spPr>
              <a:xfrm>
                <a:off x="6037741" y="480574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47"/>
              <p:cNvSpPr/>
              <p:nvPr/>
            </p:nvSpPr>
            <p:spPr>
              <a:xfrm>
                <a:off x="6164902" y="4816601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5" name="Google Shape;3465;p47"/>
              <p:cNvSpPr/>
              <p:nvPr/>
            </p:nvSpPr>
            <p:spPr>
              <a:xfrm>
                <a:off x="6178968" y="475335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6" name="Google Shape;3466;p47"/>
              <p:cNvSpPr/>
              <p:nvPr/>
            </p:nvSpPr>
            <p:spPr>
              <a:xfrm>
                <a:off x="6080128" y="4759737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7" name="Google Shape;3467;p47"/>
              <p:cNvSpPr/>
              <p:nvPr/>
            </p:nvSpPr>
            <p:spPr>
              <a:xfrm>
                <a:off x="5983570" y="4704588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6" y="18878"/>
                      <a:pt x="42796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8" name="Google Shape;3468;p47"/>
              <p:cNvSpPr/>
              <p:nvPr/>
            </p:nvSpPr>
            <p:spPr>
              <a:xfrm>
                <a:off x="6037741" y="467344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1" y="19717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9" name="Google Shape;3469;p47"/>
              <p:cNvSpPr/>
              <p:nvPr/>
            </p:nvSpPr>
            <p:spPr>
              <a:xfrm>
                <a:off x="5915523" y="4668392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0" name="Google Shape;3470;p47"/>
              <p:cNvSpPr/>
              <p:nvPr/>
            </p:nvSpPr>
            <p:spPr>
              <a:xfrm>
                <a:off x="5916473" y="4725638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1" name="Google Shape;3471;p47"/>
              <p:cNvSpPr/>
              <p:nvPr/>
            </p:nvSpPr>
            <p:spPr>
              <a:xfrm>
                <a:off x="5915428" y="4651533"/>
                <a:ext cx="294626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626" h="184784" extrusionOk="0">
                    <a:moveTo>
                      <a:pt x="149590" y="29242"/>
                    </a:moveTo>
                    <a:cubicBezTo>
                      <a:pt x="145702" y="29232"/>
                      <a:pt x="141825" y="29546"/>
                      <a:pt x="137995" y="30194"/>
                    </a:cubicBezTo>
                    <a:cubicBezTo>
                      <a:pt x="132863" y="30956"/>
                      <a:pt x="126971" y="32004"/>
                      <a:pt x="120508" y="33338"/>
                    </a:cubicBezTo>
                    <a:cubicBezTo>
                      <a:pt x="11404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466" y="72295"/>
                    </a:lnTo>
                    <a:cubicBezTo>
                      <a:pt x="153486" y="68008"/>
                      <a:pt x="165651" y="64294"/>
                      <a:pt x="177056" y="61341"/>
                    </a:cubicBezTo>
                    <a:cubicBezTo>
                      <a:pt x="187804" y="58417"/>
                      <a:pt x="198819" y="56597"/>
                      <a:pt x="209939" y="55912"/>
                    </a:cubicBezTo>
                    <a:cubicBezTo>
                      <a:pt x="220089" y="55216"/>
                      <a:pt x="230286" y="55893"/>
                      <a:pt x="240256" y="57912"/>
                    </a:cubicBezTo>
                    <a:cubicBezTo>
                      <a:pt x="250311" y="60122"/>
                      <a:pt x="259938" y="63951"/>
                      <a:pt x="268767" y="69247"/>
                    </a:cubicBezTo>
                    <a:cubicBezTo>
                      <a:pt x="277568" y="73609"/>
                      <a:pt x="285095" y="80162"/>
                      <a:pt x="290626" y="88297"/>
                    </a:cubicBezTo>
                    <a:cubicBezTo>
                      <a:pt x="294399" y="94202"/>
                      <a:pt x="295568" y="101403"/>
                      <a:pt x="293857" y="108204"/>
                    </a:cubicBezTo>
                    <a:cubicBezTo>
                      <a:pt x="291719" y="115691"/>
                      <a:pt x="287613" y="122472"/>
                      <a:pt x="281977" y="127825"/>
                    </a:cubicBezTo>
                    <a:cubicBezTo>
                      <a:pt x="275002" y="134855"/>
                      <a:pt x="267218" y="141027"/>
                      <a:pt x="258788" y="146209"/>
                    </a:cubicBezTo>
                    <a:lnTo>
                      <a:pt x="291101" y="165259"/>
                    </a:lnTo>
                    <a:lnTo>
                      <a:pt x="273519" y="175450"/>
                    </a:lnTo>
                    <a:lnTo>
                      <a:pt x="240921" y="156400"/>
                    </a:lnTo>
                    <a:cubicBezTo>
                      <a:pt x="225392" y="164068"/>
                      <a:pt x="209159" y="170231"/>
                      <a:pt x="192452" y="174784"/>
                    </a:cubicBezTo>
                    <a:cubicBezTo>
                      <a:pt x="174927" y="179622"/>
                      <a:pt x="157031" y="182966"/>
                      <a:pt x="138945" y="184785"/>
                    </a:cubicBezTo>
                    <a:lnTo>
                      <a:pt x="121934" y="154210"/>
                    </a:lnTo>
                    <a:cubicBezTo>
                      <a:pt x="126704" y="154086"/>
                      <a:pt x="131466" y="153705"/>
                      <a:pt x="136189" y="153067"/>
                    </a:cubicBezTo>
                    <a:cubicBezTo>
                      <a:pt x="143346" y="152248"/>
                      <a:pt x="150454" y="151038"/>
                      <a:pt x="157478" y="149447"/>
                    </a:cubicBezTo>
                    <a:cubicBezTo>
                      <a:pt x="165271" y="147733"/>
                      <a:pt x="173539" y="145637"/>
                      <a:pt x="182283" y="143065"/>
                    </a:cubicBezTo>
                    <a:cubicBezTo>
                      <a:pt x="190779" y="140513"/>
                      <a:pt x="199066" y="137331"/>
                      <a:pt x="207087" y="133540"/>
                    </a:cubicBezTo>
                    <a:lnTo>
                      <a:pt x="156812" y="104584"/>
                    </a:lnTo>
                    <a:lnTo>
                      <a:pt x="150160" y="106871"/>
                    </a:lnTo>
                    <a:lnTo>
                      <a:pt x="143222" y="108966"/>
                    </a:lnTo>
                    <a:cubicBezTo>
                      <a:pt x="130582" y="113157"/>
                      <a:pt x="118892" y="116491"/>
                      <a:pt x="108343" y="118491"/>
                    </a:cubicBezTo>
                    <a:cubicBezTo>
                      <a:pt x="98545" y="120767"/>
                      <a:pt x="88556" y="122101"/>
                      <a:pt x="78501" y="122491"/>
                    </a:cubicBezTo>
                    <a:cubicBezTo>
                      <a:pt x="69710" y="122949"/>
                      <a:pt x="60891" y="122282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37" y="85973"/>
                      <a:pt x="105768" y="83677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1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772" y="104489"/>
                      <a:pt x="230087" y="96583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2" name="Google Shape;3472;p47"/>
            <p:cNvGrpSpPr/>
            <p:nvPr/>
          </p:nvGrpSpPr>
          <p:grpSpPr>
            <a:xfrm>
              <a:off x="2205711" y="4330032"/>
              <a:ext cx="883852" cy="621125"/>
              <a:chOff x="4015336" y="5072157"/>
              <a:chExt cx="883852" cy="621125"/>
            </a:xfrm>
          </p:grpSpPr>
          <p:sp>
            <p:nvSpPr>
              <p:cNvPr id="3473" name="Google Shape;3473;p47"/>
              <p:cNvSpPr/>
              <p:nvPr/>
            </p:nvSpPr>
            <p:spPr>
              <a:xfrm>
                <a:off x="4015336" y="518179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47"/>
              <p:cNvSpPr/>
              <p:nvPr/>
            </p:nvSpPr>
            <p:spPr>
              <a:xfrm>
                <a:off x="4015526" y="532485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47"/>
              <p:cNvSpPr/>
              <p:nvPr/>
            </p:nvSpPr>
            <p:spPr>
              <a:xfrm>
                <a:off x="4832661" y="532790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6" name="Google Shape;3476;p47"/>
              <p:cNvSpPr/>
              <p:nvPr/>
            </p:nvSpPr>
            <p:spPr>
              <a:xfrm>
                <a:off x="4015336" y="507215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7" name="Google Shape;3477;p47"/>
              <p:cNvSpPr/>
              <p:nvPr/>
            </p:nvSpPr>
            <p:spPr>
              <a:xfrm>
                <a:off x="4141033" y="5141785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173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173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8" name="Google Shape;3478;p47"/>
              <p:cNvSpPr/>
              <p:nvPr/>
            </p:nvSpPr>
            <p:spPr>
              <a:xfrm>
                <a:off x="4141641" y="516369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8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9" name="Google Shape;3479;p47"/>
              <p:cNvSpPr/>
              <p:nvPr/>
            </p:nvSpPr>
            <p:spPr>
              <a:xfrm>
                <a:off x="4303110" y="5245703"/>
                <a:ext cx="29490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737" extrusionOk="0">
                    <a:moveTo>
                      <a:pt x="149495" y="30194"/>
                    </a:moveTo>
                    <a:cubicBezTo>
                      <a:pt x="145610" y="30184"/>
                      <a:pt x="141732" y="30509"/>
                      <a:pt x="137900" y="31147"/>
                    </a:cubicBezTo>
                    <a:cubicBezTo>
                      <a:pt x="132768" y="31909"/>
                      <a:pt x="126876" y="32956"/>
                      <a:pt x="120413" y="34290"/>
                    </a:cubicBezTo>
                    <a:cubicBezTo>
                      <a:pt x="113950" y="35623"/>
                      <a:pt x="107298" y="37433"/>
                      <a:pt x="100360" y="39529"/>
                    </a:cubicBezTo>
                    <a:cubicBezTo>
                      <a:pt x="93565" y="41548"/>
                      <a:pt x="86926" y="44062"/>
                      <a:pt x="80497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961"/>
                      <a:pt x="165936" y="65246"/>
                      <a:pt x="177341" y="62293"/>
                    </a:cubicBezTo>
                    <a:cubicBezTo>
                      <a:pt x="188089" y="59369"/>
                      <a:pt x="199107" y="57550"/>
                      <a:pt x="210224" y="56864"/>
                    </a:cubicBezTo>
                    <a:cubicBezTo>
                      <a:pt x="220373" y="56169"/>
                      <a:pt x="230569" y="56845"/>
                      <a:pt x="240541" y="58864"/>
                    </a:cubicBezTo>
                    <a:cubicBezTo>
                      <a:pt x="250594" y="61074"/>
                      <a:pt x="260223" y="64894"/>
                      <a:pt x="269052" y="70199"/>
                    </a:cubicBezTo>
                    <a:cubicBezTo>
                      <a:pt x="277853" y="74600"/>
                      <a:pt x="285403" y="81153"/>
                      <a:pt x="291006" y="89249"/>
                    </a:cubicBezTo>
                    <a:cubicBezTo>
                      <a:pt x="294700" y="95183"/>
                      <a:pt x="295831" y="102365"/>
                      <a:pt x="294142" y="109156"/>
                    </a:cubicBezTo>
                    <a:cubicBezTo>
                      <a:pt x="292005" y="116643"/>
                      <a:pt x="287902" y="123425"/>
                      <a:pt x="282263" y="128778"/>
                    </a:cubicBezTo>
                    <a:cubicBezTo>
                      <a:pt x="275290" y="135807"/>
                      <a:pt x="267506" y="141979"/>
                      <a:pt x="259073" y="147161"/>
                    </a:cubicBezTo>
                    <a:lnTo>
                      <a:pt x="291386" y="166211"/>
                    </a:lnTo>
                    <a:lnTo>
                      <a:pt x="273804" y="176403"/>
                    </a:lnTo>
                    <a:lnTo>
                      <a:pt x="241206" y="157353"/>
                    </a:lnTo>
                    <a:cubicBezTo>
                      <a:pt x="225675" y="165020"/>
                      <a:pt x="209444" y="171183"/>
                      <a:pt x="192737" y="175736"/>
                    </a:cubicBezTo>
                    <a:cubicBezTo>
                      <a:pt x="175214" y="180575"/>
                      <a:pt x="157315" y="183918"/>
                      <a:pt x="139230" y="185738"/>
                    </a:cubicBezTo>
                    <a:lnTo>
                      <a:pt x="122219" y="154972"/>
                    </a:lnTo>
                    <a:cubicBezTo>
                      <a:pt x="126988" y="154848"/>
                      <a:pt x="131746" y="154467"/>
                      <a:pt x="136474" y="153829"/>
                    </a:cubicBezTo>
                    <a:cubicBezTo>
                      <a:pt x="143631" y="153010"/>
                      <a:pt x="150737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7"/>
                    </a:cubicBezTo>
                    <a:cubicBezTo>
                      <a:pt x="191061" y="141275"/>
                      <a:pt x="199352" y="138093"/>
                      <a:pt x="207373" y="134302"/>
                    </a:cubicBezTo>
                    <a:lnTo>
                      <a:pt x="156908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39" y="121244"/>
                      <a:pt x="88648" y="122577"/>
                      <a:pt x="78596" y="122968"/>
                    </a:cubicBezTo>
                    <a:cubicBezTo>
                      <a:pt x="69751" y="123282"/>
                      <a:pt x="60903" y="122453"/>
                      <a:pt x="52271" y="120491"/>
                    </a:cubicBezTo>
                    <a:cubicBezTo>
                      <a:pt x="43734" y="118548"/>
                      <a:pt x="35533" y="115338"/>
                      <a:pt x="27941" y="110966"/>
                    </a:cubicBezTo>
                    <a:cubicBezTo>
                      <a:pt x="19598" y="106585"/>
                      <a:pt x="12352" y="100365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828" y="65865"/>
                      <a:pt x="4737" y="58979"/>
                      <a:pt x="9409" y="53340"/>
                    </a:cubicBezTo>
                    <a:cubicBezTo>
                      <a:pt x="15242" y="45977"/>
                      <a:pt x="22166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59" y="17031"/>
                      <a:pt x="75883" y="11668"/>
                      <a:pt x="90951" y="7906"/>
                    </a:cubicBezTo>
                    <a:cubicBezTo>
                      <a:pt x="105285" y="4229"/>
                      <a:pt x="119863" y="1591"/>
                      <a:pt x="134574" y="0"/>
                    </a:cubicBezTo>
                    <a:close/>
                    <a:moveTo>
                      <a:pt x="63200" y="83629"/>
                    </a:moveTo>
                    <a:cubicBezTo>
                      <a:pt x="69880" y="87468"/>
                      <a:pt x="77584" y="89135"/>
                      <a:pt x="85249" y="88392"/>
                    </a:cubicBezTo>
                    <a:cubicBezTo>
                      <a:pt x="95542" y="87211"/>
                      <a:pt x="105675" y="84915"/>
                      <a:pt x="115471" y="81534"/>
                    </a:cubicBezTo>
                    <a:lnTo>
                      <a:pt x="67952" y="54007"/>
                    </a:lnTo>
                    <a:cubicBezTo>
                      <a:pt x="50465" y="65437"/>
                      <a:pt x="48945" y="75343"/>
                      <a:pt x="63200" y="83629"/>
                    </a:cubicBezTo>
                    <a:close/>
                    <a:moveTo>
                      <a:pt x="229992" y="97822"/>
                    </a:moveTo>
                    <a:cubicBezTo>
                      <a:pt x="222731" y="93888"/>
                      <a:pt x="214405" y="92383"/>
                      <a:pt x="206232" y="93535"/>
                    </a:cubicBezTo>
                    <a:cubicBezTo>
                      <a:pt x="194990" y="95040"/>
                      <a:pt x="183894" y="97498"/>
                      <a:pt x="173064" y="100870"/>
                    </a:cubicBezTo>
                    <a:lnTo>
                      <a:pt x="220583" y="128206"/>
                    </a:lnTo>
                    <a:cubicBezTo>
                      <a:pt x="240446" y="115633"/>
                      <a:pt x="243677" y="105442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0" name="Google Shape;3480;p47"/>
              <p:cNvSpPr/>
              <p:nvPr/>
            </p:nvSpPr>
            <p:spPr>
              <a:xfrm>
                <a:off x="4425329" y="5383530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1" name="Google Shape;3481;p47"/>
              <p:cNvSpPr/>
              <p:nvPr/>
            </p:nvSpPr>
            <p:spPr>
              <a:xfrm>
                <a:off x="4552490" y="5394578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2" name="Google Shape;3482;p47"/>
              <p:cNvSpPr/>
              <p:nvPr/>
            </p:nvSpPr>
            <p:spPr>
              <a:xfrm>
                <a:off x="4566555" y="533133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3" name="Google Shape;3483;p47"/>
              <p:cNvSpPr/>
              <p:nvPr/>
            </p:nvSpPr>
            <p:spPr>
              <a:xfrm>
                <a:off x="4467716" y="5337714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764"/>
                    </a:cubicBezTo>
                    <a:cubicBezTo>
                      <a:pt x="15681" y="20002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4" name="Google Shape;3484;p47"/>
              <p:cNvSpPr/>
              <p:nvPr/>
            </p:nvSpPr>
            <p:spPr>
              <a:xfrm>
                <a:off x="4371062" y="5282565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623"/>
                    </a:lnTo>
                    <a:cubicBezTo>
                      <a:pt x="59019" y="31623"/>
                      <a:pt x="52841" y="24574"/>
                      <a:pt x="52366" y="23908"/>
                    </a:cubicBezTo>
                    <a:cubicBezTo>
                      <a:pt x="47978" y="18898"/>
                      <a:pt x="42850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5" name="Google Shape;3485;p47"/>
              <p:cNvSpPr/>
              <p:nvPr/>
            </p:nvSpPr>
            <p:spPr>
              <a:xfrm>
                <a:off x="4425329" y="525141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6" name="Google Shape;3486;p47"/>
              <p:cNvSpPr/>
              <p:nvPr/>
            </p:nvSpPr>
            <p:spPr>
              <a:xfrm>
                <a:off x="4303110" y="5246369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7" name="Google Shape;3487;p47"/>
              <p:cNvSpPr/>
              <p:nvPr/>
            </p:nvSpPr>
            <p:spPr>
              <a:xfrm>
                <a:off x="4304536" y="5303900"/>
                <a:ext cx="2946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29461" h="3009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462" y="0"/>
                    </a:lnTo>
                    <a:lnTo>
                      <a:pt x="22144" y="16002"/>
                    </a:lnTo>
                    <a:lnTo>
                      <a:pt x="9504" y="3009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8" name="Google Shape;3488;p47"/>
              <p:cNvSpPr/>
              <p:nvPr/>
            </p:nvSpPr>
            <p:spPr>
              <a:xfrm>
                <a:off x="4303110" y="5229225"/>
                <a:ext cx="294907" cy="185356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356" extrusionOk="0">
                    <a:moveTo>
                      <a:pt x="149495" y="29528"/>
                    </a:moveTo>
                    <a:cubicBezTo>
                      <a:pt x="145610" y="29518"/>
                      <a:pt x="141732" y="29842"/>
                      <a:pt x="137900" y="30480"/>
                    </a:cubicBezTo>
                    <a:cubicBezTo>
                      <a:pt x="132768" y="31242"/>
                      <a:pt x="126876" y="32290"/>
                      <a:pt x="120413" y="33623"/>
                    </a:cubicBezTo>
                    <a:cubicBezTo>
                      <a:pt x="113950" y="34957"/>
                      <a:pt x="107298" y="36671"/>
                      <a:pt x="100360" y="38767"/>
                    </a:cubicBezTo>
                    <a:cubicBezTo>
                      <a:pt x="93563" y="40815"/>
                      <a:pt x="86924" y="43367"/>
                      <a:pt x="80497" y="46387"/>
                    </a:cubicBezTo>
                    <a:lnTo>
                      <a:pt x="131342" y="76200"/>
                    </a:lnTo>
                    <a:lnTo>
                      <a:pt x="140846" y="73057"/>
                    </a:lnTo>
                    <a:cubicBezTo>
                      <a:pt x="153771" y="68675"/>
                      <a:pt x="165936" y="65056"/>
                      <a:pt x="177341" y="62008"/>
                    </a:cubicBezTo>
                    <a:cubicBezTo>
                      <a:pt x="188108" y="59169"/>
                      <a:pt x="199118" y="57350"/>
                      <a:pt x="210224" y="56579"/>
                    </a:cubicBezTo>
                    <a:cubicBezTo>
                      <a:pt x="220378" y="55969"/>
                      <a:pt x="230568" y="56674"/>
                      <a:pt x="240541" y="58674"/>
                    </a:cubicBezTo>
                    <a:cubicBezTo>
                      <a:pt x="250578" y="60884"/>
                      <a:pt x="260200" y="64684"/>
                      <a:pt x="269052" y="69913"/>
                    </a:cubicBezTo>
                    <a:cubicBezTo>
                      <a:pt x="277850" y="74314"/>
                      <a:pt x="285401" y="80867"/>
                      <a:pt x="291006" y="88963"/>
                    </a:cubicBezTo>
                    <a:cubicBezTo>
                      <a:pt x="294700" y="94898"/>
                      <a:pt x="295831" y="102080"/>
                      <a:pt x="294142" y="108871"/>
                    </a:cubicBezTo>
                    <a:cubicBezTo>
                      <a:pt x="291984" y="116348"/>
                      <a:pt x="287884" y="123120"/>
                      <a:pt x="282263" y="128492"/>
                    </a:cubicBezTo>
                    <a:cubicBezTo>
                      <a:pt x="275312" y="135522"/>
                      <a:pt x="267523" y="141665"/>
                      <a:pt x="259073" y="146780"/>
                    </a:cubicBezTo>
                    <a:lnTo>
                      <a:pt x="291386" y="165830"/>
                    </a:lnTo>
                    <a:lnTo>
                      <a:pt x="273804" y="176022"/>
                    </a:lnTo>
                    <a:lnTo>
                      <a:pt x="241206" y="156972"/>
                    </a:lnTo>
                    <a:cubicBezTo>
                      <a:pt x="225671" y="164611"/>
                      <a:pt x="209441" y="170736"/>
                      <a:pt x="192737" y="175260"/>
                    </a:cubicBezTo>
                    <a:cubicBezTo>
                      <a:pt x="175227" y="180175"/>
                      <a:pt x="157324" y="183556"/>
                      <a:pt x="139230" y="185356"/>
                    </a:cubicBezTo>
                    <a:lnTo>
                      <a:pt x="122219" y="154781"/>
                    </a:lnTo>
                    <a:cubicBezTo>
                      <a:pt x="126988" y="154657"/>
                      <a:pt x="131746" y="154276"/>
                      <a:pt x="136474" y="153638"/>
                    </a:cubicBezTo>
                    <a:cubicBezTo>
                      <a:pt x="142842" y="152876"/>
                      <a:pt x="149875" y="151733"/>
                      <a:pt x="157763" y="150019"/>
                    </a:cubicBezTo>
                    <a:cubicBezTo>
                      <a:pt x="165651" y="148304"/>
                      <a:pt x="173824" y="146113"/>
                      <a:pt x="182568" y="143637"/>
                    </a:cubicBezTo>
                    <a:cubicBezTo>
                      <a:pt x="191076" y="141122"/>
                      <a:pt x="199369" y="137941"/>
                      <a:pt x="207373" y="134112"/>
                    </a:cubicBezTo>
                    <a:lnTo>
                      <a:pt x="156908" y="104775"/>
                    </a:lnTo>
                    <a:lnTo>
                      <a:pt x="150255" y="107061"/>
                    </a:lnTo>
                    <a:lnTo>
                      <a:pt x="143317" y="109156"/>
                    </a:lnTo>
                    <a:cubicBezTo>
                      <a:pt x="130677" y="113347"/>
                      <a:pt x="118987" y="116586"/>
                      <a:pt x="108438" y="118681"/>
                    </a:cubicBezTo>
                    <a:cubicBezTo>
                      <a:pt x="98639" y="120958"/>
                      <a:pt x="88648" y="122291"/>
                      <a:pt x="78596" y="122682"/>
                    </a:cubicBezTo>
                    <a:cubicBezTo>
                      <a:pt x="69756" y="123025"/>
                      <a:pt x="60908" y="122225"/>
                      <a:pt x="52271" y="120301"/>
                    </a:cubicBezTo>
                    <a:cubicBezTo>
                      <a:pt x="43746" y="118310"/>
                      <a:pt x="35552" y="115110"/>
                      <a:pt x="27941" y="110776"/>
                    </a:cubicBezTo>
                    <a:cubicBezTo>
                      <a:pt x="19598" y="106394"/>
                      <a:pt x="12352" y="100174"/>
                      <a:pt x="6748" y="92583"/>
                    </a:cubicBezTo>
                    <a:cubicBezTo>
                      <a:pt x="2686" y="86878"/>
                      <a:pt x="675" y="79962"/>
                      <a:pt x="1045" y="72962"/>
                    </a:cubicBezTo>
                    <a:cubicBezTo>
                      <a:pt x="1811" y="65675"/>
                      <a:pt x="4722" y="58779"/>
                      <a:pt x="9409" y="53149"/>
                    </a:cubicBezTo>
                    <a:cubicBezTo>
                      <a:pt x="15242" y="45787"/>
                      <a:pt x="22166" y="39367"/>
                      <a:pt x="29937" y="34099"/>
                    </a:cubicBezTo>
                    <a:lnTo>
                      <a:pt x="0" y="16764"/>
                    </a:lnTo>
                    <a:lnTo>
                      <a:pt x="17677" y="6572"/>
                    </a:lnTo>
                    <a:lnTo>
                      <a:pt x="47329" y="23717"/>
                    </a:lnTo>
                    <a:cubicBezTo>
                      <a:pt x="61238" y="16764"/>
                      <a:pt x="75867" y="11373"/>
                      <a:pt x="90951" y="7620"/>
                    </a:cubicBezTo>
                    <a:cubicBezTo>
                      <a:pt x="105280" y="4134"/>
                      <a:pt x="119820" y="1591"/>
                      <a:pt x="134479" y="0"/>
                    </a:cubicBezTo>
                    <a:close/>
                    <a:moveTo>
                      <a:pt x="63200" y="82868"/>
                    </a:moveTo>
                    <a:cubicBezTo>
                      <a:pt x="69863" y="86744"/>
                      <a:pt x="77582" y="88420"/>
                      <a:pt x="85249" y="87630"/>
                    </a:cubicBezTo>
                    <a:cubicBezTo>
                      <a:pt x="95532" y="86449"/>
                      <a:pt x="105662" y="84182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945" y="74676"/>
                      <a:pt x="63200" y="82868"/>
                    </a:cubicBezTo>
                    <a:close/>
                    <a:moveTo>
                      <a:pt x="229992" y="96869"/>
                    </a:moveTo>
                    <a:cubicBezTo>
                      <a:pt x="222761" y="92850"/>
                      <a:pt x="214407" y="91345"/>
                      <a:pt x="206232" y="92583"/>
                    </a:cubicBezTo>
                    <a:cubicBezTo>
                      <a:pt x="194982" y="94040"/>
                      <a:pt x="183883" y="96498"/>
                      <a:pt x="173064" y="99917"/>
                    </a:cubicBezTo>
                    <a:lnTo>
                      <a:pt x="220583" y="127254"/>
                    </a:lnTo>
                    <a:cubicBezTo>
                      <a:pt x="240541" y="114871"/>
                      <a:pt x="243677" y="104747"/>
                      <a:pt x="229992" y="9686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9" name="Google Shape;3489;p47"/>
            <p:cNvGrpSpPr/>
            <p:nvPr/>
          </p:nvGrpSpPr>
          <p:grpSpPr>
            <a:xfrm>
              <a:off x="5533746" y="4396707"/>
              <a:ext cx="883852" cy="621030"/>
              <a:chOff x="7343371" y="5138832"/>
              <a:chExt cx="883852" cy="621030"/>
            </a:xfrm>
          </p:grpSpPr>
          <p:sp>
            <p:nvSpPr>
              <p:cNvPr id="3490" name="Google Shape;3490;p47"/>
              <p:cNvSpPr/>
              <p:nvPr/>
            </p:nvSpPr>
            <p:spPr>
              <a:xfrm>
                <a:off x="7343371" y="52483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1" name="Google Shape;3491;p47"/>
              <p:cNvSpPr/>
              <p:nvPr/>
            </p:nvSpPr>
            <p:spPr>
              <a:xfrm>
                <a:off x="7343561" y="539153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2" name="Google Shape;3492;p47"/>
              <p:cNvSpPr/>
              <p:nvPr/>
            </p:nvSpPr>
            <p:spPr>
              <a:xfrm>
                <a:off x="8160792" y="5394578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3" name="Google Shape;3493;p47"/>
              <p:cNvSpPr/>
              <p:nvPr/>
            </p:nvSpPr>
            <p:spPr>
              <a:xfrm>
                <a:off x="7343371" y="51388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4" name="Google Shape;3494;p47"/>
              <p:cNvSpPr/>
              <p:nvPr/>
            </p:nvSpPr>
            <p:spPr>
              <a:xfrm>
                <a:off x="7469087" y="5208436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5" name="Google Shape;3495;p47"/>
              <p:cNvSpPr/>
              <p:nvPr/>
            </p:nvSpPr>
            <p:spPr>
              <a:xfrm>
                <a:off x="7469677" y="5230344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8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6" name="Google Shape;3496;p47"/>
              <p:cNvSpPr/>
              <p:nvPr/>
            </p:nvSpPr>
            <p:spPr>
              <a:xfrm>
                <a:off x="7630861" y="5313140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2"/>
                    </a:cubicBezTo>
                    <a:lnTo>
                      <a:pt x="131628" y="75629"/>
                    </a:lnTo>
                    <a:lnTo>
                      <a:pt x="141131" y="72485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210"/>
                    </a:lnTo>
                    <a:cubicBezTo>
                      <a:pt x="127332" y="154086"/>
                      <a:pt x="132065" y="153705"/>
                      <a:pt x="136760" y="153067"/>
                    </a:cubicBezTo>
                    <a:cubicBezTo>
                      <a:pt x="143127" y="152305"/>
                      <a:pt x="150255" y="151162"/>
                      <a:pt x="158048" y="149447"/>
                    </a:cubicBezTo>
                    <a:cubicBezTo>
                      <a:pt x="165841" y="147733"/>
                      <a:pt x="174204" y="145542"/>
                      <a:pt x="182948" y="143065"/>
                    </a:cubicBezTo>
                    <a:cubicBezTo>
                      <a:pt x="191444" y="140522"/>
                      <a:pt x="199741" y="137341"/>
                      <a:pt x="207753" y="133540"/>
                    </a:cubicBezTo>
                    <a:lnTo>
                      <a:pt x="157193" y="104394"/>
                    </a:lnTo>
                    <a:lnTo>
                      <a:pt x="150635" y="106680"/>
                    </a:lnTo>
                    <a:lnTo>
                      <a:pt x="143697" y="108776"/>
                    </a:lnTo>
                    <a:cubicBezTo>
                      <a:pt x="130962" y="112967"/>
                      <a:pt x="119368" y="116205"/>
                      <a:pt x="108723" y="118301"/>
                    </a:cubicBezTo>
                    <a:cubicBezTo>
                      <a:pt x="98953" y="120577"/>
                      <a:pt x="88994" y="121911"/>
                      <a:pt x="78976" y="122301"/>
                    </a:cubicBezTo>
                    <a:cubicBezTo>
                      <a:pt x="70128" y="122663"/>
                      <a:pt x="61280" y="121825"/>
                      <a:pt x="52651" y="119825"/>
                    </a:cubicBezTo>
                    <a:cubicBezTo>
                      <a:pt x="44079" y="117891"/>
                      <a:pt x="35848" y="114671"/>
                      <a:pt x="28226" y="110300"/>
                    </a:cubicBezTo>
                    <a:cubicBezTo>
                      <a:pt x="19891" y="105947"/>
                      <a:pt x="12669" y="99717"/>
                      <a:pt x="7128" y="92107"/>
                    </a:cubicBezTo>
                    <a:cubicBezTo>
                      <a:pt x="3022" y="86420"/>
                      <a:pt x="1007" y="79486"/>
                      <a:pt x="1426" y="72485"/>
                    </a:cubicBezTo>
                    <a:cubicBezTo>
                      <a:pt x="2148" y="65189"/>
                      <a:pt x="5065" y="58274"/>
                      <a:pt x="9789" y="52673"/>
                    </a:cubicBezTo>
                    <a:cubicBezTo>
                      <a:pt x="15596" y="45291"/>
                      <a:pt x="22524" y="38862"/>
                      <a:pt x="30317" y="33623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7060"/>
                    </a:moveTo>
                    <a:cubicBezTo>
                      <a:pt x="223101" y="93059"/>
                      <a:pt x="214719" y="91554"/>
                      <a:pt x="206517" y="92773"/>
                    </a:cubicBezTo>
                    <a:cubicBezTo>
                      <a:pt x="195265" y="94240"/>
                      <a:pt x="184174" y="96698"/>
                      <a:pt x="173349" y="100108"/>
                    </a:cubicBezTo>
                    <a:lnTo>
                      <a:pt x="220868" y="127445"/>
                    </a:lnTo>
                    <a:cubicBezTo>
                      <a:pt x="240892" y="114871"/>
                      <a:pt x="244057" y="104747"/>
                      <a:pt x="23037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7" name="Google Shape;3497;p47"/>
              <p:cNvSpPr/>
              <p:nvPr/>
            </p:nvSpPr>
            <p:spPr>
              <a:xfrm>
                <a:off x="7753460" y="54501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8" name="Google Shape;3498;p47"/>
              <p:cNvSpPr/>
              <p:nvPr/>
            </p:nvSpPr>
            <p:spPr>
              <a:xfrm>
                <a:off x="7880525" y="5461158"/>
                <a:ext cx="42101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811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812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9" name="Google Shape;3499;p47"/>
              <p:cNvSpPr/>
              <p:nvPr/>
            </p:nvSpPr>
            <p:spPr>
              <a:xfrm>
                <a:off x="7894686" y="539800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0" name="Google Shape;3500;p47"/>
              <p:cNvSpPr/>
              <p:nvPr/>
            </p:nvSpPr>
            <p:spPr>
              <a:xfrm>
                <a:off x="7795847" y="5404389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1"/>
                    </a:lnTo>
                    <a:cubicBezTo>
                      <a:pt x="45048" y="33051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1" name="Google Shape;3501;p47"/>
              <p:cNvSpPr/>
              <p:nvPr/>
            </p:nvSpPr>
            <p:spPr>
              <a:xfrm>
                <a:off x="7699193" y="5349240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908"/>
                    </a:cubicBezTo>
                    <a:cubicBezTo>
                      <a:pt x="47614" y="18821"/>
                      <a:pt x="42444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2" name="Google Shape;3502;p47"/>
              <p:cNvSpPr/>
              <p:nvPr/>
            </p:nvSpPr>
            <p:spPr>
              <a:xfrm>
                <a:off x="7753460" y="5318093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3" name="Google Shape;3503;p47"/>
              <p:cNvSpPr/>
              <p:nvPr/>
            </p:nvSpPr>
            <p:spPr>
              <a:xfrm>
                <a:off x="7631241" y="531304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4" name="Google Shape;3504;p47"/>
              <p:cNvSpPr/>
              <p:nvPr/>
            </p:nvSpPr>
            <p:spPr>
              <a:xfrm>
                <a:off x="7632192" y="53705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47"/>
              <p:cNvSpPr/>
              <p:nvPr/>
            </p:nvSpPr>
            <p:spPr>
              <a:xfrm>
                <a:off x="7630861" y="5295995"/>
                <a:ext cx="295637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880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583" y="36576"/>
                      <a:pt x="100645" y="38671"/>
                    </a:cubicBezTo>
                    <a:cubicBezTo>
                      <a:pt x="93897" y="40729"/>
                      <a:pt x="87292" y="43243"/>
                      <a:pt x="80877" y="46196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88"/>
                      <a:pt x="199494" y="56779"/>
                      <a:pt x="210604" y="56007"/>
                    </a:cubicBezTo>
                    <a:cubicBezTo>
                      <a:pt x="220726" y="55369"/>
                      <a:pt x="230875" y="56036"/>
                      <a:pt x="240826" y="58007"/>
                    </a:cubicBezTo>
                    <a:cubicBezTo>
                      <a:pt x="251033" y="60217"/>
                      <a:pt x="260812" y="64037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278"/>
                      <a:pt x="296556" y="101432"/>
                      <a:pt x="294902" y="108204"/>
                    </a:cubicBezTo>
                    <a:cubicBezTo>
                      <a:pt x="292793" y="115700"/>
                      <a:pt x="288687" y="122482"/>
                      <a:pt x="283023" y="127825"/>
                    </a:cubicBezTo>
                    <a:cubicBezTo>
                      <a:pt x="276076" y="134883"/>
                      <a:pt x="268282" y="141056"/>
                      <a:pt x="259833" y="146209"/>
                    </a:cubicBezTo>
                    <a:lnTo>
                      <a:pt x="292146" y="165259"/>
                    </a:lnTo>
                    <a:lnTo>
                      <a:pt x="274469" y="175546"/>
                    </a:lnTo>
                    <a:lnTo>
                      <a:pt x="241871" y="156496"/>
                    </a:lnTo>
                    <a:cubicBezTo>
                      <a:pt x="226371" y="164239"/>
                      <a:pt x="210138" y="170402"/>
                      <a:pt x="193402" y="174879"/>
                    </a:cubicBezTo>
                    <a:cubicBezTo>
                      <a:pt x="175915" y="179718"/>
                      <a:pt x="158048" y="183061"/>
                      <a:pt x="139991" y="184880"/>
                    </a:cubicBezTo>
                    <a:lnTo>
                      <a:pt x="122979" y="154305"/>
                    </a:lnTo>
                    <a:cubicBezTo>
                      <a:pt x="126115" y="154305"/>
                      <a:pt x="130772" y="154305"/>
                      <a:pt x="137140" y="153257"/>
                    </a:cubicBezTo>
                    <a:cubicBezTo>
                      <a:pt x="143507" y="152209"/>
                      <a:pt x="150635" y="151257"/>
                      <a:pt x="158428" y="149542"/>
                    </a:cubicBezTo>
                    <a:cubicBezTo>
                      <a:pt x="166221" y="147828"/>
                      <a:pt x="174585" y="145732"/>
                      <a:pt x="183328" y="143161"/>
                    </a:cubicBezTo>
                    <a:cubicBezTo>
                      <a:pt x="191824" y="140618"/>
                      <a:pt x="200121" y="137436"/>
                      <a:pt x="208133" y="133636"/>
                    </a:cubicBezTo>
                    <a:lnTo>
                      <a:pt x="157193" y="104680"/>
                    </a:lnTo>
                    <a:lnTo>
                      <a:pt x="150635" y="106966"/>
                    </a:lnTo>
                    <a:lnTo>
                      <a:pt x="143697" y="109156"/>
                    </a:lnTo>
                    <a:cubicBezTo>
                      <a:pt x="130962" y="113347"/>
                      <a:pt x="119368" y="116586"/>
                      <a:pt x="108723" y="118681"/>
                    </a:cubicBezTo>
                    <a:cubicBezTo>
                      <a:pt x="98953" y="120958"/>
                      <a:pt x="88994" y="122291"/>
                      <a:pt x="78976" y="122682"/>
                    </a:cubicBezTo>
                    <a:cubicBezTo>
                      <a:pt x="70128" y="122996"/>
                      <a:pt x="61280" y="122168"/>
                      <a:pt x="52651" y="120205"/>
                    </a:cubicBezTo>
                    <a:cubicBezTo>
                      <a:pt x="44098" y="118224"/>
                      <a:pt x="35867" y="115014"/>
                      <a:pt x="28226" y="110680"/>
                    </a:cubicBezTo>
                    <a:cubicBezTo>
                      <a:pt x="19910" y="106299"/>
                      <a:pt x="12697" y="100079"/>
                      <a:pt x="7128" y="92488"/>
                    </a:cubicBezTo>
                    <a:cubicBezTo>
                      <a:pt x="3032" y="86801"/>
                      <a:pt x="1017" y="79867"/>
                      <a:pt x="1426" y="72866"/>
                    </a:cubicBezTo>
                    <a:cubicBezTo>
                      <a:pt x="2148" y="65570"/>
                      <a:pt x="5065" y="58655"/>
                      <a:pt x="9789" y="53054"/>
                    </a:cubicBezTo>
                    <a:cubicBezTo>
                      <a:pt x="15567" y="45644"/>
                      <a:pt x="22505" y="39214"/>
                      <a:pt x="30317" y="34004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092" y="92716"/>
                      <a:pt x="214710" y="91240"/>
                      <a:pt x="206517" y="92488"/>
                    </a:cubicBezTo>
                    <a:cubicBezTo>
                      <a:pt x="195265" y="93954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6" name="Google Shape;3506;p47"/>
            <p:cNvGrpSpPr/>
            <p:nvPr/>
          </p:nvGrpSpPr>
          <p:grpSpPr>
            <a:xfrm>
              <a:off x="5533746" y="4253261"/>
              <a:ext cx="883852" cy="621029"/>
              <a:chOff x="7343371" y="4995386"/>
              <a:chExt cx="883852" cy="621029"/>
            </a:xfrm>
          </p:grpSpPr>
          <p:sp>
            <p:nvSpPr>
              <p:cNvPr id="3507" name="Google Shape;3507;p47"/>
              <p:cNvSpPr/>
              <p:nvPr/>
            </p:nvSpPr>
            <p:spPr>
              <a:xfrm>
                <a:off x="7343371" y="51049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47"/>
              <p:cNvSpPr/>
              <p:nvPr/>
            </p:nvSpPr>
            <p:spPr>
              <a:xfrm>
                <a:off x="7343561" y="524808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47"/>
              <p:cNvSpPr/>
              <p:nvPr/>
            </p:nvSpPr>
            <p:spPr>
              <a:xfrm>
                <a:off x="8160792" y="5251132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0" name="Google Shape;3510;p47"/>
              <p:cNvSpPr/>
              <p:nvPr/>
            </p:nvSpPr>
            <p:spPr>
              <a:xfrm>
                <a:off x="7343371" y="49953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1" name="Google Shape;3511;p47"/>
              <p:cNvSpPr/>
              <p:nvPr/>
            </p:nvSpPr>
            <p:spPr>
              <a:xfrm>
                <a:off x="7469087" y="5064990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2" name="Google Shape;3512;p47"/>
              <p:cNvSpPr/>
              <p:nvPr/>
            </p:nvSpPr>
            <p:spPr>
              <a:xfrm>
                <a:off x="7469677" y="508689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7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7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3" name="Google Shape;3513;p47"/>
              <p:cNvSpPr/>
              <p:nvPr/>
            </p:nvSpPr>
            <p:spPr>
              <a:xfrm>
                <a:off x="7630861" y="5169693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1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781"/>
                    </a:lnTo>
                    <a:cubicBezTo>
                      <a:pt x="127332" y="154657"/>
                      <a:pt x="132065" y="154276"/>
                      <a:pt x="136760" y="153638"/>
                    </a:cubicBezTo>
                    <a:cubicBezTo>
                      <a:pt x="143127" y="152876"/>
                      <a:pt x="150255" y="151638"/>
                      <a:pt x="158048" y="150019"/>
                    </a:cubicBezTo>
                    <a:cubicBezTo>
                      <a:pt x="165841" y="148399"/>
                      <a:pt x="174204" y="146113"/>
                      <a:pt x="182948" y="143637"/>
                    </a:cubicBezTo>
                    <a:cubicBezTo>
                      <a:pt x="191425" y="141056"/>
                      <a:pt x="199722" y="137865"/>
                      <a:pt x="207753" y="134112"/>
                    </a:cubicBezTo>
                    <a:lnTo>
                      <a:pt x="157193" y="104965"/>
                    </a:lnTo>
                    <a:lnTo>
                      <a:pt x="150635" y="107252"/>
                    </a:lnTo>
                    <a:lnTo>
                      <a:pt x="143697" y="109347"/>
                    </a:lnTo>
                    <a:cubicBezTo>
                      <a:pt x="130962" y="113538"/>
                      <a:pt x="119368" y="116777"/>
                      <a:pt x="108723" y="118872"/>
                    </a:cubicBezTo>
                    <a:cubicBezTo>
                      <a:pt x="98953" y="121148"/>
                      <a:pt x="88994" y="122482"/>
                      <a:pt x="78976" y="122872"/>
                    </a:cubicBezTo>
                    <a:cubicBezTo>
                      <a:pt x="70128" y="123234"/>
                      <a:pt x="61280" y="122396"/>
                      <a:pt x="52651" y="120396"/>
                    </a:cubicBezTo>
                    <a:cubicBezTo>
                      <a:pt x="44079" y="118463"/>
                      <a:pt x="35848" y="115243"/>
                      <a:pt x="28226" y="110871"/>
                    </a:cubicBezTo>
                    <a:cubicBezTo>
                      <a:pt x="19891" y="106518"/>
                      <a:pt x="12669" y="100289"/>
                      <a:pt x="7128" y="92678"/>
                    </a:cubicBezTo>
                    <a:cubicBezTo>
                      <a:pt x="3022" y="86992"/>
                      <a:pt x="1007" y="80058"/>
                      <a:pt x="1426" y="73057"/>
                    </a:cubicBezTo>
                    <a:cubicBezTo>
                      <a:pt x="2148" y="65761"/>
                      <a:pt x="5065" y="58846"/>
                      <a:pt x="9789" y="53245"/>
                    </a:cubicBezTo>
                    <a:cubicBezTo>
                      <a:pt x="15596" y="45863"/>
                      <a:pt x="22524" y="39434"/>
                      <a:pt x="30317" y="3419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01" y="92773"/>
                      <a:pt x="214719" y="91269"/>
                      <a:pt x="206517" y="92488"/>
                    </a:cubicBezTo>
                    <a:cubicBezTo>
                      <a:pt x="195265" y="93955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47"/>
              <p:cNvSpPr/>
              <p:nvPr/>
            </p:nvSpPr>
            <p:spPr>
              <a:xfrm>
                <a:off x="7753460" y="530723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47"/>
              <p:cNvSpPr/>
              <p:nvPr/>
            </p:nvSpPr>
            <p:spPr>
              <a:xfrm>
                <a:off x="7880525" y="5317712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47"/>
              <p:cNvSpPr/>
              <p:nvPr/>
            </p:nvSpPr>
            <p:spPr>
              <a:xfrm>
                <a:off x="7894686" y="525456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47"/>
              <p:cNvSpPr/>
              <p:nvPr/>
            </p:nvSpPr>
            <p:spPr>
              <a:xfrm>
                <a:off x="7795847" y="526094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8" name="Google Shape;3518;p47"/>
              <p:cNvSpPr/>
              <p:nvPr/>
            </p:nvSpPr>
            <p:spPr>
              <a:xfrm>
                <a:off x="7699193" y="5205793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813"/>
                    </a:cubicBezTo>
                    <a:cubicBezTo>
                      <a:pt x="47585" y="18783"/>
                      <a:pt x="42425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9" name="Google Shape;3519;p47"/>
              <p:cNvSpPr/>
              <p:nvPr/>
            </p:nvSpPr>
            <p:spPr>
              <a:xfrm>
                <a:off x="7753460" y="517464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0" name="Google Shape;3520;p47"/>
              <p:cNvSpPr/>
              <p:nvPr/>
            </p:nvSpPr>
            <p:spPr>
              <a:xfrm>
                <a:off x="7631241" y="516959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1" name="Google Shape;3521;p47"/>
              <p:cNvSpPr/>
              <p:nvPr/>
            </p:nvSpPr>
            <p:spPr>
              <a:xfrm>
                <a:off x="7632192" y="522712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2" name="Google Shape;3522;p47"/>
              <p:cNvSpPr/>
              <p:nvPr/>
            </p:nvSpPr>
            <p:spPr>
              <a:xfrm>
                <a:off x="7630861" y="5152548"/>
                <a:ext cx="295637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403" extrusionOk="0">
                    <a:moveTo>
                      <a:pt x="149875" y="29051"/>
                    </a:moveTo>
                    <a:cubicBezTo>
                      <a:pt x="145988" y="29042"/>
                      <a:pt x="142110" y="29356"/>
                      <a:pt x="138280" y="30004"/>
                    </a:cubicBezTo>
                    <a:cubicBezTo>
                      <a:pt x="133053" y="30671"/>
                      <a:pt x="127256" y="31718"/>
                      <a:pt x="120793" y="33147"/>
                    </a:cubicBezTo>
                    <a:cubicBezTo>
                      <a:pt x="114331" y="34576"/>
                      <a:pt x="107583" y="36195"/>
                      <a:pt x="100645" y="38290"/>
                    </a:cubicBezTo>
                    <a:cubicBezTo>
                      <a:pt x="93878" y="40310"/>
                      <a:pt x="87273" y="42824"/>
                      <a:pt x="80877" y="45815"/>
                    </a:cubicBezTo>
                    <a:lnTo>
                      <a:pt x="131628" y="75247"/>
                    </a:lnTo>
                    <a:lnTo>
                      <a:pt x="141131" y="72009"/>
                    </a:lnTo>
                    <a:cubicBezTo>
                      <a:pt x="154056" y="67723"/>
                      <a:pt x="166221" y="64103"/>
                      <a:pt x="177721" y="61055"/>
                    </a:cubicBezTo>
                    <a:cubicBezTo>
                      <a:pt x="188489" y="58207"/>
                      <a:pt x="199494" y="56397"/>
                      <a:pt x="210604" y="55626"/>
                    </a:cubicBezTo>
                    <a:cubicBezTo>
                      <a:pt x="220726" y="54988"/>
                      <a:pt x="230875" y="55654"/>
                      <a:pt x="240826" y="57626"/>
                    </a:cubicBezTo>
                    <a:cubicBezTo>
                      <a:pt x="251033" y="59836"/>
                      <a:pt x="260812" y="63655"/>
                      <a:pt x="269813" y="68961"/>
                    </a:cubicBezTo>
                    <a:cubicBezTo>
                      <a:pt x="278584" y="73362"/>
                      <a:pt x="286112" y="79915"/>
                      <a:pt x="291671" y="88011"/>
                    </a:cubicBezTo>
                    <a:cubicBezTo>
                      <a:pt x="295397" y="93897"/>
                      <a:pt x="296556" y="101051"/>
                      <a:pt x="294902" y="107823"/>
                    </a:cubicBezTo>
                    <a:cubicBezTo>
                      <a:pt x="292793" y="115319"/>
                      <a:pt x="288687" y="122101"/>
                      <a:pt x="283023" y="127444"/>
                    </a:cubicBezTo>
                    <a:cubicBezTo>
                      <a:pt x="276076" y="134503"/>
                      <a:pt x="268282" y="140675"/>
                      <a:pt x="259833" y="145828"/>
                    </a:cubicBezTo>
                    <a:lnTo>
                      <a:pt x="292146" y="164878"/>
                    </a:lnTo>
                    <a:lnTo>
                      <a:pt x="274469" y="175069"/>
                    </a:lnTo>
                    <a:lnTo>
                      <a:pt x="241871" y="156019"/>
                    </a:lnTo>
                    <a:cubicBezTo>
                      <a:pt x="226371" y="163763"/>
                      <a:pt x="210138" y="169916"/>
                      <a:pt x="193402" y="174403"/>
                    </a:cubicBezTo>
                    <a:cubicBezTo>
                      <a:pt x="175915" y="179241"/>
                      <a:pt x="158048" y="182585"/>
                      <a:pt x="139991" y="184404"/>
                    </a:cubicBezTo>
                    <a:lnTo>
                      <a:pt x="122979" y="153829"/>
                    </a:lnTo>
                    <a:cubicBezTo>
                      <a:pt x="126115" y="153829"/>
                      <a:pt x="130772" y="153829"/>
                      <a:pt x="137140" y="152781"/>
                    </a:cubicBezTo>
                    <a:cubicBezTo>
                      <a:pt x="143507" y="151733"/>
                      <a:pt x="150635" y="150781"/>
                      <a:pt x="158428" y="149066"/>
                    </a:cubicBezTo>
                    <a:cubicBezTo>
                      <a:pt x="166221" y="147352"/>
                      <a:pt x="174585" y="145256"/>
                      <a:pt x="183328" y="142684"/>
                    </a:cubicBezTo>
                    <a:cubicBezTo>
                      <a:pt x="191824" y="140141"/>
                      <a:pt x="200121" y="136960"/>
                      <a:pt x="208133" y="133159"/>
                    </a:cubicBezTo>
                    <a:lnTo>
                      <a:pt x="157573" y="103917"/>
                    </a:lnTo>
                    <a:lnTo>
                      <a:pt x="151015" y="106204"/>
                    </a:lnTo>
                    <a:lnTo>
                      <a:pt x="144077" y="108394"/>
                    </a:lnTo>
                    <a:cubicBezTo>
                      <a:pt x="131342" y="112585"/>
                      <a:pt x="119748" y="115824"/>
                      <a:pt x="109104" y="117919"/>
                    </a:cubicBezTo>
                    <a:cubicBezTo>
                      <a:pt x="99334" y="120196"/>
                      <a:pt x="89374" y="121530"/>
                      <a:pt x="79357" y="121920"/>
                    </a:cubicBezTo>
                    <a:cubicBezTo>
                      <a:pt x="70509" y="122234"/>
                      <a:pt x="61661" y="121396"/>
                      <a:pt x="53031" y="119443"/>
                    </a:cubicBezTo>
                    <a:cubicBezTo>
                      <a:pt x="44478" y="117462"/>
                      <a:pt x="36247" y="114252"/>
                      <a:pt x="28606" y="109918"/>
                    </a:cubicBezTo>
                    <a:cubicBezTo>
                      <a:pt x="20291" y="105537"/>
                      <a:pt x="13077" y="99317"/>
                      <a:pt x="7508" y="91726"/>
                    </a:cubicBezTo>
                    <a:cubicBezTo>
                      <a:pt x="3412" y="86039"/>
                      <a:pt x="1397" y="79105"/>
                      <a:pt x="1806" y="72104"/>
                    </a:cubicBezTo>
                    <a:cubicBezTo>
                      <a:pt x="2528" y="64808"/>
                      <a:pt x="5446" y="57893"/>
                      <a:pt x="10169" y="52292"/>
                    </a:cubicBezTo>
                    <a:cubicBezTo>
                      <a:pt x="15947" y="44882"/>
                      <a:pt x="22885" y="38452"/>
                      <a:pt x="30697" y="33242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391"/>
                    </a:moveTo>
                    <a:cubicBezTo>
                      <a:pt x="70157" y="86258"/>
                      <a:pt x="77864" y="87925"/>
                      <a:pt x="85534" y="87154"/>
                    </a:cubicBezTo>
                    <a:cubicBezTo>
                      <a:pt x="95817" y="85992"/>
                      <a:pt x="105948" y="83725"/>
                      <a:pt x="115756" y="80391"/>
                    </a:cubicBezTo>
                    <a:lnTo>
                      <a:pt x="68237" y="52864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298"/>
                    </a:moveTo>
                    <a:cubicBezTo>
                      <a:pt x="223092" y="92335"/>
                      <a:pt x="214710" y="90859"/>
                      <a:pt x="206517" y="92107"/>
                    </a:cubicBezTo>
                    <a:cubicBezTo>
                      <a:pt x="195274" y="93535"/>
                      <a:pt x="184174" y="95964"/>
                      <a:pt x="173349" y="99346"/>
                    </a:cubicBezTo>
                    <a:lnTo>
                      <a:pt x="220868" y="126778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3" name="Google Shape;3523;p47"/>
            <p:cNvGrpSpPr/>
            <p:nvPr/>
          </p:nvGrpSpPr>
          <p:grpSpPr>
            <a:xfrm>
              <a:off x="4965040" y="3574128"/>
              <a:ext cx="883852" cy="621125"/>
              <a:chOff x="6774665" y="4316253"/>
              <a:chExt cx="883852" cy="621125"/>
            </a:xfrm>
          </p:grpSpPr>
          <p:sp>
            <p:nvSpPr>
              <p:cNvPr id="3524" name="Google Shape;3524;p47"/>
              <p:cNvSpPr/>
              <p:nvPr/>
            </p:nvSpPr>
            <p:spPr>
              <a:xfrm>
                <a:off x="6774665" y="44258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47"/>
              <p:cNvSpPr/>
              <p:nvPr/>
            </p:nvSpPr>
            <p:spPr>
              <a:xfrm>
                <a:off x="6774855" y="456895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47"/>
              <p:cNvSpPr/>
              <p:nvPr/>
            </p:nvSpPr>
            <p:spPr>
              <a:xfrm>
                <a:off x="7592086" y="4572000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47"/>
              <p:cNvSpPr/>
              <p:nvPr/>
            </p:nvSpPr>
            <p:spPr>
              <a:xfrm>
                <a:off x="6774665" y="431625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47"/>
              <p:cNvSpPr/>
              <p:nvPr/>
            </p:nvSpPr>
            <p:spPr>
              <a:xfrm>
                <a:off x="6900380" y="4385881"/>
                <a:ext cx="632615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093" extrusionOk="0">
                    <a:moveTo>
                      <a:pt x="632021" y="194024"/>
                    </a:moveTo>
                    <a:cubicBezTo>
                      <a:pt x="627555" y="237077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1" y="237077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931" y="92107"/>
                      <a:pt x="637344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47"/>
              <p:cNvSpPr/>
              <p:nvPr/>
            </p:nvSpPr>
            <p:spPr>
              <a:xfrm>
                <a:off x="6900970" y="440778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47"/>
              <p:cNvSpPr/>
              <p:nvPr/>
            </p:nvSpPr>
            <p:spPr>
              <a:xfrm>
                <a:off x="7062535" y="4489799"/>
                <a:ext cx="295132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32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874" y="95193"/>
                      <a:pt x="296033" y="102356"/>
                      <a:pt x="294427" y="109156"/>
                    </a:cubicBezTo>
                    <a:cubicBezTo>
                      <a:pt x="292251" y="116624"/>
                      <a:pt x="288155" y="123397"/>
                      <a:pt x="282547" y="128778"/>
                    </a:cubicBezTo>
                    <a:cubicBezTo>
                      <a:pt x="275553" y="135789"/>
                      <a:pt x="267769" y="141961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5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693" y="93612"/>
                      <a:pt x="214339" y="92107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47"/>
              <p:cNvSpPr/>
              <p:nvPr/>
            </p:nvSpPr>
            <p:spPr>
              <a:xfrm>
                <a:off x="7184658" y="4627816"/>
                <a:ext cx="19482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431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47"/>
              <p:cNvSpPr/>
              <p:nvPr/>
            </p:nvSpPr>
            <p:spPr>
              <a:xfrm>
                <a:off x="7311819" y="4638675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47"/>
              <p:cNvSpPr/>
              <p:nvPr/>
            </p:nvSpPr>
            <p:spPr>
              <a:xfrm>
                <a:off x="7325980" y="457542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47"/>
              <p:cNvSpPr/>
              <p:nvPr/>
            </p:nvSpPr>
            <p:spPr>
              <a:xfrm>
                <a:off x="7227140" y="4581810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47"/>
              <p:cNvSpPr/>
              <p:nvPr/>
            </p:nvSpPr>
            <p:spPr>
              <a:xfrm>
                <a:off x="7130487" y="4526660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47"/>
              <p:cNvSpPr/>
              <p:nvPr/>
            </p:nvSpPr>
            <p:spPr>
              <a:xfrm>
                <a:off x="7184753" y="449551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47"/>
              <p:cNvSpPr/>
              <p:nvPr/>
            </p:nvSpPr>
            <p:spPr>
              <a:xfrm>
                <a:off x="7062535" y="4490466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47"/>
              <p:cNvSpPr/>
              <p:nvPr/>
            </p:nvSpPr>
            <p:spPr>
              <a:xfrm>
                <a:off x="7063485" y="4547997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47"/>
              <p:cNvSpPr/>
              <p:nvPr/>
            </p:nvSpPr>
            <p:spPr>
              <a:xfrm>
                <a:off x="7062535" y="4472654"/>
                <a:ext cx="295233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6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338"/>
                      <a:pt x="100265" y="39433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0"/>
                    </a:lnTo>
                    <a:lnTo>
                      <a:pt x="140751" y="73247"/>
                    </a:lnTo>
                    <a:cubicBezTo>
                      <a:pt x="153676" y="68866"/>
                      <a:pt x="165841" y="65246"/>
                      <a:pt x="177340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45" y="56159"/>
                      <a:pt x="230505" y="56864"/>
                      <a:pt x="240446" y="58864"/>
                    </a:cubicBezTo>
                    <a:cubicBezTo>
                      <a:pt x="250643" y="61036"/>
                      <a:pt x="260432" y="64827"/>
                      <a:pt x="269432" y="70104"/>
                    </a:cubicBezTo>
                    <a:cubicBezTo>
                      <a:pt x="278204" y="74504"/>
                      <a:pt x="285731" y="81058"/>
                      <a:pt x="291291" y="89154"/>
                    </a:cubicBezTo>
                    <a:cubicBezTo>
                      <a:pt x="294978" y="95088"/>
                      <a:pt x="296138" y="102260"/>
                      <a:pt x="294522" y="109061"/>
                    </a:cubicBezTo>
                    <a:cubicBezTo>
                      <a:pt x="292327" y="116519"/>
                      <a:pt x="288231" y="123282"/>
                      <a:pt x="282643" y="128683"/>
                    </a:cubicBezTo>
                    <a:cubicBezTo>
                      <a:pt x="275667" y="135684"/>
                      <a:pt x="267883" y="141827"/>
                      <a:pt x="259453" y="146971"/>
                    </a:cubicBezTo>
                    <a:lnTo>
                      <a:pt x="29176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0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2747" y="153067"/>
                      <a:pt x="149875" y="151924"/>
                      <a:pt x="157668" y="150209"/>
                    </a:cubicBezTo>
                    <a:cubicBezTo>
                      <a:pt x="165461" y="148495"/>
                      <a:pt x="173824" y="146304"/>
                      <a:pt x="182568" y="143828"/>
                    </a:cubicBezTo>
                    <a:cubicBezTo>
                      <a:pt x="191064" y="141284"/>
                      <a:pt x="199361" y="138103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37" y="87125"/>
                      <a:pt x="105568" y="84858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534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84" y="94707"/>
                      <a:pt x="183784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224"/>
                      <a:pt x="243677" y="105089"/>
                      <a:pt x="229991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0" name="Google Shape;3540;p47"/>
            <p:cNvGrpSpPr/>
            <p:nvPr/>
          </p:nvGrpSpPr>
          <p:grpSpPr>
            <a:xfrm>
              <a:off x="4965040" y="3430682"/>
              <a:ext cx="883852" cy="621125"/>
              <a:chOff x="6774665" y="4172807"/>
              <a:chExt cx="883852" cy="621125"/>
            </a:xfrm>
          </p:grpSpPr>
          <p:sp>
            <p:nvSpPr>
              <p:cNvPr id="3541" name="Google Shape;3541;p47"/>
              <p:cNvSpPr/>
              <p:nvPr/>
            </p:nvSpPr>
            <p:spPr>
              <a:xfrm>
                <a:off x="6774665" y="428244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47"/>
              <p:cNvSpPr/>
              <p:nvPr/>
            </p:nvSpPr>
            <p:spPr>
              <a:xfrm>
                <a:off x="6774855" y="442550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47"/>
              <p:cNvSpPr/>
              <p:nvPr/>
            </p:nvSpPr>
            <p:spPr>
              <a:xfrm>
                <a:off x="7592086" y="442855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47"/>
              <p:cNvSpPr/>
              <p:nvPr/>
            </p:nvSpPr>
            <p:spPr>
              <a:xfrm>
                <a:off x="6774665" y="417280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5" name="Google Shape;3545;p47"/>
              <p:cNvSpPr/>
              <p:nvPr/>
            </p:nvSpPr>
            <p:spPr>
              <a:xfrm>
                <a:off x="6900380" y="4242411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583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931" y="92131"/>
                      <a:pt x="637344" y="143661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47"/>
              <p:cNvSpPr/>
              <p:nvPr/>
            </p:nvSpPr>
            <p:spPr>
              <a:xfrm>
                <a:off x="6900970" y="426434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47"/>
              <p:cNvSpPr/>
              <p:nvPr/>
            </p:nvSpPr>
            <p:spPr>
              <a:xfrm>
                <a:off x="7062535" y="4346352"/>
                <a:ext cx="295228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28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246"/>
                      <a:pt x="177340" y="62294"/>
                    </a:cubicBezTo>
                    <a:cubicBezTo>
                      <a:pt x="188089" y="59360"/>
                      <a:pt x="199104" y="57541"/>
                      <a:pt x="210224" y="56864"/>
                    </a:cubicBezTo>
                    <a:cubicBezTo>
                      <a:pt x="220345" y="56179"/>
                      <a:pt x="230505" y="56845"/>
                      <a:pt x="240446" y="58864"/>
                    </a:cubicBezTo>
                    <a:cubicBezTo>
                      <a:pt x="250662" y="61017"/>
                      <a:pt x="260461" y="64846"/>
                      <a:pt x="269432" y="70199"/>
                    </a:cubicBezTo>
                    <a:cubicBezTo>
                      <a:pt x="278214" y="74590"/>
                      <a:pt x="285731" y="81144"/>
                      <a:pt x="291291" y="89249"/>
                    </a:cubicBezTo>
                    <a:cubicBezTo>
                      <a:pt x="294969" y="95193"/>
                      <a:pt x="296128" y="102356"/>
                      <a:pt x="294522" y="109156"/>
                    </a:cubicBezTo>
                    <a:cubicBezTo>
                      <a:pt x="292346" y="116624"/>
                      <a:pt x="288250" y="123397"/>
                      <a:pt x="282643" y="128778"/>
                    </a:cubicBezTo>
                    <a:cubicBezTo>
                      <a:pt x="275648" y="135789"/>
                      <a:pt x="267864" y="141961"/>
                      <a:pt x="259453" y="147161"/>
                    </a:cubicBezTo>
                    <a:lnTo>
                      <a:pt x="291766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09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3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8" name="Google Shape;3548;p47"/>
              <p:cNvSpPr/>
              <p:nvPr/>
            </p:nvSpPr>
            <p:spPr>
              <a:xfrm>
                <a:off x="7184658" y="4484274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240"/>
                    </a:moveTo>
                    <a:cubicBezTo>
                      <a:pt x="570" y="16002"/>
                      <a:pt x="0" y="0"/>
                      <a:pt x="0" y="0"/>
                    </a:cubicBezTo>
                    <a:lnTo>
                      <a:pt x="19483" y="12573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9" name="Google Shape;3549;p47"/>
              <p:cNvSpPr/>
              <p:nvPr/>
            </p:nvSpPr>
            <p:spPr>
              <a:xfrm>
                <a:off x="7311819" y="449522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0" name="Google Shape;3550;p47"/>
              <p:cNvSpPr/>
              <p:nvPr/>
            </p:nvSpPr>
            <p:spPr>
              <a:xfrm>
                <a:off x="7325980" y="443198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1" name="Google Shape;3551;p47"/>
              <p:cNvSpPr/>
              <p:nvPr/>
            </p:nvSpPr>
            <p:spPr>
              <a:xfrm>
                <a:off x="7227140" y="4438078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47"/>
              <p:cNvSpPr/>
              <p:nvPr/>
            </p:nvSpPr>
            <p:spPr>
              <a:xfrm>
                <a:off x="7130487" y="4383214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3" name="Google Shape;3553;p47"/>
              <p:cNvSpPr/>
              <p:nvPr/>
            </p:nvSpPr>
            <p:spPr>
              <a:xfrm>
                <a:off x="7184753" y="435206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4" name="Google Shape;3554;p47"/>
              <p:cNvSpPr/>
              <p:nvPr/>
            </p:nvSpPr>
            <p:spPr>
              <a:xfrm>
                <a:off x="7062535" y="434701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5" name="Google Shape;3555;p47"/>
              <p:cNvSpPr/>
              <p:nvPr/>
            </p:nvSpPr>
            <p:spPr>
              <a:xfrm>
                <a:off x="7063485" y="4404550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6" name="Google Shape;3556;p47"/>
              <p:cNvSpPr/>
              <p:nvPr/>
            </p:nvSpPr>
            <p:spPr>
              <a:xfrm>
                <a:off x="7062535" y="4329112"/>
                <a:ext cx="29523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7" extrusionOk="0">
                    <a:moveTo>
                      <a:pt x="149494" y="30289"/>
                    </a:moveTo>
                    <a:cubicBezTo>
                      <a:pt x="145607" y="30280"/>
                      <a:pt x="141730" y="30594"/>
                      <a:pt x="137900" y="31242"/>
                    </a:cubicBezTo>
                    <a:cubicBezTo>
                      <a:pt x="132673" y="32004"/>
                      <a:pt x="126875" y="33052"/>
                      <a:pt x="120413" y="34385"/>
                    </a:cubicBezTo>
                    <a:cubicBezTo>
                      <a:pt x="113950" y="35719"/>
                      <a:pt x="107203" y="37433"/>
                      <a:pt x="100265" y="39529"/>
                    </a:cubicBezTo>
                    <a:cubicBezTo>
                      <a:pt x="93498" y="41577"/>
                      <a:pt x="86893" y="44129"/>
                      <a:pt x="80497" y="47149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341"/>
                      <a:pt x="177340" y="62294"/>
                    </a:cubicBezTo>
                    <a:cubicBezTo>
                      <a:pt x="188108" y="59455"/>
                      <a:pt x="199114" y="57636"/>
                      <a:pt x="210224" y="56864"/>
                    </a:cubicBezTo>
                    <a:cubicBezTo>
                      <a:pt x="220345" y="56255"/>
                      <a:pt x="230505" y="56960"/>
                      <a:pt x="240446" y="58960"/>
                    </a:cubicBezTo>
                    <a:cubicBezTo>
                      <a:pt x="250643" y="61131"/>
                      <a:pt x="260432" y="64922"/>
                      <a:pt x="269432" y="70199"/>
                    </a:cubicBezTo>
                    <a:cubicBezTo>
                      <a:pt x="278204" y="74600"/>
                      <a:pt x="285731" y="81153"/>
                      <a:pt x="291291" y="89249"/>
                    </a:cubicBezTo>
                    <a:cubicBezTo>
                      <a:pt x="294978" y="95183"/>
                      <a:pt x="296138" y="102356"/>
                      <a:pt x="294522" y="109156"/>
                    </a:cubicBezTo>
                    <a:cubicBezTo>
                      <a:pt x="292327" y="116615"/>
                      <a:pt x="288231" y="123377"/>
                      <a:pt x="282643" y="128778"/>
                    </a:cubicBezTo>
                    <a:cubicBezTo>
                      <a:pt x="275667" y="135779"/>
                      <a:pt x="267883" y="141922"/>
                      <a:pt x="259453" y="147066"/>
                    </a:cubicBezTo>
                    <a:lnTo>
                      <a:pt x="291766" y="166116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877"/>
                    </a:lnTo>
                    <a:cubicBezTo>
                      <a:pt x="126894" y="154848"/>
                      <a:pt x="131656" y="154496"/>
                      <a:pt x="136379" y="153829"/>
                    </a:cubicBezTo>
                    <a:cubicBezTo>
                      <a:pt x="142747" y="153067"/>
                      <a:pt x="149875" y="151829"/>
                      <a:pt x="157668" y="150209"/>
                    </a:cubicBezTo>
                    <a:cubicBezTo>
                      <a:pt x="165461" y="148590"/>
                      <a:pt x="173824" y="146304"/>
                      <a:pt x="182568" y="143828"/>
                    </a:cubicBezTo>
                    <a:cubicBezTo>
                      <a:pt x="191045" y="141246"/>
                      <a:pt x="199342" y="138055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6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77" y="87497"/>
                      <a:pt x="77484" y="89163"/>
                      <a:pt x="85154" y="88392"/>
                    </a:cubicBezTo>
                    <a:cubicBezTo>
                      <a:pt x="95437" y="87221"/>
                      <a:pt x="105568" y="84954"/>
                      <a:pt x="115376" y="81629"/>
                    </a:cubicBezTo>
                    <a:lnTo>
                      <a:pt x="67857" y="54102"/>
                    </a:lnTo>
                    <a:cubicBezTo>
                      <a:pt x="50370" y="65532"/>
                      <a:pt x="48849" y="75438"/>
                      <a:pt x="63105" y="83629"/>
                    </a:cubicBezTo>
                    <a:close/>
                    <a:moveTo>
                      <a:pt x="229991" y="97631"/>
                    </a:moveTo>
                    <a:cubicBezTo>
                      <a:pt x="222721" y="93631"/>
                      <a:pt x="214339" y="92126"/>
                      <a:pt x="206137" y="93345"/>
                    </a:cubicBezTo>
                    <a:cubicBezTo>
                      <a:pt x="194884" y="94802"/>
                      <a:pt x="183784" y="97260"/>
                      <a:pt x="172969" y="100679"/>
                    </a:cubicBezTo>
                    <a:lnTo>
                      <a:pt x="220488" y="128016"/>
                    </a:lnTo>
                    <a:cubicBezTo>
                      <a:pt x="240512" y="115700"/>
                      <a:pt x="243677" y="105566"/>
                      <a:pt x="229991" y="9763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7" name="Google Shape;3557;p47"/>
            <p:cNvGrpSpPr/>
            <p:nvPr/>
          </p:nvGrpSpPr>
          <p:grpSpPr>
            <a:xfrm>
              <a:off x="4993741" y="3268090"/>
              <a:ext cx="883853" cy="621125"/>
              <a:chOff x="6803366" y="4010215"/>
              <a:chExt cx="883853" cy="621125"/>
            </a:xfrm>
          </p:grpSpPr>
          <p:sp>
            <p:nvSpPr>
              <p:cNvPr id="3558" name="Google Shape;3558;p47"/>
              <p:cNvSpPr/>
              <p:nvPr/>
            </p:nvSpPr>
            <p:spPr>
              <a:xfrm>
                <a:off x="6803366" y="411984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9" name="Google Shape;3559;p47"/>
              <p:cNvSpPr/>
              <p:nvPr/>
            </p:nvSpPr>
            <p:spPr>
              <a:xfrm>
                <a:off x="6803461" y="4262913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0" name="Google Shape;3560;p47"/>
              <p:cNvSpPr/>
              <p:nvPr/>
            </p:nvSpPr>
            <p:spPr>
              <a:xfrm>
                <a:off x="7620692" y="4265961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1" name="Google Shape;3561;p47"/>
              <p:cNvSpPr/>
              <p:nvPr/>
            </p:nvSpPr>
            <p:spPr>
              <a:xfrm>
                <a:off x="6803366" y="401021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2" name="Google Shape;3562;p47"/>
              <p:cNvSpPr/>
              <p:nvPr/>
            </p:nvSpPr>
            <p:spPr>
              <a:xfrm>
                <a:off x="6928987" y="4079843"/>
                <a:ext cx="63268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9" h="366093" extrusionOk="0">
                    <a:moveTo>
                      <a:pt x="632117" y="194024"/>
                    </a:moveTo>
                    <a:cubicBezTo>
                      <a:pt x="627555" y="237173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3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476" y="-17907"/>
                      <a:pt x="540025" y="53721"/>
                    </a:cubicBezTo>
                    <a:cubicBezTo>
                      <a:pt x="606836" y="92107"/>
                      <a:pt x="637344" y="143637"/>
                      <a:pt x="632117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3" name="Google Shape;3563;p47"/>
              <p:cNvSpPr/>
              <p:nvPr/>
            </p:nvSpPr>
            <p:spPr>
              <a:xfrm>
                <a:off x="6929577" y="4101750"/>
                <a:ext cx="631526" cy="344186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6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5069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743" y="86678"/>
                      <a:pt x="626965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4" name="Google Shape;3564;p47"/>
              <p:cNvSpPr/>
              <p:nvPr/>
            </p:nvSpPr>
            <p:spPr>
              <a:xfrm>
                <a:off x="7091046" y="4183856"/>
                <a:ext cx="294970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451" extrusionOk="0">
                    <a:moveTo>
                      <a:pt x="149590" y="30194"/>
                    </a:moveTo>
                    <a:cubicBezTo>
                      <a:pt x="145702" y="30137"/>
                      <a:pt x="141825" y="30423"/>
                      <a:pt x="137995" y="31052"/>
                    </a:cubicBezTo>
                    <a:cubicBezTo>
                      <a:pt x="132768" y="31813"/>
                      <a:pt x="126970" y="32861"/>
                      <a:pt x="120508" y="34195"/>
                    </a:cubicBezTo>
                    <a:cubicBezTo>
                      <a:pt x="114045" y="35528"/>
                      <a:pt x="107393" y="37338"/>
                      <a:pt x="100360" y="39434"/>
                    </a:cubicBezTo>
                    <a:cubicBezTo>
                      <a:pt x="93593" y="41453"/>
                      <a:pt x="86988" y="43967"/>
                      <a:pt x="80592" y="46958"/>
                    </a:cubicBezTo>
                    <a:lnTo>
                      <a:pt x="131342" y="76390"/>
                    </a:lnTo>
                    <a:lnTo>
                      <a:pt x="140846" y="73152"/>
                    </a:lnTo>
                    <a:cubicBezTo>
                      <a:pt x="153771" y="68866"/>
                      <a:pt x="165936" y="65151"/>
                      <a:pt x="177436" y="62198"/>
                    </a:cubicBezTo>
                    <a:cubicBezTo>
                      <a:pt x="188184" y="59274"/>
                      <a:pt x="199199" y="57455"/>
                      <a:pt x="210319" y="56769"/>
                    </a:cubicBezTo>
                    <a:cubicBezTo>
                      <a:pt x="220469" y="56074"/>
                      <a:pt x="230666" y="56750"/>
                      <a:pt x="240636" y="58769"/>
                    </a:cubicBezTo>
                    <a:cubicBezTo>
                      <a:pt x="250672" y="61036"/>
                      <a:pt x="260290" y="64856"/>
                      <a:pt x="269147" y="70104"/>
                    </a:cubicBezTo>
                    <a:cubicBezTo>
                      <a:pt x="277929" y="74495"/>
                      <a:pt x="285446" y="81048"/>
                      <a:pt x="291006" y="89154"/>
                    </a:cubicBezTo>
                    <a:cubicBezTo>
                      <a:pt x="294722" y="95079"/>
                      <a:pt x="295891" y="102260"/>
                      <a:pt x="294237" y="109061"/>
                    </a:cubicBezTo>
                    <a:cubicBezTo>
                      <a:pt x="292099" y="116548"/>
                      <a:pt x="287993" y="123330"/>
                      <a:pt x="282357" y="128683"/>
                    </a:cubicBezTo>
                    <a:cubicBezTo>
                      <a:pt x="275382" y="135712"/>
                      <a:pt x="267598" y="141884"/>
                      <a:pt x="259168" y="147066"/>
                    </a:cubicBezTo>
                    <a:lnTo>
                      <a:pt x="291481" y="16611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73"/>
                      <a:pt x="209359" y="170926"/>
                      <a:pt x="192642" y="175451"/>
                    </a:cubicBezTo>
                    <a:cubicBezTo>
                      <a:pt x="175155" y="180289"/>
                      <a:pt x="157288" y="183632"/>
                      <a:pt x="139230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3631" y="152914"/>
                      <a:pt x="150739" y="151705"/>
                      <a:pt x="157763" y="150114"/>
                    </a:cubicBezTo>
                    <a:cubicBezTo>
                      <a:pt x="165556" y="148399"/>
                      <a:pt x="173824" y="146304"/>
                      <a:pt x="182568" y="143732"/>
                    </a:cubicBezTo>
                    <a:cubicBezTo>
                      <a:pt x="191064" y="141179"/>
                      <a:pt x="199351" y="137998"/>
                      <a:pt x="207372" y="134207"/>
                    </a:cubicBezTo>
                    <a:lnTo>
                      <a:pt x="156812" y="104965"/>
                    </a:lnTo>
                    <a:lnTo>
                      <a:pt x="150255" y="107252"/>
                    </a:lnTo>
                    <a:lnTo>
                      <a:pt x="143317" y="109347"/>
                    </a:lnTo>
                    <a:cubicBezTo>
                      <a:pt x="130582" y="113538"/>
                      <a:pt x="118987" y="116872"/>
                      <a:pt x="108343" y="118872"/>
                    </a:cubicBezTo>
                    <a:cubicBezTo>
                      <a:pt x="98573" y="121148"/>
                      <a:pt x="88613" y="122482"/>
                      <a:pt x="78596" y="122872"/>
                    </a:cubicBezTo>
                    <a:cubicBezTo>
                      <a:pt x="69748" y="123187"/>
                      <a:pt x="60900" y="122358"/>
                      <a:pt x="52271" y="120396"/>
                    </a:cubicBezTo>
                    <a:cubicBezTo>
                      <a:pt x="43727" y="118472"/>
                      <a:pt x="35525" y="115253"/>
                      <a:pt x="27941" y="110871"/>
                    </a:cubicBezTo>
                    <a:cubicBezTo>
                      <a:pt x="19606" y="106518"/>
                      <a:pt x="12364" y="100327"/>
                      <a:pt x="6748" y="92773"/>
                    </a:cubicBezTo>
                    <a:cubicBezTo>
                      <a:pt x="2680" y="87039"/>
                      <a:pt x="665" y="8008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534"/>
                    </a:moveTo>
                    <a:cubicBezTo>
                      <a:pt x="69881" y="87363"/>
                      <a:pt x="77589" y="89021"/>
                      <a:pt x="85249" y="88297"/>
                    </a:cubicBezTo>
                    <a:cubicBezTo>
                      <a:pt x="95579" y="87135"/>
                      <a:pt x="105739" y="84830"/>
                      <a:pt x="115566" y="81439"/>
                    </a:cubicBezTo>
                    <a:lnTo>
                      <a:pt x="68047" y="53912"/>
                    </a:lnTo>
                    <a:cubicBezTo>
                      <a:pt x="50560" y="65341"/>
                      <a:pt x="48944" y="75152"/>
                      <a:pt x="63200" y="83344"/>
                    </a:cubicBezTo>
                    <a:close/>
                    <a:moveTo>
                      <a:pt x="230087" y="97441"/>
                    </a:moveTo>
                    <a:cubicBezTo>
                      <a:pt x="222826" y="93516"/>
                      <a:pt x="214500" y="92021"/>
                      <a:pt x="206327" y="93154"/>
                    </a:cubicBezTo>
                    <a:cubicBezTo>
                      <a:pt x="195056" y="94659"/>
                      <a:pt x="183927" y="97117"/>
                      <a:pt x="173064" y="100489"/>
                    </a:cubicBezTo>
                    <a:lnTo>
                      <a:pt x="220583" y="127826"/>
                    </a:lnTo>
                    <a:cubicBezTo>
                      <a:pt x="240541" y="115538"/>
                      <a:pt x="243772" y="105346"/>
                      <a:pt x="230087" y="9744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47"/>
              <p:cNvSpPr/>
              <p:nvPr/>
            </p:nvSpPr>
            <p:spPr>
              <a:xfrm>
                <a:off x="7213360" y="4321778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47"/>
              <p:cNvSpPr/>
              <p:nvPr/>
            </p:nvSpPr>
            <p:spPr>
              <a:xfrm>
                <a:off x="7340425" y="4332636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235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7" name="Google Shape;3567;p47"/>
              <p:cNvSpPr/>
              <p:nvPr/>
            </p:nvSpPr>
            <p:spPr>
              <a:xfrm>
                <a:off x="7354586" y="4269390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8" name="Google Shape;3568;p47"/>
              <p:cNvSpPr/>
              <p:nvPr/>
            </p:nvSpPr>
            <p:spPr>
              <a:xfrm>
                <a:off x="7255747" y="4276153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6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9" name="Google Shape;3569;p47"/>
              <p:cNvSpPr/>
              <p:nvPr/>
            </p:nvSpPr>
            <p:spPr>
              <a:xfrm>
                <a:off x="7159188" y="4220622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4" y="38958"/>
                    </a:lnTo>
                    <a:lnTo>
                      <a:pt x="58924" y="31623"/>
                    </a:lnTo>
                    <a:cubicBezTo>
                      <a:pt x="58924" y="31623"/>
                      <a:pt x="52841" y="24575"/>
                      <a:pt x="52366" y="23908"/>
                    </a:cubicBezTo>
                    <a:cubicBezTo>
                      <a:pt x="47966" y="18879"/>
                      <a:pt x="42805" y="14574"/>
                      <a:pt x="37065" y="11144"/>
                    </a:cubicBezTo>
                    <a:cubicBezTo>
                      <a:pt x="33454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0" name="Google Shape;3570;p47"/>
              <p:cNvSpPr/>
              <p:nvPr/>
            </p:nvSpPr>
            <p:spPr>
              <a:xfrm>
                <a:off x="7213360" y="4189475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1" name="Google Shape;3571;p47"/>
              <p:cNvSpPr/>
              <p:nvPr/>
            </p:nvSpPr>
            <p:spPr>
              <a:xfrm>
                <a:off x="7091141" y="4184427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2" name="Google Shape;3572;p47"/>
              <p:cNvSpPr/>
              <p:nvPr/>
            </p:nvSpPr>
            <p:spPr>
              <a:xfrm>
                <a:off x="7092091" y="4242053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694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3" name="Google Shape;3573;p47"/>
              <p:cNvSpPr/>
              <p:nvPr/>
            </p:nvSpPr>
            <p:spPr>
              <a:xfrm>
                <a:off x="7091046" y="4166616"/>
                <a:ext cx="294970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393" y="37338"/>
                      <a:pt x="100360" y="39433"/>
                    </a:cubicBezTo>
                    <a:cubicBezTo>
                      <a:pt x="93593" y="41481"/>
                      <a:pt x="86988" y="44034"/>
                      <a:pt x="80592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866"/>
                      <a:pt x="165936" y="65246"/>
                      <a:pt x="177436" y="62294"/>
                    </a:cubicBezTo>
                    <a:cubicBezTo>
                      <a:pt x="188194" y="59379"/>
                      <a:pt x="199209" y="57531"/>
                      <a:pt x="210319" y="56769"/>
                    </a:cubicBezTo>
                    <a:cubicBezTo>
                      <a:pt x="220469" y="56159"/>
                      <a:pt x="230666" y="56864"/>
                      <a:pt x="240636" y="58864"/>
                    </a:cubicBezTo>
                    <a:cubicBezTo>
                      <a:pt x="250681" y="61084"/>
                      <a:pt x="260309" y="64913"/>
                      <a:pt x="269147" y="70199"/>
                    </a:cubicBezTo>
                    <a:cubicBezTo>
                      <a:pt x="277948" y="74562"/>
                      <a:pt x="285475" y="81124"/>
                      <a:pt x="291006" y="89249"/>
                    </a:cubicBezTo>
                    <a:cubicBezTo>
                      <a:pt x="294722" y="95174"/>
                      <a:pt x="295891" y="102356"/>
                      <a:pt x="294237" y="109156"/>
                    </a:cubicBezTo>
                    <a:cubicBezTo>
                      <a:pt x="292080" y="116634"/>
                      <a:pt x="287984" y="123406"/>
                      <a:pt x="282357" y="128778"/>
                    </a:cubicBezTo>
                    <a:cubicBezTo>
                      <a:pt x="275382" y="135807"/>
                      <a:pt x="267598" y="141980"/>
                      <a:pt x="259168" y="147161"/>
                    </a:cubicBezTo>
                    <a:lnTo>
                      <a:pt x="29148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0"/>
                      <a:pt x="209349" y="170983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89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06"/>
                      <a:pt x="85249" y="88297"/>
                    </a:cubicBezTo>
                    <a:cubicBezTo>
                      <a:pt x="95570" y="87173"/>
                      <a:pt x="105739" y="84906"/>
                      <a:pt x="115566" y="81534"/>
                    </a:cubicBezTo>
                    <a:lnTo>
                      <a:pt x="68047" y="54007"/>
                    </a:lnTo>
                    <a:cubicBezTo>
                      <a:pt x="50560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845" y="93554"/>
                      <a:pt x="214500" y="92050"/>
                      <a:pt x="206327" y="93250"/>
                    </a:cubicBezTo>
                    <a:cubicBezTo>
                      <a:pt x="195046" y="94707"/>
                      <a:pt x="183917" y="97164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3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4" name="Google Shape;3574;p47"/>
            <p:cNvGrpSpPr/>
            <p:nvPr/>
          </p:nvGrpSpPr>
          <p:grpSpPr>
            <a:xfrm>
              <a:off x="4984142" y="3105498"/>
              <a:ext cx="883852" cy="621125"/>
              <a:chOff x="6793767" y="3847623"/>
              <a:chExt cx="883852" cy="621125"/>
            </a:xfrm>
          </p:grpSpPr>
          <p:sp>
            <p:nvSpPr>
              <p:cNvPr id="3575" name="Google Shape;3575;p47"/>
              <p:cNvSpPr/>
              <p:nvPr/>
            </p:nvSpPr>
            <p:spPr>
              <a:xfrm>
                <a:off x="6793767" y="395725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6" name="Google Shape;3576;p47"/>
              <p:cNvSpPr/>
              <p:nvPr/>
            </p:nvSpPr>
            <p:spPr>
              <a:xfrm>
                <a:off x="6793958" y="4100322"/>
                <a:ext cx="87339" cy="116585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5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7" name="Google Shape;3577;p47"/>
              <p:cNvSpPr/>
              <p:nvPr/>
            </p:nvSpPr>
            <p:spPr>
              <a:xfrm>
                <a:off x="7611093" y="4103369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8" name="Google Shape;3578;p47"/>
              <p:cNvSpPr/>
              <p:nvPr/>
            </p:nvSpPr>
            <p:spPr>
              <a:xfrm>
                <a:off x="6793767" y="38476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9" name="Google Shape;3579;p47"/>
              <p:cNvSpPr/>
              <p:nvPr/>
            </p:nvSpPr>
            <p:spPr>
              <a:xfrm>
                <a:off x="6919483" y="3917323"/>
                <a:ext cx="632596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596" h="366021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6" y="383881"/>
                      <a:pt x="216136" y="383881"/>
                      <a:pt x="92587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5"/>
                      <a:pt x="25965" y="92130"/>
                      <a:pt x="92587" y="53649"/>
                    </a:cubicBezTo>
                    <a:cubicBezTo>
                      <a:pt x="216136" y="-17883"/>
                      <a:pt x="416380" y="-17883"/>
                      <a:pt x="540025" y="53649"/>
                    </a:cubicBezTo>
                    <a:cubicBezTo>
                      <a:pt x="606836" y="92130"/>
                      <a:pt x="637249" y="143565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0" name="Google Shape;3580;p47"/>
              <p:cNvSpPr/>
              <p:nvPr/>
            </p:nvSpPr>
            <p:spPr>
              <a:xfrm>
                <a:off x="6920073" y="3939230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791" y="-17883"/>
                      <a:pt x="539435" y="53650"/>
                    </a:cubicBezTo>
                    <a:cubicBezTo>
                      <a:pt x="59674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1" name="Google Shape;3581;p47"/>
              <p:cNvSpPr/>
              <p:nvPr/>
            </p:nvSpPr>
            <p:spPr>
              <a:xfrm>
                <a:off x="7081637" y="4021645"/>
                <a:ext cx="2945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557" h="185070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2"/>
                      <a:pt x="126876" y="32480"/>
                      <a:pt x="120413" y="33814"/>
                    </a:cubicBezTo>
                    <a:cubicBezTo>
                      <a:pt x="113951" y="35147"/>
                      <a:pt x="107203" y="36957"/>
                      <a:pt x="100265" y="39053"/>
                    </a:cubicBezTo>
                    <a:cubicBezTo>
                      <a:pt x="93470" y="41072"/>
                      <a:pt x="86827" y="43586"/>
                      <a:pt x="80402" y="46577"/>
                    </a:cubicBezTo>
                    <a:lnTo>
                      <a:pt x="131057" y="76010"/>
                    </a:lnTo>
                    <a:lnTo>
                      <a:pt x="140561" y="72771"/>
                    </a:lnTo>
                    <a:cubicBezTo>
                      <a:pt x="153486" y="68485"/>
                      <a:pt x="165651" y="64865"/>
                      <a:pt x="177151" y="61817"/>
                    </a:cubicBezTo>
                    <a:cubicBezTo>
                      <a:pt x="187909" y="58931"/>
                      <a:pt x="198924" y="57112"/>
                      <a:pt x="210034" y="56388"/>
                    </a:cubicBezTo>
                    <a:cubicBezTo>
                      <a:pt x="220155" y="55702"/>
                      <a:pt x="230315" y="56369"/>
                      <a:pt x="240256" y="58388"/>
                    </a:cubicBezTo>
                    <a:cubicBezTo>
                      <a:pt x="250292" y="60646"/>
                      <a:pt x="259919" y="64465"/>
                      <a:pt x="268767" y="69723"/>
                    </a:cubicBezTo>
                    <a:cubicBezTo>
                      <a:pt x="277549" y="74114"/>
                      <a:pt x="285066" y="80667"/>
                      <a:pt x="290626" y="88773"/>
                    </a:cubicBezTo>
                    <a:cubicBezTo>
                      <a:pt x="294294" y="94717"/>
                      <a:pt x="295454" y="101879"/>
                      <a:pt x="293857" y="108680"/>
                    </a:cubicBezTo>
                    <a:cubicBezTo>
                      <a:pt x="291709" y="116157"/>
                      <a:pt x="287604" y="122939"/>
                      <a:pt x="281977" y="128302"/>
                    </a:cubicBezTo>
                    <a:cubicBezTo>
                      <a:pt x="274973" y="135331"/>
                      <a:pt x="267152" y="141503"/>
                      <a:pt x="258693" y="146685"/>
                    </a:cubicBezTo>
                    <a:lnTo>
                      <a:pt x="291006" y="165735"/>
                    </a:lnTo>
                    <a:lnTo>
                      <a:pt x="273614" y="175736"/>
                    </a:lnTo>
                    <a:lnTo>
                      <a:pt x="241016" y="156686"/>
                    </a:lnTo>
                    <a:cubicBezTo>
                      <a:pt x="225506" y="164402"/>
                      <a:pt x="209264" y="170555"/>
                      <a:pt x="192547" y="175070"/>
                    </a:cubicBezTo>
                    <a:cubicBezTo>
                      <a:pt x="175022" y="179918"/>
                      <a:pt x="157126" y="183261"/>
                      <a:pt x="139040" y="185071"/>
                    </a:cubicBezTo>
                    <a:lnTo>
                      <a:pt x="122029" y="154496"/>
                    </a:lnTo>
                    <a:cubicBezTo>
                      <a:pt x="125165" y="154496"/>
                      <a:pt x="129917" y="154496"/>
                      <a:pt x="136284" y="153448"/>
                    </a:cubicBezTo>
                    <a:cubicBezTo>
                      <a:pt x="142652" y="152400"/>
                      <a:pt x="149780" y="151447"/>
                      <a:pt x="157573" y="149733"/>
                    </a:cubicBezTo>
                    <a:cubicBezTo>
                      <a:pt x="165366" y="148019"/>
                      <a:pt x="173729" y="145923"/>
                      <a:pt x="182378" y="143351"/>
                    </a:cubicBezTo>
                    <a:cubicBezTo>
                      <a:pt x="190912" y="140827"/>
                      <a:pt x="199238" y="137646"/>
                      <a:pt x="207278" y="133826"/>
                    </a:cubicBezTo>
                    <a:lnTo>
                      <a:pt x="156718" y="104585"/>
                    </a:lnTo>
                    <a:lnTo>
                      <a:pt x="150065" y="106871"/>
                    </a:lnTo>
                    <a:lnTo>
                      <a:pt x="143222" y="109061"/>
                    </a:lnTo>
                    <a:cubicBezTo>
                      <a:pt x="130487" y="113252"/>
                      <a:pt x="118797" y="116491"/>
                      <a:pt x="108248" y="118586"/>
                    </a:cubicBezTo>
                    <a:cubicBezTo>
                      <a:pt x="98450" y="120863"/>
                      <a:pt x="88461" y="122206"/>
                      <a:pt x="78406" y="122587"/>
                    </a:cubicBezTo>
                    <a:cubicBezTo>
                      <a:pt x="69596" y="122901"/>
                      <a:pt x="60777" y="122072"/>
                      <a:pt x="52176" y="120110"/>
                    </a:cubicBezTo>
                    <a:cubicBezTo>
                      <a:pt x="43622" y="118129"/>
                      <a:pt x="35392" y="114919"/>
                      <a:pt x="27751" y="110585"/>
                    </a:cubicBezTo>
                    <a:cubicBezTo>
                      <a:pt x="19454" y="106175"/>
                      <a:pt x="12250" y="99955"/>
                      <a:pt x="6653" y="92393"/>
                    </a:cubicBezTo>
                    <a:cubicBezTo>
                      <a:pt x="2528" y="86716"/>
                      <a:pt x="485" y="79781"/>
                      <a:pt x="855" y="72771"/>
                    </a:cubicBezTo>
                    <a:cubicBezTo>
                      <a:pt x="1682" y="65503"/>
                      <a:pt x="4590" y="58617"/>
                      <a:pt x="9219" y="52959"/>
                    </a:cubicBezTo>
                    <a:cubicBezTo>
                      <a:pt x="15064" y="45577"/>
                      <a:pt x="22020" y="39148"/>
                      <a:pt x="29842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48" y="17050"/>
                      <a:pt x="75774" y="1165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37" y="86735"/>
                      <a:pt x="105568" y="84468"/>
                      <a:pt x="115376" y="81153"/>
                    </a:cubicBezTo>
                    <a:lnTo>
                      <a:pt x="67857" y="53530"/>
                    </a:lnTo>
                    <a:cubicBezTo>
                      <a:pt x="50370" y="65056"/>
                      <a:pt x="48850" y="74866"/>
                      <a:pt x="63105" y="83629"/>
                    </a:cubicBezTo>
                    <a:close/>
                    <a:moveTo>
                      <a:pt x="229992" y="97060"/>
                    </a:moveTo>
                    <a:cubicBezTo>
                      <a:pt x="222712" y="93097"/>
                      <a:pt x="214329" y="91621"/>
                      <a:pt x="206137" y="92869"/>
                    </a:cubicBezTo>
                    <a:cubicBezTo>
                      <a:pt x="194885" y="94288"/>
                      <a:pt x="183784" y="96717"/>
                      <a:pt x="172969" y="100108"/>
                    </a:cubicBezTo>
                    <a:lnTo>
                      <a:pt x="220488" y="127540"/>
                    </a:lnTo>
                    <a:cubicBezTo>
                      <a:pt x="240446" y="115157"/>
                      <a:pt x="243677" y="105061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2" name="Google Shape;3582;p47"/>
              <p:cNvSpPr/>
              <p:nvPr/>
            </p:nvSpPr>
            <p:spPr>
              <a:xfrm>
                <a:off x="7203761" y="4159186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3" name="Google Shape;3583;p47"/>
              <p:cNvSpPr/>
              <p:nvPr/>
            </p:nvSpPr>
            <p:spPr>
              <a:xfrm>
                <a:off x="7330922" y="4170044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47"/>
              <p:cNvSpPr/>
              <p:nvPr/>
            </p:nvSpPr>
            <p:spPr>
              <a:xfrm>
                <a:off x="7345082" y="4106799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5" name="Google Shape;3585;p47"/>
              <p:cNvSpPr/>
              <p:nvPr/>
            </p:nvSpPr>
            <p:spPr>
              <a:xfrm>
                <a:off x="7246148" y="4113180"/>
                <a:ext cx="47424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4" h="33147" extrusionOk="0">
                    <a:moveTo>
                      <a:pt x="0" y="10097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6" name="Google Shape;3586;p47"/>
              <p:cNvSpPr/>
              <p:nvPr/>
            </p:nvSpPr>
            <p:spPr>
              <a:xfrm>
                <a:off x="7149589" y="405803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8004" y="18878"/>
                      <a:pt x="42872" y="14564"/>
                      <a:pt x="37160" y="11144"/>
                    </a:cubicBezTo>
                    <a:cubicBezTo>
                      <a:pt x="33549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7" name="Google Shape;3587;p47"/>
              <p:cNvSpPr/>
              <p:nvPr/>
            </p:nvSpPr>
            <p:spPr>
              <a:xfrm>
                <a:off x="7203761" y="4026884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717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47"/>
              <p:cNvSpPr/>
              <p:nvPr/>
            </p:nvSpPr>
            <p:spPr>
              <a:xfrm>
                <a:off x="7081637" y="4021835"/>
                <a:ext cx="26040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858"/>
                    </a:lnTo>
                    <a:lnTo>
                      <a:pt x="17582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9" name="Google Shape;3589;p47"/>
              <p:cNvSpPr/>
              <p:nvPr/>
            </p:nvSpPr>
            <p:spPr>
              <a:xfrm>
                <a:off x="7082588" y="4079462"/>
                <a:ext cx="2984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842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0" name="Google Shape;3590;p47"/>
              <p:cNvSpPr/>
              <p:nvPr/>
            </p:nvSpPr>
            <p:spPr>
              <a:xfrm>
                <a:off x="7081542" y="4004024"/>
                <a:ext cx="294657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298" y="37433"/>
                      <a:pt x="100360" y="39529"/>
                    </a:cubicBezTo>
                    <a:cubicBezTo>
                      <a:pt x="93565" y="41548"/>
                      <a:pt x="86922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406" y="61074"/>
                      <a:pt x="260033" y="64903"/>
                      <a:pt x="268862" y="70199"/>
                    </a:cubicBezTo>
                    <a:cubicBezTo>
                      <a:pt x="277644" y="74590"/>
                      <a:pt x="285161" y="81144"/>
                      <a:pt x="290721" y="89249"/>
                    </a:cubicBezTo>
                    <a:cubicBezTo>
                      <a:pt x="294399" y="95193"/>
                      <a:pt x="295558" y="102356"/>
                      <a:pt x="293952" y="109156"/>
                    </a:cubicBezTo>
                    <a:cubicBezTo>
                      <a:pt x="291776" y="116624"/>
                      <a:pt x="287680" y="123397"/>
                      <a:pt x="282072" y="128778"/>
                    </a:cubicBezTo>
                    <a:cubicBezTo>
                      <a:pt x="275068" y="135807"/>
                      <a:pt x="267246" y="141980"/>
                      <a:pt x="258788" y="147161"/>
                    </a:cubicBezTo>
                    <a:lnTo>
                      <a:pt x="29110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82" y="164830"/>
                      <a:pt x="209349" y="170993"/>
                      <a:pt x="192642" y="175546"/>
                    </a:cubicBezTo>
                    <a:cubicBezTo>
                      <a:pt x="175117" y="180394"/>
                      <a:pt x="157221" y="183737"/>
                      <a:pt x="139135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473" y="143828"/>
                    </a:cubicBezTo>
                    <a:cubicBezTo>
                      <a:pt x="190988" y="141256"/>
                      <a:pt x="199313" y="138074"/>
                      <a:pt x="207372" y="134303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04" y="87106"/>
                      <a:pt x="551" y="80172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35"/>
                      <a:pt x="85249" y="88392"/>
                    </a:cubicBezTo>
                    <a:cubicBezTo>
                      <a:pt x="95541" y="87211"/>
                      <a:pt x="105672" y="84915"/>
                      <a:pt x="115471" y="81534"/>
                    </a:cubicBezTo>
                    <a:lnTo>
                      <a:pt x="67952" y="54007"/>
                    </a:lnTo>
                    <a:cubicBezTo>
                      <a:pt x="50532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788" y="93612"/>
                      <a:pt x="214434" y="92116"/>
                      <a:pt x="206232" y="93250"/>
                    </a:cubicBezTo>
                    <a:cubicBezTo>
                      <a:pt x="194989" y="94755"/>
                      <a:pt x="183898" y="97212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4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1" name="Google Shape;3591;p47"/>
            <p:cNvSpPr/>
            <p:nvPr/>
          </p:nvSpPr>
          <p:spPr>
            <a:xfrm>
              <a:off x="2890886" y="2508793"/>
              <a:ext cx="205462" cy="301290"/>
            </a:xfrm>
            <a:custGeom>
              <a:avLst/>
              <a:gdLst/>
              <a:ahLst/>
              <a:cxnLst/>
              <a:rect l="l" t="t" r="r" b="b"/>
              <a:pathLst>
                <a:path w="205462" h="301290" extrusionOk="0">
                  <a:moveTo>
                    <a:pt x="72372" y="9965"/>
                  </a:moveTo>
                  <a:cubicBezTo>
                    <a:pt x="80545" y="-3179"/>
                    <a:pt x="142985" y="-11847"/>
                    <a:pt x="163608" y="41207"/>
                  </a:cubicBezTo>
                  <a:cubicBezTo>
                    <a:pt x="171306" y="61305"/>
                    <a:pt x="170166" y="112740"/>
                    <a:pt x="176628" y="145030"/>
                  </a:cubicBezTo>
                  <a:cubicBezTo>
                    <a:pt x="183091" y="177320"/>
                    <a:pt x="198582" y="195608"/>
                    <a:pt x="204094" y="221801"/>
                  </a:cubicBezTo>
                  <a:cubicBezTo>
                    <a:pt x="209606" y="247995"/>
                    <a:pt x="200578" y="292000"/>
                    <a:pt x="137568" y="299716"/>
                  </a:cubicBezTo>
                  <a:cubicBezTo>
                    <a:pt x="74558" y="307431"/>
                    <a:pt x="26088" y="285333"/>
                    <a:pt x="11262" y="265140"/>
                  </a:cubicBezTo>
                  <a:cubicBezTo>
                    <a:pt x="-3563" y="244947"/>
                    <a:pt x="-3944" y="202275"/>
                    <a:pt x="11262" y="179415"/>
                  </a:cubicBezTo>
                  <a:cubicBezTo>
                    <a:pt x="26468" y="156555"/>
                    <a:pt x="38443" y="137696"/>
                    <a:pt x="38063" y="10778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47"/>
            <p:cNvSpPr/>
            <p:nvPr/>
          </p:nvSpPr>
          <p:spPr>
            <a:xfrm>
              <a:off x="2906291" y="2506021"/>
              <a:ext cx="98213" cy="121997"/>
            </a:xfrm>
            <a:custGeom>
              <a:avLst/>
              <a:gdLst/>
              <a:ahLst/>
              <a:cxnLst/>
              <a:rect l="l" t="t" r="r" b="b"/>
              <a:pathLst>
                <a:path w="98213" h="121997" extrusionOk="0">
                  <a:moveTo>
                    <a:pt x="98213" y="3593"/>
                  </a:moveTo>
                  <a:cubicBezTo>
                    <a:pt x="98213" y="3593"/>
                    <a:pt x="50694" y="-9932"/>
                    <a:pt x="22183" y="15499"/>
                  </a:cubicBezTo>
                  <a:cubicBezTo>
                    <a:pt x="3095" y="33359"/>
                    <a:pt x="-4458" y="60400"/>
                    <a:pt x="2605" y="85603"/>
                  </a:cubicBezTo>
                  <a:cubicBezTo>
                    <a:pt x="6407" y="100558"/>
                    <a:pt x="14010" y="120846"/>
                    <a:pt x="25794" y="121989"/>
                  </a:cubicBezTo>
                  <a:cubicBezTo>
                    <a:pt x="37579" y="123132"/>
                    <a:pt x="98213" y="3593"/>
                    <a:pt x="98213" y="3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47"/>
            <p:cNvSpPr/>
            <p:nvPr/>
          </p:nvSpPr>
          <p:spPr>
            <a:xfrm>
              <a:off x="2925684" y="2638202"/>
              <a:ext cx="121328" cy="136036"/>
            </a:xfrm>
            <a:custGeom>
              <a:avLst/>
              <a:gdLst/>
              <a:ahLst/>
              <a:cxnLst/>
              <a:rect l="l" t="t" r="r" b="b"/>
              <a:pathLst>
                <a:path w="121328" h="136036" extrusionOk="0">
                  <a:moveTo>
                    <a:pt x="96782" y="0"/>
                  </a:moveTo>
                  <a:cubicBezTo>
                    <a:pt x="96782" y="0"/>
                    <a:pt x="93741" y="52483"/>
                    <a:pt x="94691" y="56388"/>
                  </a:cubicBezTo>
                  <a:cubicBezTo>
                    <a:pt x="95641" y="60293"/>
                    <a:pt x="115219" y="64008"/>
                    <a:pt x="120731" y="68580"/>
                  </a:cubicBezTo>
                  <a:cubicBezTo>
                    <a:pt x="126244" y="73152"/>
                    <a:pt x="92220" y="126397"/>
                    <a:pt x="74923" y="134302"/>
                  </a:cubicBezTo>
                  <a:cubicBezTo>
                    <a:pt x="57626" y="142208"/>
                    <a:pt x="4120" y="122015"/>
                    <a:pt x="414" y="95345"/>
                  </a:cubicBezTo>
                  <a:cubicBezTo>
                    <a:pt x="-3008" y="70771"/>
                    <a:pt x="15715" y="51721"/>
                    <a:pt x="22937" y="45053"/>
                  </a:cubicBezTo>
                  <a:cubicBezTo>
                    <a:pt x="27873" y="44701"/>
                    <a:pt x="32828" y="44701"/>
                    <a:pt x="37763" y="45053"/>
                  </a:cubicBezTo>
                  <a:lnTo>
                    <a:pt x="39284" y="19526"/>
                  </a:lnTo>
                  <a:cubicBezTo>
                    <a:pt x="62758" y="11716"/>
                    <a:pt x="96782" y="0"/>
                    <a:pt x="9678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47"/>
            <p:cNvSpPr/>
            <p:nvPr/>
          </p:nvSpPr>
          <p:spPr>
            <a:xfrm>
              <a:off x="2718513" y="2692113"/>
              <a:ext cx="229495" cy="326875"/>
            </a:xfrm>
            <a:custGeom>
              <a:avLst/>
              <a:gdLst/>
              <a:ahLst/>
              <a:cxnLst/>
              <a:rect l="l" t="t" r="r" b="b"/>
              <a:pathLst>
                <a:path w="229495" h="326875" extrusionOk="0">
                  <a:moveTo>
                    <a:pt x="149801" y="226409"/>
                  </a:moveTo>
                  <a:cubicBezTo>
                    <a:pt x="134955" y="246860"/>
                    <a:pt x="117366" y="265167"/>
                    <a:pt x="97530" y="280797"/>
                  </a:cubicBezTo>
                  <a:cubicBezTo>
                    <a:pt x="91255" y="287379"/>
                    <a:pt x="85323" y="294275"/>
                    <a:pt x="79758" y="301466"/>
                  </a:cubicBezTo>
                  <a:cubicBezTo>
                    <a:pt x="70365" y="312277"/>
                    <a:pt x="58256" y="320364"/>
                    <a:pt x="44689" y="324898"/>
                  </a:cubicBezTo>
                  <a:cubicBezTo>
                    <a:pt x="32810" y="327946"/>
                    <a:pt x="27868" y="327089"/>
                    <a:pt x="25682" y="324898"/>
                  </a:cubicBezTo>
                  <a:cubicBezTo>
                    <a:pt x="23496" y="322707"/>
                    <a:pt x="24636" y="319278"/>
                    <a:pt x="29768" y="317183"/>
                  </a:cubicBezTo>
                  <a:cubicBezTo>
                    <a:pt x="38175" y="314620"/>
                    <a:pt x="45992" y="310410"/>
                    <a:pt x="52767" y="304800"/>
                  </a:cubicBezTo>
                  <a:cubicBezTo>
                    <a:pt x="52767" y="304800"/>
                    <a:pt x="41743" y="309943"/>
                    <a:pt x="34805" y="312325"/>
                  </a:cubicBezTo>
                  <a:cubicBezTo>
                    <a:pt x="28672" y="314449"/>
                    <a:pt x="22276" y="315735"/>
                    <a:pt x="15798" y="316135"/>
                  </a:cubicBezTo>
                  <a:cubicBezTo>
                    <a:pt x="9240" y="316135"/>
                    <a:pt x="2397" y="308515"/>
                    <a:pt x="7529" y="306610"/>
                  </a:cubicBezTo>
                  <a:cubicBezTo>
                    <a:pt x="12661" y="304705"/>
                    <a:pt x="17508" y="304228"/>
                    <a:pt x="27677" y="300418"/>
                  </a:cubicBezTo>
                  <a:cubicBezTo>
                    <a:pt x="33058" y="298542"/>
                    <a:pt x="38147" y="295913"/>
                    <a:pt x="42788" y="292608"/>
                  </a:cubicBezTo>
                  <a:cubicBezTo>
                    <a:pt x="35731" y="294684"/>
                    <a:pt x="28516" y="296189"/>
                    <a:pt x="21215" y="297085"/>
                  </a:cubicBezTo>
                  <a:cubicBezTo>
                    <a:pt x="15118" y="298075"/>
                    <a:pt x="8868" y="297351"/>
                    <a:pt x="3158" y="294989"/>
                  </a:cubicBezTo>
                  <a:cubicBezTo>
                    <a:pt x="116" y="293656"/>
                    <a:pt x="-2545" y="288131"/>
                    <a:pt x="4298" y="286321"/>
                  </a:cubicBezTo>
                  <a:cubicBezTo>
                    <a:pt x="13203" y="285417"/>
                    <a:pt x="21954" y="283369"/>
                    <a:pt x="30339" y="280225"/>
                  </a:cubicBezTo>
                  <a:cubicBezTo>
                    <a:pt x="38322" y="276606"/>
                    <a:pt x="43359" y="272796"/>
                    <a:pt x="41553" y="272034"/>
                  </a:cubicBezTo>
                  <a:cubicBezTo>
                    <a:pt x="39747" y="271272"/>
                    <a:pt x="35281" y="273749"/>
                    <a:pt x="27202" y="273177"/>
                  </a:cubicBezTo>
                  <a:cubicBezTo>
                    <a:pt x="19124" y="272606"/>
                    <a:pt x="11711" y="267462"/>
                    <a:pt x="11806" y="263081"/>
                  </a:cubicBezTo>
                  <a:cubicBezTo>
                    <a:pt x="11901" y="258699"/>
                    <a:pt x="13517" y="261175"/>
                    <a:pt x="21310" y="260509"/>
                  </a:cubicBezTo>
                  <a:cubicBezTo>
                    <a:pt x="29654" y="258470"/>
                    <a:pt x="38135" y="257042"/>
                    <a:pt x="46685" y="256223"/>
                  </a:cubicBezTo>
                  <a:cubicBezTo>
                    <a:pt x="55089" y="256594"/>
                    <a:pt x="63498" y="255594"/>
                    <a:pt x="71585" y="253270"/>
                  </a:cubicBezTo>
                  <a:cubicBezTo>
                    <a:pt x="80138" y="250698"/>
                    <a:pt x="99336" y="227648"/>
                    <a:pt x="113972" y="206597"/>
                  </a:cubicBezTo>
                  <a:cubicBezTo>
                    <a:pt x="130121" y="183099"/>
                    <a:pt x="142917" y="157448"/>
                    <a:pt x="151987" y="130397"/>
                  </a:cubicBezTo>
                  <a:cubicBezTo>
                    <a:pt x="160825" y="101251"/>
                    <a:pt x="170995" y="46863"/>
                    <a:pt x="178788" y="27908"/>
                  </a:cubicBezTo>
                  <a:cubicBezTo>
                    <a:pt x="186581" y="8954"/>
                    <a:pt x="199221" y="381"/>
                    <a:pt x="211576" y="0"/>
                  </a:cubicBezTo>
                  <a:cubicBezTo>
                    <a:pt x="226021" y="0"/>
                    <a:pt x="232199" y="19050"/>
                    <a:pt x="228397" y="35052"/>
                  </a:cubicBezTo>
                  <a:cubicBezTo>
                    <a:pt x="221175" y="63627"/>
                    <a:pt x="189052" y="174689"/>
                    <a:pt x="149801" y="22640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47"/>
            <p:cNvSpPr/>
            <p:nvPr/>
          </p:nvSpPr>
          <p:spPr>
            <a:xfrm>
              <a:off x="2890388" y="2682707"/>
              <a:ext cx="176857" cy="233853"/>
            </a:xfrm>
            <a:custGeom>
              <a:avLst/>
              <a:gdLst/>
              <a:ahLst/>
              <a:cxnLst/>
              <a:rect l="l" t="t" r="r" b="b"/>
              <a:pathLst>
                <a:path w="176857" h="233853" extrusionOk="0">
                  <a:moveTo>
                    <a:pt x="139301" y="16931"/>
                  </a:moveTo>
                  <a:cubicBezTo>
                    <a:pt x="154031" y="19217"/>
                    <a:pt x="170853" y="27122"/>
                    <a:pt x="173134" y="35219"/>
                  </a:cubicBezTo>
                  <a:cubicBezTo>
                    <a:pt x="179252" y="64308"/>
                    <a:pt x="177812" y="94483"/>
                    <a:pt x="168952" y="122849"/>
                  </a:cubicBezTo>
                  <a:cubicBezTo>
                    <a:pt x="156217" y="156663"/>
                    <a:pt x="141772" y="218099"/>
                    <a:pt x="134454" y="232196"/>
                  </a:cubicBezTo>
                  <a:cubicBezTo>
                    <a:pt x="96503" y="237510"/>
                    <a:pt x="57869" y="229967"/>
                    <a:pt x="24685" y="210764"/>
                  </a:cubicBezTo>
                  <a:cubicBezTo>
                    <a:pt x="24685" y="210764"/>
                    <a:pt x="21644" y="151995"/>
                    <a:pt x="21454" y="132564"/>
                  </a:cubicBezTo>
                  <a:cubicBezTo>
                    <a:pt x="-26065" y="91130"/>
                    <a:pt x="14516" y="39981"/>
                    <a:pt x="54717" y="357"/>
                  </a:cubicBezTo>
                  <a:cubicBezTo>
                    <a:pt x="59520" y="-119"/>
                    <a:pt x="64359" y="-119"/>
                    <a:pt x="69163" y="357"/>
                  </a:cubicBezTo>
                  <a:cubicBezTo>
                    <a:pt x="69163" y="357"/>
                    <a:pt x="33333" y="42743"/>
                    <a:pt x="58233" y="67032"/>
                  </a:cubicBezTo>
                  <a:cubicBezTo>
                    <a:pt x="111645" y="50554"/>
                    <a:pt x="122194" y="26551"/>
                    <a:pt x="139301" y="1693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47"/>
            <p:cNvSpPr/>
            <p:nvPr/>
          </p:nvSpPr>
          <p:spPr>
            <a:xfrm>
              <a:off x="2921860" y="2515790"/>
              <a:ext cx="130560" cy="160797"/>
            </a:xfrm>
            <a:custGeom>
              <a:avLst/>
              <a:gdLst/>
              <a:ahLst/>
              <a:cxnLst/>
              <a:rect l="l" t="t" r="r" b="b"/>
              <a:pathLst>
                <a:path w="130560" h="160797" extrusionOk="0">
                  <a:moveTo>
                    <a:pt x="2717" y="57260"/>
                  </a:moveTo>
                  <a:lnTo>
                    <a:pt x="2717" y="57260"/>
                  </a:lnTo>
                  <a:cubicBezTo>
                    <a:pt x="8039" y="23542"/>
                    <a:pt x="32369" y="-1890"/>
                    <a:pt x="67058" y="110"/>
                  </a:cubicBezTo>
                  <a:cubicBezTo>
                    <a:pt x="103762" y="1787"/>
                    <a:pt x="132161" y="32962"/>
                    <a:pt x="130490" y="69748"/>
                  </a:cubicBezTo>
                  <a:cubicBezTo>
                    <a:pt x="129521" y="91084"/>
                    <a:pt x="118410" y="110667"/>
                    <a:pt x="100606" y="122411"/>
                  </a:cubicBezTo>
                  <a:cubicBezTo>
                    <a:pt x="99408" y="127526"/>
                    <a:pt x="97622" y="132479"/>
                    <a:pt x="95284" y="137175"/>
                  </a:cubicBezTo>
                  <a:cubicBezTo>
                    <a:pt x="82929" y="151463"/>
                    <a:pt x="50331" y="160607"/>
                    <a:pt x="39497" y="160797"/>
                  </a:cubicBezTo>
                  <a:cubicBezTo>
                    <a:pt x="29993" y="160797"/>
                    <a:pt x="22200" y="152129"/>
                    <a:pt x="13457" y="137651"/>
                  </a:cubicBezTo>
                  <a:cubicBezTo>
                    <a:pt x="-4791" y="107457"/>
                    <a:pt x="-134" y="74024"/>
                    <a:pt x="2717" y="5726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47"/>
            <p:cNvSpPr/>
            <p:nvPr/>
          </p:nvSpPr>
          <p:spPr>
            <a:xfrm>
              <a:off x="2927048" y="2514816"/>
              <a:ext cx="130747" cy="123290"/>
            </a:xfrm>
            <a:custGeom>
              <a:avLst/>
              <a:gdLst/>
              <a:ahLst/>
              <a:cxnLst/>
              <a:rect l="l" t="t" r="r" b="b"/>
              <a:pathLst>
                <a:path w="130747" h="123290" extrusionOk="0">
                  <a:moveTo>
                    <a:pt x="72609" y="1657"/>
                  </a:moveTo>
                  <a:cubicBezTo>
                    <a:pt x="97034" y="6514"/>
                    <a:pt x="116992" y="13372"/>
                    <a:pt x="123644" y="37280"/>
                  </a:cubicBezTo>
                  <a:cubicBezTo>
                    <a:pt x="128206" y="53853"/>
                    <a:pt x="134098" y="84905"/>
                    <a:pt x="128396" y="98526"/>
                  </a:cubicBezTo>
                  <a:lnTo>
                    <a:pt x="124975" y="108051"/>
                  </a:lnTo>
                  <a:lnTo>
                    <a:pt x="95418" y="123291"/>
                  </a:lnTo>
                  <a:cubicBezTo>
                    <a:pt x="95418" y="123291"/>
                    <a:pt x="81637" y="111765"/>
                    <a:pt x="85914" y="78047"/>
                  </a:cubicBezTo>
                  <a:cubicBezTo>
                    <a:pt x="85678" y="73494"/>
                    <a:pt x="84234" y="69094"/>
                    <a:pt x="81733" y="65283"/>
                  </a:cubicBezTo>
                  <a:cubicBezTo>
                    <a:pt x="79886" y="62102"/>
                    <a:pt x="78510" y="58673"/>
                    <a:pt x="77646" y="55092"/>
                  </a:cubicBezTo>
                  <a:cubicBezTo>
                    <a:pt x="74170" y="46024"/>
                    <a:pt x="67371" y="38633"/>
                    <a:pt x="58638" y="34423"/>
                  </a:cubicBezTo>
                  <a:cubicBezTo>
                    <a:pt x="36685" y="22040"/>
                    <a:pt x="4562" y="32708"/>
                    <a:pt x="0" y="37185"/>
                  </a:cubicBezTo>
                  <a:cubicBezTo>
                    <a:pt x="12785" y="9638"/>
                    <a:pt x="43070" y="-5182"/>
                    <a:pt x="72609" y="165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47"/>
            <p:cNvSpPr/>
            <p:nvPr/>
          </p:nvSpPr>
          <p:spPr>
            <a:xfrm>
              <a:off x="2770258" y="3324285"/>
              <a:ext cx="102779" cy="78901"/>
            </a:xfrm>
            <a:custGeom>
              <a:avLst/>
              <a:gdLst/>
              <a:ahLst/>
              <a:cxnLst/>
              <a:rect l="l" t="t" r="r" b="b"/>
              <a:pathLst>
                <a:path w="102779" h="78901" extrusionOk="0">
                  <a:moveTo>
                    <a:pt x="95300" y="3"/>
                  </a:moveTo>
                  <a:cubicBezTo>
                    <a:pt x="82945" y="10099"/>
                    <a:pt x="63843" y="3146"/>
                    <a:pt x="62892" y="4003"/>
                  </a:cubicBezTo>
                  <a:cubicBezTo>
                    <a:pt x="48523" y="16481"/>
                    <a:pt x="33449" y="28120"/>
                    <a:pt x="17749" y="38864"/>
                  </a:cubicBezTo>
                  <a:cubicBezTo>
                    <a:pt x="10051" y="44961"/>
                    <a:pt x="-1924" y="53057"/>
                    <a:pt x="262" y="64677"/>
                  </a:cubicBezTo>
                  <a:cubicBezTo>
                    <a:pt x="4064" y="85537"/>
                    <a:pt x="37327" y="79060"/>
                    <a:pt x="49872" y="72678"/>
                  </a:cubicBezTo>
                  <a:cubicBezTo>
                    <a:pt x="62417" y="66297"/>
                    <a:pt x="72681" y="55819"/>
                    <a:pt x="84561" y="48389"/>
                  </a:cubicBezTo>
                  <a:cubicBezTo>
                    <a:pt x="93019" y="43151"/>
                    <a:pt x="101383" y="40389"/>
                    <a:pt x="102713" y="29339"/>
                  </a:cubicBezTo>
                  <a:cubicBezTo>
                    <a:pt x="103473" y="22958"/>
                    <a:pt x="97486" y="-283"/>
                    <a:pt x="95300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47"/>
            <p:cNvSpPr/>
            <p:nvPr/>
          </p:nvSpPr>
          <p:spPr>
            <a:xfrm>
              <a:off x="2770711" y="3349338"/>
              <a:ext cx="102274" cy="53559"/>
            </a:xfrm>
            <a:custGeom>
              <a:avLst/>
              <a:gdLst/>
              <a:ahLst/>
              <a:cxnLst/>
              <a:rect l="l" t="t" r="r" b="b"/>
              <a:pathLst>
                <a:path w="102274" h="53559" extrusionOk="0">
                  <a:moveTo>
                    <a:pt x="102071" y="0"/>
                  </a:moveTo>
                  <a:cubicBezTo>
                    <a:pt x="100455" y="10287"/>
                    <a:pt x="92567" y="13145"/>
                    <a:pt x="83823" y="18383"/>
                  </a:cubicBezTo>
                  <a:cubicBezTo>
                    <a:pt x="71754" y="25908"/>
                    <a:pt x="61109" y="36671"/>
                    <a:pt x="48564" y="43053"/>
                  </a:cubicBezTo>
                  <a:cubicBezTo>
                    <a:pt x="36019" y="49435"/>
                    <a:pt x="8078" y="54769"/>
                    <a:pt x="0" y="39910"/>
                  </a:cubicBezTo>
                  <a:cubicBezTo>
                    <a:pt x="4372" y="60008"/>
                    <a:pt x="37065" y="53721"/>
                    <a:pt x="49420" y="47339"/>
                  </a:cubicBezTo>
                  <a:cubicBezTo>
                    <a:pt x="61775" y="40958"/>
                    <a:pt x="72229" y="30480"/>
                    <a:pt x="84109" y="23051"/>
                  </a:cubicBezTo>
                  <a:cubicBezTo>
                    <a:pt x="92567" y="17812"/>
                    <a:pt x="100930" y="15050"/>
                    <a:pt x="102261" y="4001"/>
                  </a:cubicBezTo>
                  <a:cubicBezTo>
                    <a:pt x="102304" y="2667"/>
                    <a:pt x="102241" y="1324"/>
                    <a:pt x="10207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47"/>
            <p:cNvSpPr/>
            <p:nvPr/>
          </p:nvSpPr>
          <p:spPr>
            <a:xfrm>
              <a:off x="2718772" y="3290474"/>
              <a:ext cx="94135" cy="73100"/>
            </a:xfrm>
            <a:custGeom>
              <a:avLst/>
              <a:gdLst/>
              <a:ahLst/>
              <a:cxnLst/>
              <a:rect l="l" t="t" r="r" b="b"/>
              <a:pathLst>
                <a:path w="94135" h="73100" extrusionOk="0">
                  <a:moveTo>
                    <a:pt x="86722" y="0"/>
                  </a:moveTo>
                  <a:cubicBezTo>
                    <a:pt x="75413" y="9525"/>
                    <a:pt x="58211" y="4096"/>
                    <a:pt x="57546" y="4953"/>
                  </a:cubicBezTo>
                  <a:cubicBezTo>
                    <a:pt x="44378" y="16202"/>
                    <a:pt x="30609" y="26727"/>
                    <a:pt x="16299" y="36481"/>
                  </a:cubicBezTo>
                  <a:cubicBezTo>
                    <a:pt x="9266" y="42005"/>
                    <a:pt x="-1758" y="49435"/>
                    <a:pt x="238" y="60103"/>
                  </a:cubicBezTo>
                  <a:cubicBezTo>
                    <a:pt x="3849" y="79153"/>
                    <a:pt x="34261" y="73247"/>
                    <a:pt x="45761" y="67437"/>
                  </a:cubicBezTo>
                  <a:cubicBezTo>
                    <a:pt x="57260" y="61627"/>
                    <a:pt x="66669" y="51911"/>
                    <a:pt x="77504" y="45148"/>
                  </a:cubicBezTo>
                  <a:cubicBezTo>
                    <a:pt x="85297" y="40386"/>
                    <a:pt x="92900" y="37814"/>
                    <a:pt x="94135" y="28004"/>
                  </a:cubicBezTo>
                  <a:cubicBezTo>
                    <a:pt x="93742" y="18240"/>
                    <a:pt x="91212" y="8677"/>
                    <a:pt x="86722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47"/>
            <p:cNvSpPr/>
            <p:nvPr/>
          </p:nvSpPr>
          <p:spPr>
            <a:xfrm>
              <a:off x="2719200" y="3314572"/>
              <a:ext cx="93731" cy="48987"/>
            </a:xfrm>
            <a:custGeom>
              <a:avLst/>
              <a:gdLst/>
              <a:ahLst/>
              <a:cxnLst/>
              <a:rect l="l" t="t" r="r" b="b"/>
              <a:pathLst>
                <a:path w="93731" h="48987" extrusionOk="0">
                  <a:moveTo>
                    <a:pt x="93517" y="0"/>
                  </a:moveTo>
                  <a:cubicBezTo>
                    <a:pt x="91997" y="9525"/>
                    <a:pt x="84014" y="12002"/>
                    <a:pt x="76791" y="16764"/>
                  </a:cubicBezTo>
                  <a:cubicBezTo>
                    <a:pt x="65766" y="23622"/>
                    <a:pt x="55977" y="33528"/>
                    <a:pt x="44573" y="39434"/>
                  </a:cubicBezTo>
                  <a:cubicBezTo>
                    <a:pt x="33168" y="45339"/>
                    <a:pt x="7413" y="50102"/>
                    <a:pt x="0" y="36481"/>
                  </a:cubicBezTo>
                  <a:cubicBezTo>
                    <a:pt x="4087" y="54864"/>
                    <a:pt x="33929" y="49149"/>
                    <a:pt x="45333" y="43339"/>
                  </a:cubicBezTo>
                  <a:cubicBezTo>
                    <a:pt x="56738" y="37529"/>
                    <a:pt x="66241" y="27813"/>
                    <a:pt x="77076" y="21050"/>
                  </a:cubicBezTo>
                  <a:cubicBezTo>
                    <a:pt x="84869" y="16288"/>
                    <a:pt x="92472" y="13716"/>
                    <a:pt x="93707" y="3905"/>
                  </a:cubicBezTo>
                  <a:cubicBezTo>
                    <a:pt x="93771" y="2600"/>
                    <a:pt x="93707" y="1296"/>
                    <a:pt x="935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47"/>
            <p:cNvSpPr/>
            <p:nvPr/>
          </p:nvSpPr>
          <p:spPr>
            <a:xfrm>
              <a:off x="2753699" y="2913665"/>
              <a:ext cx="223980" cy="387148"/>
            </a:xfrm>
            <a:custGeom>
              <a:avLst/>
              <a:gdLst/>
              <a:ahLst/>
              <a:cxnLst/>
              <a:rect l="l" t="t" r="r" b="b"/>
              <a:pathLst>
                <a:path w="223980" h="387148" extrusionOk="0">
                  <a:moveTo>
                    <a:pt x="222484" y="14288"/>
                  </a:moveTo>
                  <a:cubicBezTo>
                    <a:pt x="189070" y="18698"/>
                    <a:pt x="155091" y="13754"/>
                    <a:pt x="124310" y="0"/>
                  </a:cubicBezTo>
                  <a:cubicBezTo>
                    <a:pt x="124310" y="10478"/>
                    <a:pt x="125355" y="19717"/>
                    <a:pt x="125355" y="19717"/>
                  </a:cubicBezTo>
                  <a:cubicBezTo>
                    <a:pt x="85439" y="48292"/>
                    <a:pt x="5227" y="95917"/>
                    <a:pt x="0" y="128683"/>
                  </a:cubicBezTo>
                  <a:cubicBezTo>
                    <a:pt x="5227" y="232601"/>
                    <a:pt x="21003" y="381000"/>
                    <a:pt x="25470" y="383096"/>
                  </a:cubicBezTo>
                  <a:cubicBezTo>
                    <a:pt x="38015" y="389096"/>
                    <a:pt x="46759" y="388144"/>
                    <a:pt x="52651" y="382143"/>
                  </a:cubicBezTo>
                  <a:cubicBezTo>
                    <a:pt x="52651" y="382143"/>
                    <a:pt x="77836" y="294132"/>
                    <a:pt x="70518" y="164973"/>
                  </a:cubicBezTo>
                  <a:cubicBezTo>
                    <a:pt x="70518" y="164973"/>
                    <a:pt x="210414" y="102870"/>
                    <a:pt x="219537" y="68961"/>
                  </a:cubicBezTo>
                  <a:cubicBezTo>
                    <a:pt x="223607" y="55254"/>
                    <a:pt x="224900" y="40881"/>
                    <a:pt x="223339" y="26670"/>
                  </a:cubicBezTo>
                  <a:cubicBezTo>
                    <a:pt x="223244" y="22574"/>
                    <a:pt x="222959" y="18383"/>
                    <a:pt x="222484" y="1428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47"/>
            <p:cNvSpPr/>
            <p:nvPr/>
          </p:nvSpPr>
          <p:spPr>
            <a:xfrm>
              <a:off x="2814713" y="2914427"/>
              <a:ext cx="222989" cy="419220"/>
            </a:xfrm>
            <a:custGeom>
              <a:avLst/>
              <a:gdLst/>
              <a:ahLst/>
              <a:cxnLst/>
              <a:rect l="l" t="t" r="r" b="b"/>
              <a:pathLst>
                <a:path w="222989" h="419220" extrusionOk="0">
                  <a:moveTo>
                    <a:pt x="207943" y="0"/>
                  </a:moveTo>
                  <a:cubicBezTo>
                    <a:pt x="181465" y="11887"/>
                    <a:pt x="152119" y="15821"/>
                    <a:pt x="123454" y="11334"/>
                  </a:cubicBezTo>
                  <a:cubicBezTo>
                    <a:pt x="123454" y="25241"/>
                    <a:pt x="125450" y="51340"/>
                    <a:pt x="125450" y="51340"/>
                  </a:cubicBezTo>
                  <a:cubicBezTo>
                    <a:pt x="85534" y="79915"/>
                    <a:pt x="5227" y="127540"/>
                    <a:pt x="0" y="160210"/>
                  </a:cubicBezTo>
                  <a:cubicBezTo>
                    <a:pt x="5227" y="264128"/>
                    <a:pt x="14921" y="414623"/>
                    <a:pt x="19008" y="416528"/>
                  </a:cubicBezTo>
                  <a:cubicBezTo>
                    <a:pt x="30005" y="421205"/>
                    <a:pt x="42648" y="419719"/>
                    <a:pt x="52271" y="412623"/>
                  </a:cubicBezTo>
                  <a:cubicBezTo>
                    <a:pt x="52271" y="412623"/>
                    <a:pt x="77456" y="325755"/>
                    <a:pt x="70138" y="196596"/>
                  </a:cubicBezTo>
                  <a:cubicBezTo>
                    <a:pt x="70138" y="194119"/>
                    <a:pt x="189981" y="134969"/>
                    <a:pt x="205187" y="119348"/>
                  </a:cubicBezTo>
                  <a:cubicBezTo>
                    <a:pt x="220393" y="103727"/>
                    <a:pt x="223339" y="80486"/>
                    <a:pt x="222959" y="58293"/>
                  </a:cubicBezTo>
                  <a:cubicBezTo>
                    <a:pt x="221907" y="38052"/>
                    <a:pt x="216800" y="18221"/>
                    <a:pt x="20794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47"/>
            <p:cNvSpPr/>
            <p:nvPr/>
          </p:nvSpPr>
          <p:spPr>
            <a:xfrm>
              <a:off x="2731717" y="2888138"/>
              <a:ext cx="333476" cy="307358"/>
            </a:xfrm>
            <a:custGeom>
              <a:avLst/>
              <a:gdLst/>
              <a:ahLst/>
              <a:cxnLst/>
              <a:rect l="l" t="t" r="r" b="b"/>
              <a:pathLst>
                <a:path w="333476" h="307358" extrusionOk="0">
                  <a:moveTo>
                    <a:pt x="320305" y="48292"/>
                  </a:moveTo>
                  <a:cubicBezTo>
                    <a:pt x="320305" y="48292"/>
                    <a:pt x="364593" y="126968"/>
                    <a:pt x="290749" y="167449"/>
                  </a:cubicBezTo>
                  <a:cubicBezTo>
                    <a:pt x="212818" y="210121"/>
                    <a:pt x="165299" y="220123"/>
                    <a:pt x="165299" y="220123"/>
                  </a:cubicBezTo>
                  <a:lnTo>
                    <a:pt x="153609" y="222885"/>
                  </a:lnTo>
                  <a:cubicBezTo>
                    <a:pt x="157270" y="250003"/>
                    <a:pt x="157270" y="277492"/>
                    <a:pt x="153609" y="304609"/>
                  </a:cubicBezTo>
                  <a:cubicBezTo>
                    <a:pt x="153609" y="304609"/>
                    <a:pt x="98012" y="323659"/>
                    <a:pt x="27114" y="261461"/>
                  </a:cubicBezTo>
                  <a:lnTo>
                    <a:pt x="3544" y="185261"/>
                  </a:lnTo>
                  <a:lnTo>
                    <a:pt x="788" y="165545"/>
                  </a:lnTo>
                  <a:cubicBezTo>
                    <a:pt x="-1935" y="151667"/>
                    <a:pt x="2495" y="137350"/>
                    <a:pt x="12573" y="127445"/>
                  </a:cubicBezTo>
                  <a:cubicBezTo>
                    <a:pt x="29585" y="112014"/>
                    <a:pt x="83566" y="72390"/>
                    <a:pt x="117114" y="49721"/>
                  </a:cubicBezTo>
                  <a:cubicBezTo>
                    <a:pt x="150663" y="27051"/>
                    <a:pt x="177463" y="5429"/>
                    <a:pt x="177463" y="5429"/>
                  </a:cubicBezTo>
                  <a:lnTo>
                    <a:pt x="183261" y="0"/>
                  </a:lnTo>
                  <a:cubicBezTo>
                    <a:pt x="183261" y="0"/>
                    <a:pt x="223082" y="31718"/>
                    <a:pt x="295786" y="21050"/>
                  </a:cubicBezTo>
                  <a:cubicBezTo>
                    <a:pt x="305324" y="28794"/>
                    <a:pt x="313597" y="37986"/>
                    <a:pt x="320305" y="48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47"/>
            <p:cNvSpPr/>
            <p:nvPr/>
          </p:nvSpPr>
          <p:spPr>
            <a:xfrm>
              <a:off x="2999836" y="2706202"/>
              <a:ext cx="116284" cy="406848"/>
            </a:xfrm>
            <a:custGeom>
              <a:avLst/>
              <a:gdLst/>
              <a:ahLst/>
              <a:cxnLst/>
              <a:rect l="l" t="t" r="r" b="b"/>
              <a:pathLst>
                <a:path w="116284" h="406848" extrusionOk="0">
                  <a:moveTo>
                    <a:pt x="8279" y="347003"/>
                  </a:moveTo>
                  <a:cubicBezTo>
                    <a:pt x="15045" y="340870"/>
                    <a:pt x="22221" y="335202"/>
                    <a:pt x="29758" y="330049"/>
                  </a:cubicBezTo>
                  <a:cubicBezTo>
                    <a:pt x="37682" y="326020"/>
                    <a:pt x="44955" y="320819"/>
                    <a:pt x="51331" y="314619"/>
                  </a:cubicBezTo>
                  <a:cubicBezTo>
                    <a:pt x="58174" y="307761"/>
                    <a:pt x="68153" y="279186"/>
                    <a:pt x="73475" y="251373"/>
                  </a:cubicBezTo>
                  <a:cubicBezTo>
                    <a:pt x="78266" y="220207"/>
                    <a:pt x="77720" y="188441"/>
                    <a:pt x="71860" y="157456"/>
                  </a:cubicBezTo>
                  <a:cubicBezTo>
                    <a:pt x="62686" y="120423"/>
                    <a:pt x="50251" y="84276"/>
                    <a:pt x="34700" y="49443"/>
                  </a:cubicBezTo>
                  <a:cubicBezTo>
                    <a:pt x="25196" y="28583"/>
                    <a:pt x="30423" y="15819"/>
                    <a:pt x="39452" y="6580"/>
                  </a:cubicBezTo>
                  <a:cubicBezTo>
                    <a:pt x="50001" y="-4278"/>
                    <a:pt x="61025" y="-3993"/>
                    <a:pt x="73570" y="25154"/>
                  </a:cubicBezTo>
                  <a:cubicBezTo>
                    <a:pt x="91364" y="65864"/>
                    <a:pt x="104534" y="108459"/>
                    <a:pt x="112821" y="152122"/>
                  </a:cubicBezTo>
                  <a:cubicBezTo>
                    <a:pt x="117848" y="183869"/>
                    <a:pt x="117402" y="216254"/>
                    <a:pt x="111490" y="247848"/>
                  </a:cubicBezTo>
                  <a:cubicBezTo>
                    <a:pt x="106282" y="275538"/>
                    <a:pt x="97767" y="302503"/>
                    <a:pt x="86115" y="328144"/>
                  </a:cubicBezTo>
                  <a:cubicBezTo>
                    <a:pt x="82884" y="335669"/>
                    <a:pt x="82314" y="342051"/>
                    <a:pt x="77847" y="356719"/>
                  </a:cubicBezTo>
                  <a:cubicBezTo>
                    <a:pt x="73538" y="371788"/>
                    <a:pt x="65683" y="385608"/>
                    <a:pt x="54943" y="397010"/>
                  </a:cubicBezTo>
                  <a:cubicBezTo>
                    <a:pt x="45439" y="405963"/>
                    <a:pt x="40402" y="407678"/>
                    <a:pt x="37741" y="406535"/>
                  </a:cubicBezTo>
                  <a:cubicBezTo>
                    <a:pt x="35080" y="405392"/>
                    <a:pt x="34605" y="401677"/>
                    <a:pt x="38501" y="397010"/>
                  </a:cubicBezTo>
                  <a:cubicBezTo>
                    <a:pt x="45267" y="390181"/>
                    <a:pt x="50741" y="382180"/>
                    <a:pt x="54658" y="373388"/>
                  </a:cubicBezTo>
                  <a:cubicBezTo>
                    <a:pt x="54658" y="373388"/>
                    <a:pt x="46294" y="384532"/>
                    <a:pt x="40877" y="390247"/>
                  </a:cubicBezTo>
                  <a:cubicBezTo>
                    <a:pt x="36077" y="395448"/>
                    <a:pt x="30612" y="400001"/>
                    <a:pt x="24626" y="403773"/>
                  </a:cubicBezTo>
                  <a:cubicBezTo>
                    <a:pt x="18829" y="407202"/>
                    <a:pt x="9610" y="403106"/>
                    <a:pt x="13411" y="398343"/>
                  </a:cubicBezTo>
                  <a:cubicBezTo>
                    <a:pt x="17213" y="393581"/>
                    <a:pt x="21490" y="391009"/>
                    <a:pt x="29283" y="382246"/>
                  </a:cubicBezTo>
                  <a:cubicBezTo>
                    <a:pt x="33505" y="377636"/>
                    <a:pt x="37144" y="372512"/>
                    <a:pt x="40117" y="367006"/>
                  </a:cubicBezTo>
                  <a:cubicBezTo>
                    <a:pt x="34526" y="372540"/>
                    <a:pt x="28521" y="377636"/>
                    <a:pt x="22155" y="382246"/>
                  </a:cubicBezTo>
                  <a:cubicBezTo>
                    <a:pt x="17168" y="386199"/>
                    <a:pt x="11176" y="388675"/>
                    <a:pt x="4858" y="389390"/>
                  </a:cubicBezTo>
                  <a:cubicBezTo>
                    <a:pt x="1627" y="389390"/>
                    <a:pt x="-2935" y="385580"/>
                    <a:pt x="2577" y="380341"/>
                  </a:cubicBezTo>
                  <a:cubicBezTo>
                    <a:pt x="10475" y="374912"/>
                    <a:pt x="17659" y="368511"/>
                    <a:pt x="23961" y="361291"/>
                  </a:cubicBezTo>
                  <a:cubicBezTo>
                    <a:pt x="29853" y="353671"/>
                    <a:pt x="32989" y="347575"/>
                    <a:pt x="31088" y="347670"/>
                  </a:cubicBezTo>
                  <a:cubicBezTo>
                    <a:pt x="29188" y="347766"/>
                    <a:pt x="25956" y="352433"/>
                    <a:pt x="18353" y="355957"/>
                  </a:cubicBezTo>
                  <a:cubicBezTo>
                    <a:pt x="10750" y="359481"/>
                    <a:pt x="2007" y="358338"/>
                    <a:pt x="486" y="354052"/>
                  </a:cubicBezTo>
                  <a:cubicBezTo>
                    <a:pt x="-1034" y="349766"/>
                    <a:pt x="1342" y="351576"/>
                    <a:pt x="8279" y="34700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47"/>
            <p:cNvSpPr/>
            <p:nvPr/>
          </p:nvSpPr>
          <p:spPr>
            <a:xfrm>
              <a:off x="3022743" y="2701064"/>
              <a:ext cx="69955" cy="89236"/>
            </a:xfrm>
            <a:custGeom>
              <a:avLst/>
              <a:gdLst/>
              <a:ahLst/>
              <a:cxnLst/>
              <a:rect l="l" t="t" r="r" b="b"/>
              <a:pathLst>
                <a:path w="69955" h="89236" extrusionOk="0">
                  <a:moveTo>
                    <a:pt x="69956" y="69535"/>
                  </a:moveTo>
                  <a:cubicBezTo>
                    <a:pt x="69956" y="69535"/>
                    <a:pt x="43060" y="93443"/>
                    <a:pt x="12933" y="88585"/>
                  </a:cubicBezTo>
                  <a:lnTo>
                    <a:pt x="1338" y="38484"/>
                  </a:lnTo>
                  <a:cubicBezTo>
                    <a:pt x="1338" y="38484"/>
                    <a:pt x="-6550" y="12099"/>
                    <a:pt x="15974" y="2098"/>
                  </a:cubicBezTo>
                  <a:cubicBezTo>
                    <a:pt x="38498" y="-7903"/>
                    <a:pt x="60167" y="18386"/>
                    <a:pt x="69956" y="69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47"/>
            <p:cNvSpPr/>
            <p:nvPr/>
          </p:nvSpPr>
          <p:spPr>
            <a:xfrm>
              <a:off x="2885136" y="2682643"/>
              <a:ext cx="59968" cy="63096"/>
            </a:xfrm>
            <a:custGeom>
              <a:avLst/>
              <a:gdLst/>
              <a:ahLst/>
              <a:cxnLst/>
              <a:rect l="l" t="t" r="r" b="b"/>
              <a:pathLst>
                <a:path w="59968" h="63096" extrusionOk="0">
                  <a:moveTo>
                    <a:pt x="59969" y="422"/>
                  </a:moveTo>
                  <a:cubicBezTo>
                    <a:pt x="59969" y="422"/>
                    <a:pt x="30887" y="-8532"/>
                    <a:pt x="0" y="56048"/>
                  </a:cubicBezTo>
                  <a:lnTo>
                    <a:pt x="11500" y="63096"/>
                  </a:lnTo>
                  <a:cubicBezTo>
                    <a:pt x="25902" y="40903"/>
                    <a:pt x="42113" y="19939"/>
                    <a:pt x="59969" y="42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47"/>
            <p:cNvSpPr/>
            <p:nvPr/>
          </p:nvSpPr>
          <p:spPr>
            <a:xfrm>
              <a:off x="4136405" y="305709"/>
              <a:ext cx="1608303" cy="2009690"/>
            </a:xfrm>
            <a:custGeom>
              <a:avLst/>
              <a:gdLst/>
              <a:ahLst/>
              <a:cxnLst/>
              <a:rect l="l" t="t" r="r" b="b"/>
              <a:pathLst>
                <a:path w="1608303" h="2009690" extrusionOk="0">
                  <a:moveTo>
                    <a:pt x="1566509" y="879931"/>
                  </a:moveTo>
                  <a:lnTo>
                    <a:pt x="54267" y="4869"/>
                  </a:lnTo>
                  <a:cubicBezTo>
                    <a:pt x="46749" y="-388"/>
                    <a:pt x="37093" y="-1464"/>
                    <a:pt x="28606" y="2011"/>
                  </a:cubicBezTo>
                  <a:lnTo>
                    <a:pt x="28606" y="2011"/>
                  </a:lnTo>
                  <a:cubicBezTo>
                    <a:pt x="27970" y="2304"/>
                    <a:pt x="27371" y="2654"/>
                    <a:pt x="26801" y="3059"/>
                  </a:cubicBezTo>
                  <a:lnTo>
                    <a:pt x="0" y="18966"/>
                  </a:lnTo>
                  <a:lnTo>
                    <a:pt x="12925" y="42302"/>
                  </a:lnTo>
                  <a:lnTo>
                    <a:pt x="12925" y="1035093"/>
                  </a:lnTo>
                  <a:cubicBezTo>
                    <a:pt x="12925" y="1065573"/>
                    <a:pt x="31458" y="1101006"/>
                    <a:pt x="54267" y="1114150"/>
                  </a:cubicBezTo>
                  <a:lnTo>
                    <a:pt x="1557195" y="1983783"/>
                  </a:lnTo>
                  <a:lnTo>
                    <a:pt x="1561282" y="2009691"/>
                  </a:lnTo>
                  <a:lnTo>
                    <a:pt x="1591884" y="1992070"/>
                  </a:lnTo>
                  <a:cubicBezTo>
                    <a:pt x="1593367" y="1991412"/>
                    <a:pt x="1594773" y="1990574"/>
                    <a:pt x="1596066" y="1989593"/>
                  </a:cubicBezTo>
                  <a:lnTo>
                    <a:pt x="1596066" y="1989593"/>
                  </a:lnTo>
                  <a:cubicBezTo>
                    <a:pt x="1604800" y="1981363"/>
                    <a:pt x="1609248" y="1969552"/>
                    <a:pt x="1608136" y="1957589"/>
                  </a:cubicBezTo>
                  <a:lnTo>
                    <a:pt x="1608136" y="958988"/>
                  </a:lnTo>
                  <a:cubicBezTo>
                    <a:pt x="1607851" y="928508"/>
                    <a:pt x="1589793" y="893075"/>
                    <a:pt x="1566509" y="879931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47"/>
            <p:cNvSpPr/>
            <p:nvPr/>
          </p:nvSpPr>
          <p:spPr>
            <a:xfrm>
              <a:off x="4119583" y="322825"/>
              <a:ext cx="1594925" cy="1994313"/>
            </a:xfrm>
            <a:custGeom>
              <a:avLst/>
              <a:gdLst/>
              <a:ahLst/>
              <a:cxnLst/>
              <a:rect l="l" t="t" r="r" b="b"/>
              <a:pathLst>
                <a:path w="1594925" h="1994313" extrusionOk="0">
                  <a:moveTo>
                    <a:pt x="1553584" y="1989336"/>
                  </a:moveTo>
                  <a:lnTo>
                    <a:pt x="41342" y="1114274"/>
                  </a:lnTo>
                  <a:cubicBezTo>
                    <a:pt x="18532" y="1101035"/>
                    <a:pt x="0" y="1065697"/>
                    <a:pt x="0" y="1035122"/>
                  </a:cubicBezTo>
                  <a:lnTo>
                    <a:pt x="0" y="36235"/>
                  </a:lnTo>
                  <a:cubicBezTo>
                    <a:pt x="0" y="5755"/>
                    <a:pt x="19008" y="-8247"/>
                    <a:pt x="41342" y="4993"/>
                  </a:cubicBezTo>
                  <a:lnTo>
                    <a:pt x="1553584" y="880055"/>
                  </a:lnTo>
                  <a:cubicBezTo>
                    <a:pt x="1576393" y="893199"/>
                    <a:pt x="1594925" y="928632"/>
                    <a:pt x="1594925" y="959112"/>
                  </a:cubicBezTo>
                  <a:lnTo>
                    <a:pt x="1594925" y="1957999"/>
                  </a:lnTo>
                  <a:cubicBezTo>
                    <a:pt x="1594925" y="1988479"/>
                    <a:pt x="1576393" y="2002576"/>
                    <a:pt x="1553584" y="1989336"/>
                  </a:cubicBezTo>
                  <a:close/>
                </a:path>
              </a:pathLst>
            </a:custGeom>
            <a:solidFill>
              <a:srgbClr val="F8F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47"/>
            <p:cNvSpPr/>
            <p:nvPr/>
          </p:nvSpPr>
          <p:spPr>
            <a:xfrm>
              <a:off x="4241517" y="588041"/>
              <a:ext cx="58543" cy="817911"/>
            </a:xfrm>
            <a:custGeom>
              <a:avLst/>
              <a:gdLst/>
              <a:ahLst/>
              <a:cxnLst/>
              <a:rect l="l" t="t" r="r" b="b"/>
              <a:pathLst>
                <a:path w="58543" h="817911" extrusionOk="0">
                  <a:moveTo>
                    <a:pt x="57878" y="817912"/>
                  </a:moveTo>
                  <a:lnTo>
                    <a:pt x="0" y="783431"/>
                  </a:lnTo>
                  <a:lnTo>
                    <a:pt x="760" y="0"/>
                  </a:lnTo>
                  <a:lnTo>
                    <a:pt x="58543" y="34481"/>
                  </a:lnTo>
                  <a:lnTo>
                    <a:pt x="57878" y="81791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47"/>
            <p:cNvSpPr/>
            <p:nvPr/>
          </p:nvSpPr>
          <p:spPr>
            <a:xfrm>
              <a:off x="4241517" y="1216214"/>
              <a:ext cx="58448" cy="189833"/>
            </a:xfrm>
            <a:custGeom>
              <a:avLst/>
              <a:gdLst/>
              <a:ahLst/>
              <a:cxnLst/>
              <a:rect l="l" t="t" r="r" b="b"/>
              <a:pathLst>
                <a:path w="58448" h="189833" extrusionOk="0">
                  <a:moveTo>
                    <a:pt x="57878" y="189833"/>
                  </a:moveTo>
                  <a:lnTo>
                    <a:pt x="0" y="156115"/>
                  </a:lnTo>
                  <a:lnTo>
                    <a:pt x="570" y="0"/>
                  </a:lnTo>
                  <a:lnTo>
                    <a:pt x="58448" y="33814"/>
                  </a:lnTo>
                  <a:lnTo>
                    <a:pt x="57878" y="189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47"/>
            <p:cNvSpPr/>
            <p:nvPr/>
          </p:nvSpPr>
          <p:spPr>
            <a:xfrm>
              <a:off x="4424940" y="694149"/>
              <a:ext cx="58353" cy="818006"/>
            </a:xfrm>
            <a:custGeom>
              <a:avLst/>
              <a:gdLst/>
              <a:ahLst/>
              <a:cxnLst/>
              <a:rect l="l" t="t" r="r" b="b"/>
              <a:pathLst>
                <a:path w="58353" h="818006" extrusionOk="0">
                  <a:moveTo>
                    <a:pt x="57878" y="818007"/>
                  </a:moveTo>
                  <a:lnTo>
                    <a:pt x="0" y="783336"/>
                  </a:lnTo>
                  <a:lnTo>
                    <a:pt x="570" y="0"/>
                  </a:lnTo>
                  <a:lnTo>
                    <a:pt x="58353" y="34766"/>
                  </a:lnTo>
                  <a:lnTo>
                    <a:pt x="57878" y="81800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47"/>
            <p:cNvSpPr/>
            <p:nvPr/>
          </p:nvSpPr>
          <p:spPr>
            <a:xfrm>
              <a:off x="4424940" y="1350993"/>
              <a:ext cx="58353" cy="161258"/>
            </a:xfrm>
            <a:custGeom>
              <a:avLst/>
              <a:gdLst/>
              <a:ahLst/>
              <a:cxnLst/>
              <a:rect l="l" t="t" r="r" b="b"/>
              <a:pathLst>
                <a:path w="58353" h="161258" extrusionOk="0">
                  <a:moveTo>
                    <a:pt x="57878" y="161258"/>
                  </a:moveTo>
                  <a:lnTo>
                    <a:pt x="0" y="127444"/>
                  </a:lnTo>
                  <a:lnTo>
                    <a:pt x="475" y="0"/>
                  </a:lnTo>
                  <a:lnTo>
                    <a:pt x="58353" y="33719"/>
                  </a:lnTo>
                  <a:lnTo>
                    <a:pt x="57878" y="161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47"/>
            <p:cNvSpPr/>
            <p:nvPr/>
          </p:nvSpPr>
          <p:spPr>
            <a:xfrm>
              <a:off x="4608458" y="801877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47"/>
            <p:cNvSpPr/>
            <p:nvPr/>
          </p:nvSpPr>
          <p:spPr>
            <a:xfrm>
              <a:off x="4608458" y="1266316"/>
              <a:ext cx="59113" cy="352044"/>
            </a:xfrm>
            <a:custGeom>
              <a:avLst/>
              <a:gdLst/>
              <a:ahLst/>
              <a:cxnLst/>
              <a:rect l="l" t="t" r="r" b="b"/>
              <a:pathLst>
                <a:path w="59113" h="352044" extrusionOk="0">
                  <a:moveTo>
                    <a:pt x="57878" y="352044"/>
                  </a:moveTo>
                  <a:lnTo>
                    <a:pt x="0" y="318325"/>
                  </a:lnTo>
                  <a:lnTo>
                    <a:pt x="1235" y="0"/>
                  </a:lnTo>
                  <a:lnTo>
                    <a:pt x="59113" y="33814"/>
                  </a:lnTo>
                  <a:lnTo>
                    <a:pt x="57878" y="3520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47"/>
            <p:cNvSpPr/>
            <p:nvPr/>
          </p:nvSpPr>
          <p:spPr>
            <a:xfrm>
              <a:off x="4793306" y="908938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47"/>
            <p:cNvSpPr/>
            <p:nvPr/>
          </p:nvSpPr>
          <p:spPr>
            <a:xfrm>
              <a:off x="4793306" y="1421097"/>
              <a:ext cx="58923" cy="304228"/>
            </a:xfrm>
            <a:custGeom>
              <a:avLst/>
              <a:gdLst/>
              <a:ahLst/>
              <a:cxnLst/>
              <a:rect l="l" t="t" r="r" b="b"/>
              <a:pathLst>
                <a:path w="58923" h="304228" extrusionOk="0">
                  <a:moveTo>
                    <a:pt x="57783" y="304229"/>
                  </a:moveTo>
                  <a:lnTo>
                    <a:pt x="0" y="270510"/>
                  </a:lnTo>
                  <a:lnTo>
                    <a:pt x="1046" y="0"/>
                  </a:lnTo>
                  <a:lnTo>
                    <a:pt x="58924" y="33719"/>
                  </a:lnTo>
                  <a:lnTo>
                    <a:pt x="57783" y="3042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47"/>
            <p:cNvSpPr/>
            <p:nvPr/>
          </p:nvSpPr>
          <p:spPr>
            <a:xfrm>
              <a:off x="4978440" y="1016189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47"/>
            <p:cNvSpPr/>
            <p:nvPr/>
          </p:nvSpPr>
          <p:spPr>
            <a:xfrm>
              <a:off x="4978440" y="1384997"/>
              <a:ext cx="59493" cy="447484"/>
            </a:xfrm>
            <a:custGeom>
              <a:avLst/>
              <a:gdLst/>
              <a:ahLst/>
              <a:cxnLst/>
              <a:rect l="l" t="t" r="r" b="b"/>
              <a:pathLst>
                <a:path w="59493" h="447484" extrusionOk="0">
                  <a:moveTo>
                    <a:pt x="57878" y="447485"/>
                  </a:moveTo>
                  <a:lnTo>
                    <a:pt x="0" y="413671"/>
                  </a:lnTo>
                  <a:lnTo>
                    <a:pt x="1615" y="0"/>
                  </a:lnTo>
                  <a:lnTo>
                    <a:pt x="59494" y="33719"/>
                  </a:lnTo>
                  <a:lnTo>
                    <a:pt x="57878" y="447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47"/>
            <p:cNvSpPr/>
            <p:nvPr/>
          </p:nvSpPr>
          <p:spPr>
            <a:xfrm>
              <a:off x="5164524" y="1123917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47"/>
            <p:cNvSpPr/>
            <p:nvPr/>
          </p:nvSpPr>
          <p:spPr>
            <a:xfrm>
              <a:off x="5164524" y="1368614"/>
              <a:ext cx="59968" cy="571500"/>
            </a:xfrm>
            <a:custGeom>
              <a:avLst/>
              <a:gdLst/>
              <a:ahLst/>
              <a:cxnLst/>
              <a:rect l="l" t="t" r="r" b="b"/>
              <a:pathLst>
                <a:path w="59968" h="571500" extrusionOk="0">
                  <a:moveTo>
                    <a:pt x="57783" y="571500"/>
                  </a:moveTo>
                  <a:lnTo>
                    <a:pt x="0" y="537782"/>
                  </a:lnTo>
                  <a:lnTo>
                    <a:pt x="2091" y="0"/>
                  </a:lnTo>
                  <a:lnTo>
                    <a:pt x="59969" y="33814"/>
                  </a:lnTo>
                  <a:lnTo>
                    <a:pt x="57783" y="57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47"/>
            <p:cNvSpPr/>
            <p:nvPr/>
          </p:nvSpPr>
          <p:spPr>
            <a:xfrm>
              <a:off x="5351084" y="1231931"/>
              <a:ext cx="61014" cy="816578"/>
            </a:xfrm>
            <a:custGeom>
              <a:avLst/>
              <a:gdLst/>
              <a:ahLst/>
              <a:cxnLst/>
              <a:rect l="l" t="t" r="r" b="b"/>
              <a:pathLst>
                <a:path w="61014" h="816578" extrusionOk="0">
                  <a:moveTo>
                    <a:pt x="57878" y="816578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47"/>
            <p:cNvSpPr/>
            <p:nvPr/>
          </p:nvSpPr>
          <p:spPr>
            <a:xfrm>
              <a:off x="5351179" y="1342992"/>
              <a:ext cx="60443" cy="705135"/>
            </a:xfrm>
            <a:custGeom>
              <a:avLst/>
              <a:gdLst/>
              <a:ahLst/>
              <a:cxnLst/>
              <a:rect l="l" t="t" r="r" b="b"/>
              <a:pathLst>
                <a:path w="60443" h="705135" extrusionOk="0">
                  <a:moveTo>
                    <a:pt x="57783" y="705136"/>
                  </a:moveTo>
                  <a:lnTo>
                    <a:pt x="0" y="671417"/>
                  </a:lnTo>
                  <a:lnTo>
                    <a:pt x="2661" y="0"/>
                  </a:lnTo>
                  <a:lnTo>
                    <a:pt x="60444" y="33814"/>
                  </a:lnTo>
                  <a:lnTo>
                    <a:pt x="57783" y="705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47"/>
            <p:cNvSpPr/>
            <p:nvPr/>
          </p:nvSpPr>
          <p:spPr>
            <a:xfrm>
              <a:off x="5538879" y="1340706"/>
              <a:ext cx="61014" cy="816483"/>
            </a:xfrm>
            <a:custGeom>
              <a:avLst/>
              <a:gdLst/>
              <a:ahLst/>
              <a:cxnLst/>
              <a:rect l="l" t="t" r="r" b="b"/>
              <a:pathLst>
                <a:path w="61014" h="816483" extrusionOk="0">
                  <a:moveTo>
                    <a:pt x="57878" y="816483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47"/>
            <p:cNvSpPr/>
            <p:nvPr/>
          </p:nvSpPr>
          <p:spPr>
            <a:xfrm>
              <a:off x="5538879" y="1442147"/>
              <a:ext cx="60634" cy="714660"/>
            </a:xfrm>
            <a:custGeom>
              <a:avLst/>
              <a:gdLst/>
              <a:ahLst/>
              <a:cxnLst/>
              <a:rect l="l" t="t" r="r" b="b"/>
              <a:pathLst>
                <a:path w="60634" h="714660" extrusionOk="0">
                  <a:moveTo>
                    <a:pt x="57878" y="714661"/>
                  </a:moveTo>
                  <a:lnTo>
                    <a:pt x="0" y="680847"/>
                  </a:lnTo>
                  <a:lnTo>
                    <a:pt x="2756" y="0"/>
                  </a:lnTo>
                  <a:lnTo>
                    <a:pt x="60634" y="33814"/>
                  </a:lnTo>
                  <a:lnTo>
                    <a:pt x="57878" y="714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47"/>
            <p:cNvSpPr/>
            <p:nvPr/>
          </p:nvSpPr>
          <p:spPr>
            <a:xfrm>
              <a:off x="4516176" y="748442"/>
              <a:ext cx="61299" cy="816768"/>
            </a:xfrm>
            <a:custGeom>
              <a:avLst/>
              <a:gdLst/>
              <a:ahLst/>
              <a:cxnLst/>
              <a:rect l="l" t="t" r="r" b="b"/>
              <a:pathLst>
                <a:path w="61299" h="816768" extrusionOk="0">
                  <a:moveTo>
                    <a:pt x="58163" y="816769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300" y="34004"/>
                  </a:lnTo>
                  <a:lnTo>
                    <a:pt x="58163" y="816769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47"/>
            <p:cNvSpPr/>
            <p:nvPr/>
          </p:nvSpPr>
          <p:spPr>
            <a:xfrm>
              <a:off x="4516366" y="1270221"/>
              <a:ext cx="58923" cy="294893"/>
            </a:xfrm>
            <a:custGeom>
              <a:avLst/>
              <a:gdLst/>
              <a:ahLst/>
              <a:cxnLst/>
              <a:rect l="l" t="t" r="r" b="b"/>
              <a:pathLst>
                <a:path w="58923" h="294893" extrusionOk="0">
                  <a:moveTo>
                    <a:pt x="57783" y="294894"/>
                  </a:moveTo>
                  <a:lnTo>
                    <a:pt x="0" y="261080"/>
                  </a:lnTo>
                  <a:lnTo>
                    <a:pt x="1045" y="0"/>
                  </a:lnTo>
                  <a:lnTo>
                    <a:pt x="58923" y="33814"/>
                  </a:lnTo>
                  <a:lnTo>
                    <a:pt x="57783" y="2948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47"/>
            <p:cNvSpPr/>
            <p:nvPr/>
          </p:nvSpPr>
          <p:spPr>
            <a:xfrm>
              <a:off x="4700740" y="855312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47"/>
            <p:cNvSpPr/>
            <p:nvPr/>
          </p:nvSpPr>
          <p:spPr>
            <a:xfrm>
              <a:off x="4700740" y="1272031"/>
              <a:ext cx="59303" cy="399764"/>
            </a:xfrm>
            <a:custGeom>
              <a:avLst/>
              <a:gdLst/>
              <a:ahLst/>
              <a:cxnLst/>
              <a:rect l="l" t="t" r="r" b="b"/>
              <a:pathLst>
                <a:path w="59303" h="399764" extrusionOk="0">
                  <a:moveTo>
                    <a:pt x="57783" y="399764"/>
                  </a:moveTo>
                  <a:lnTo>
                    <a:pt x="0" y="365951"/>
                  </a:lnTo>
                  <a:lnTo>
                    <a:pt x="1426" y="0"/>
                  </a:lnTo>
                  <a:lnTo>
                    <a:pt x="59304" y="33814"/>
                  </a:lnTo>
                  <a:lnTo>
                    <a:pt x="57783" y="3997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47"/>
            <p:cNvSpPr/>
            <p:nvPr/>
          </p:nvSpPr>
          <p:spPr>
            <a:xfrm>
              <a:off x="4885398" y="962278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47"/>
            <p:cNvSpPr/>
            <p:nvPr/>
          </p:nvSpPr>
          <p:spPr>
            <a:xfrm>
              <a:off x="4885398" y="1264506"/>
              <a:ext cx="59778" cy="514159"/>
            </a:xfrm>
            <a:custGeom>
              <a:avLst/>
              <a:gdLst/>
              <a:ahLst/>
              <a:cxnLst/>
              <a:rect l="l" t="t" r="r" b="b"/>
              <a:pathLst>
                <a:path w="59778" h="514159" extrusionOk="0">
                  <a:moveTo>
                    <a:pt x="57783" y="514159"/>
                  </a:moveTo>
                  <a:lnTo>
                    <a:pt x="0" y="480346"/>
                  </a:lnTo>
                  <a:lnTo>
                    <a:pt x="1901" y="0"/>
                  </a:lnTo>
                  <a:lnTo>
                    <a:pt x="59779" y="33719"/>
                  </a:lnTo>
                  <a:lnTo>
                    <a:pt x="57783" y="5141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2" name="Google Shape;3632;p47"/>
            <p:cNvSpPr/>
            <p:nvPr/>
          </p:nvSpPr>
          <p:spPr>
            <a:xfrm>
              <a:off x="5071197" y="1069910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878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3" name="Google Shape;3633;p47"/>
            <p:cNvSpPr/>
            <p:nvPr/>
          </p:nvSpPr>
          <p:spPr>
            <a:xfrm>
              <a:off x="5071197" y="1371948"/>
              <a:ext cx="59778" cy="514254"/>
            </a:xfrm>
            <a:custGeom>
              <a:avLst/>
              <a:gdLst/>
              <a:ahLst/>
              <a:cxnLst/>
              <a:rect l="l" t="t" r="r" b="b"/>
              <a:pathLst>
                <a:path w="59778" h="514254" extrusionOk="0">
                  <a:moveTo>
                    <a:pt x="57878" y="514255"/>
                  </a:moveTo>
                  <a:lnTo>
                    <a:pt x="0" y="480441"/>
                  </a:lnTo>
                  <a:lnTo>
                    <a:pt x="1901" y="0"/>
                  </a:lnTo>
                  <a:lnTo>
                    <a:pt x="59779" y="33814"/>
                  </a:lnTo>
                  <a:lnTo>
                    <a:pt x="57878" y="5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47"/>
            <p:cNvSpPr/>
            <p:nvPr/>
          </p:nvSpPr>
          <p:spPr>
            <a:xfrm>
              <a:off x="5257662" y="1177829"/>
              <a:ext cx="60919" cy="816482"/>
            </a:xfrm>
            <a:custGeom>
              <a:avLst/>
              <a:gdLst/>
              <a:ahLst/>
              <a:cxnLst/>
              <a:rect l="l" t="t" r="r" b="b"/>
              <a:pathLst>
                <a:path w="60919" h="816482" extrusionOk="0">
                  <a:moveTo>
                    <a:pt x="57783" y="816483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47"/>
            <p:cNvSpPr/>
            <p:nvPr/>
          </p:nvSpPr>
          <p:spPr>
            <a:xfrm>
              <a:off x="5257662" y="1365376"/>
              <a:ext cx="60253" cy="628649"/>
            </a:xfrm>
            <a:custGeom>
              <a:avLst/>
              <a:gdLst/>
              <a:ahLst/>
              <a:cxnLst/>
              <a:rect l="l" t="t" r="r" b="b"/>
              <a:pathLst>
                <a:path w="60253" h="628649" extrusionOk="0">
                  <a:moveTo>
                    <a:pt x="57878" y="628650"/>
                  </a:moveTo>
                  <a:lnTo>
                    <a:pt x="0" y="594932"/>
                  </a:lnTo>
                  <a:lnTo>
                    <a:pt x="2376" y="0"/>
                  </a:lnTo>
                  <a:lnTo>
                    <a:pt x="60254" y="33719"/>
                  </a:lnTo>
                  <a:lnTo>
                    <a:pt x="57878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47"/>
            <p:cNvSpPr/>
            <p:nvPr/>
          </p:nvSpPr>
          <p:spPr>
            <a:xfrm>
              <a:off x="5444886" y="1286223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47"/>
            <p:cNvSpPr/>
            <p:nvPr/>
          </p:nvSpPr>
          <p:spPr>
            <a:xfrm>
              <a:off x="5444886" y="1359185"/>
              <a:ext cx="60729" cy="743235"/>
            </a:xfrm>
            <a:custGeom>
              <a:avLst/>
              <a:gdLst/>
              <a:ahLst/>
              <a:cxnLst/>
              <a:rect l="l" t="t" r="r" b="b"/>
              <a:pathLst>
                <a:path w="60729" h="743235" extrusionOk="0">
                  <a:moveTo>
                    <a:pt x="57878" y="743236"/>
                  </a:moveTo>
                  <a:lnTo>
                    <a:pt x="0" y="709422"/>
                  </a:lnTo>
                  <a:lnTo>
                    <a:pt x="2851" y="0"/>
                  </a:lnTo>
                  <a:lnTo>
                    <a:pt x="60729" y="33814"/>
                  </a:lnTo>
                  <a:lnTo>
                    <a:pt x="57878" y="743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47"/>
            <p:cNvSpPr/>
            <p:nvPr/>
          </p:nvSpPr>
          <p:spPr>
            <a:xfrm>
              <a:off x="4333133" y="641190"/>
              <a:ext cx="58828" cy="817816"/>
            </a:xfrm>
            <a:custGeom>
              <a:avLst/>
              <a:gdLst/>
              <a:ahLst/>
              <a:cxnLst/>
              <a:rect l="l" t="t" r="r" b="b"/>
              <a:pathLst>
                <a:path w="58828" h="817816" extrusionOk="0">
                  <a:moveTo>
                    <a:pt x="57878" y="817817"/>
                  </a:moveTo>
                  <a:lnTo>
                    <a:pt x="0" y="783527"/>
                  </a:lnTo>
                  <a:lnTo>
                    <a:pt x="950" y="0"/>
                  </a:lnTo>
                  <a:lnTo>
                    <a:pt x="58828" y="34385"/>
                  </a:lnTo>
                  <a:lnTo>
                    <a:pt x="57878" y="81781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47"/>
            <p:cNvSpPr/>
            <p:nvPr/>
          </p:nvSpPr>
          <p:spPr>
            <a:xfrm>
              <a:off x="4333133" y="1231074"/>
              <a:ext cx="58638" cy="228028"/>
            </a:xfrm>
            <a:custGeom>
              <a:avLst/>
              <a:gdLst/>
              <a:ahLst/>
              <a:cxnLst/>
              <a:rect l="l" t="t" r="r" b="b"/>
              <a:pathLst>
                <a:path w="58638" h="228028" extrusionOk="0">
                  <a:moveTo>
                    <a:pt x="57783" y="228028"/>
                  </a:moveTo>
                  <a:lnTo>
                    <a:pt x="0" y="194215"/>
                  </a:lnTo>
                  <a:lnTo>
                    <a:pt x="760" y="0"/>
                  </a:lnTo>
                  <a:lnTo>
                    <a:pt x="58638" y="33718"/>
                  </a:lnTo>
                  <a:lnTo>
                    <a:pt x="57783" y="2280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47"/>
            <p:cNvSpPr/>
            <p:nvPr/>
          </p:nvSpPr>
          <p:spPr>
            <a:xfrm rot="-1801764">
              <a:off x="4182051" y="402648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47"/>
            <p:cNvSpPr/>
            <p:nvPr/>
          </p:nvSpPr>
          <p:spPr>
            <a:xfrm rot="-1801764">
              <a:off x="4256393" y="445744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47"/>
            <p:cNvSpPr/>
            <p:nvPr/>
          </p:nvSpPr>
          <p:spPr>
            <a:xfrm rot="-1801764">
              <a:off x="4330817" y="488696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47"/>
            <p:cNvSpPr/>
            <p:nvPr/>
          </p:nvSpPr>
          <p:spPr>
            <a:xfrm>
              <a:off x="4106792" y="1565782"/>
              <a:ext cx="86160" cy="187928"/>
            </a:xfrm>
            <a:custGeom>
              <a:avLst/>
              <a:gdLst/>
              <a:ahLst/>
              <a:cxnLst/>
              <a:rect l="l" t="t" r="r" b="b"/>
              <a:pathLst>
                <a:path w="86160" h="187928" extrusionOk="0">
                  <a:moveTo>
                    <a:pt x="18969" y="0"/>
                  </a:moveTo>
                  <a:cubicBezTo>
                    <a:pt x="16973" y="17526"/>
                    <a:pt x="-3840" y="92964"/>
                    <a:pt x="627" y="118777"/>
                  </a:cubicBezTo>
                  <a:cubicBezTo>
                    <a:pt x="5093" y="144589"/>
                    <a:pt x="76657" y="187928"/>
                    <a:pt x="76657" y="187928"/>
                  </a:cubicBezTo>
                  <a:lnTo>
                    <a:pt x="86161" y="143637"/>
                  </a:lnTo>
                  <a:lnTo>
                    <a:pt x="46815" y="104966"/>
                  </a:lnTo>
                  <a:lnTo>
                    <a:pt x="57459" y="31718"/>
                  </a:ln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47"/>
            <p:cNvSpPr/>
            <p:nvPr/>
          </p:nvSpPr>
          <p:spPr>
            <a:xfrm>
              <a:off x="4118918" y="1488575"/>
              <a:ext cx="61869" cy="119039"/>
            </a:xfrm>
            <a:custGeom>
              <a:avLst/>
              <a:gdLst/>
              <a:ahLst/>
              <a:cxnLst/>
              <a:rect l="l" t="t" r="r" b="b"/>
              <a:pathLst>
                <a:path w="61869" h="119039" extrusionOk="0">
                  <a:moveTo>
                    <a:pt x="61870" y="2912"/>
                  </a:moveTo>
                  <a:cubicBezTo>
                    <a:pt x="47538" y="-3775"/>
                    <a:pt x="30479" y="1397"/>
                    <a:pt x="22239" y="14913"/>
                  </a:cubicBezTo>
                  <a:cubicBezTo>
                    <a:pt x="11785" y="32249"/>
                    <a:pt x="950" y="91780"/>
                    <a:pt x="0" y="101972"/>
                  </a:cubicBezTo>
                  <a:cubicBezTo>
                    <a:pt x="8496" y="113573"/>
                    <a:pt x="22362" y="119984"/>
                    <a:pt x="36685" y="11892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47"/>
            <p:cNvSpPr/>
            <p:nvPr/>
          </p:nvSpPr>
          <p:spPr>
            <a:xfrm>
              <a:off x="4255221" y="2314593"/>
              <a:ext cx="133508" cy="75339"/>
            </a:xfrm>
            <a:custGeom>
              <a:avLst/>
              <a:gdLst/>
              <a:ahLst/>
              <a:cxnLst/>
              <a:rect l="l" t="t" r="r" b="b"/>
              <a:pathLst>
                <a:path w="133508" h="75339" extrusionOk="0">
                  <a:moveTo>
                    <a:pt x="6824" y="18142"/>
                  </a:moveTo>
                  <a:cubicBezTo>
                    <a:pt x="22296" y="22429"/>
                    <a:pt x="38833" y="20409"/>
                    <a:pt x="52822" y="12522"/>
                  </a:cubicBezTo>
                  <a:cubicBezTo>
                    <a:pt x="63942" y="12522"/>
                    <a:pt x="124101" y="-12909"/>
                    <a:pt x="132274" y="8712"/>
                  </a:cubicBezTo>
                  <a:cubicBezTo>
                    <a:pt x="139497" y="27762"/>
                    <a:pt x="113266" y="45288"/>
                    <a:pt x="99486" y="48717"/>
                  </a:cubicBezTo>
                  <a:cubicBezTo>
                    <a:pt x="69074" y="56052"/>
                    <a:pt x="46550" y="71292"/>
                    <a:pt x="34385" y="73863"/>
                  </a:cubicBezTo>
                  <a:cubicBezTo>
                    <a:pt x="24881" y="75768"/>
                    <a:pt x="13477" y="77007"/>
                    <a:pt x="5874" y="69863"/>
                  </a:cubicBezTo>
                  <a:cubicBezTo>
                    <a:pt x="-2110" y="61291"/>
                    <a:pt x="-2110" y="29382"/>
                    <a:pt x="6824" y="1814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47"/>
            <p:cNvSpPr/>
            <p:nvPr/>
          </p:nvSpPr>
          <p:spPr>
            <a:xfrm>
              <a:off x="4257103" y="2327115"/>
              <a:ext cx="131644" cy="62816"/>
            </a:xfrm>
            <a:custGeom>
              <a:avLst/>
              <a:gdLst/>
              <a:ahLst/>
              <a:cxnLst/>
              <a:rect l="l" t="t" r="r" b="b"/>
              <a:pathLst>
                <a:path w="131644" h="62816" extrusionOk="0">
                  <a:moveTo>
                    <a:pt x="32503" y="56102"/>
                  </a:moveTo>
                  <a:cubicBezTo>
                    <a:pt x="44668" y="53531"/>
                    <a:pt x="67192" y="38291"/>
                    <a:pt x="97604" y="30956"/>
                  </a:cubicBezTo>
                  <a:cubicBezTo>
                    <a:pt x="109294" y="28099"/>
                    <a:pt x="129347" y="15240"/>
                    <a:pt x="131437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93"/>
                    <a:pt x="713" y="52807"/>
                    <a:pt x="0" y="50102"/>
                  </a:cubicBezTo>
                  <a:cubicBezTo>
                    <a:pt x="9266" y="57169"/>
                    <a:pt x="21336" y="59398"/>
                    <a:pt x="32503" y="56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47"/>
            <p:cNvSpPr/>
            <p:nvPr/>
          </p:nvSpPr>
          <p:spPr>
            <a:xfrm>
              <a:off x="4157606" y="2270641"/>
              <a:ext cx="133494" cy="75381"/>
            </a:xfrm>
            <a:custGeom>
              <a:avLst/>
              <a:gdLst/>
              <a:ahLst/>
              <a:cxnLst/>
              <a:rect l="l" t="t" r="r" b="b"/>
              <a:pathLst>
                <a:path w="133494" h="75381" extrusionOk="0">
                  <a:moveTo>
                    <a:pt x="6835" y="18184"/>
                  </a:moveTo>
                  <a:cubicBezTo>
                    <a:pt x="22307" y="22413"/>
                    <a:pt x="38825" y="20394"/>
                    <a:pt x="52833" y="12564"/>
                  </a:cubicBezTo>
                  <a:cubicBezTo>
                    <a:pt x="63953" y="12564"/>
                    <a:pt x="124112" y="-12963"/>
                    <a:pt x="132285" y="8754"/>
                  </a:cubicBezTo>
                  <a:cubicBezTo>
                    <a:pt x="139413" y="27804"/>
                    <a:pt x="113277" y="45330"/>
                    <a:pt x="99497" y="48759"/>
                  </a:cubicBezTo>
                  <a:cubicBezTo>
                    <a:pt x="69085" y="56094"/>
                    <a:pt x="46561" y="71334"/>
                    <a:pt x="34396" y="73905"/>
                  </a:cubicBezTo>
                  <a:cubicBezTo>
                    <a:pt x="24892" y="75810"/>
                    <a:pt x="13488" y="77049"/>
                    <a:pt x="5885" y="69905"/>
                  </a:cubicBezTo>
                  <a:cubicBezTo>
                    <a:pt x="-2479" y="61332"/>
                    <a:pt x="-1718" y="29519"/>
                    <a:pt x="6835" y="1818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47"/>
            <p:cNvSpPr/>
            <p:nvPr/>
          </p:nvSpPr>
          <p:spPr>
            <a:xfrm>
              <a:off x="4159499" y="2283205"/>
              <a:ext cx="131564" cy="62816"/>
            </a:xfrm>
            <a:custGeom>
              <a:avLst/>
              <a:gdLst/>
              <a:ahLst/>
              <a:cxnLst/>
              <a:rect l="l" t="t" r="r" b="b"/>
              <a:pathLst>
                <a:path w="131564" h="62816" extrusionOk="0">
                  <a:moveTo>
                    <a:pt x="32503" y="56007"/>
                  </a:moveTo>
                  <a:cubicBezTo>
                    <a:pt x="44668" y="53435"/>
                    <a:pt x="67192" y="38291"/>
                    <a:pt x="97604" y="30861"/>
                  </a:cubicBezTo>
                  <a:cubicBezTo>
                    <a:pt x="109199" y="28099"/>
                    <a:pt x="129347" y="15240"/>
                    <a:pt x="131342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55"/>
                    <a:pt x="713" y="52740"/>
                    <a:pt x="0" y="50006"/>
                  </a:cubicBezTo>
                  <a:cubicBezTo>
                    <a:pt x="9228" y="57160"/>
                    <a:pt x="21336" y="59398"/>
                    <a:pt x="32503" y="56007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47"/>
            <p:cNvSpPr/>
            <p:nvPr/>
          </p:nvSpPr>
          <p:spPr>
            <a:xfrm>
              <a:off x="4157684" y="1783524"/>
              <a:ext cx="195217" cy="552238"/>
            </a:xfrm>
            <a:custGeom>
              <a:avLst/>
              <a:gdLst/>
              <a:ahLst/>
              <a:cxnLst/>
              <a:rect l="l" t="t" r="r" b="b"/>
              <a:pathLst>
                <a:path w="195217" h="552238" extrusionOk="0">
                  <a:moveTo>
                    <a:pt x="5522" y="341376"/>
                  </a:moveTo>
                  <a:cubicBezTo>
                    <a:pt x="8135" y="318964"/>
                    <a:pt x="12783" y="296837"/>
                    <a:pt x="19397" y="275272"/>
                  </a:cubicBezTo>
                  <a:cubicBezTo>
                    <a:pt x="19397" y="275272"/>
                    <a:pt x="15311" y="218122"/>
                    <a:pt x="13220" y="164211"/>
                  </a:cubicBezTo>
                  <a:cubicBezTo>
                    <a:pt x="10844" y="102870"/>
                    <a:pt x="-10350" y="48863"/>
                    <a:pt x="6377" y="0"/>
                  </a:cubicBezTo>
                  <a:lnTo>
                    <a:pt x="195217" y="42005"/>
                  </a:lnTo>
                  <a:cubicBezTo>
                    <a:pt x="195217" y="42005"/>
                    <a:pt x="183813" y="286607"/>
                    <a:pt x="181247" y="316230"/>
                  </a:cubicBezTo>
                  <a:cubicBezTo>
                    <a:pt x="179869" y="339280"/>
                    <a:pt x="177046" y="362217"/>
                    <a:pt x="172789" y="384905"/>
                  </a:cubicBezTo>
                  <a:cubicBezTo>
                    <a:pt x="164140" y="432530"/>
                    <a:pt x="150169" y="545306"/>
                    <a:pt x="150169" y="545306"/>
                  </a:cubicBezTo>
                  <a:cubicBezTo>
                    <a:pt x="135800" y="552212"/>
                    <a:pt x="119510" y="554022"/>
                    <a:pt x="103981" y="550450"/>
                  </a:cubicBezTo>
                  <a:cubicBezTo>
                    <a:pt x="103981" y="550450"/>
                    <a:pt x="105407" y="407575"/>
                    <a:pt x="106737" y="373475"/>
                  </a:cubicBezTo>
                  <a:cubicBezTo>
                    <a:pt x="108258" y="331660"/>
                    <a:pt x="109588" y="334899"/>
                    <a:pt x="109588" y="334899"/>
                  </a:cubicBezTo>
                  <a:lnTo>
                    <a:pt x="103316" y="230791"/>
                  </a:lnTo>
                  <a:lnTo>
                    <a:pt x="99229" y="179451"/>
                  </a:lnTo>
                  <a:cubicBezTo>
                    <a:pt x="99229" y="179451"/>
                    <a:pt x="94002" y="217551"/>
                    <a:pt x="90581" y="251365"/>
                  </a:cubicBezTo>
                  <a:cubicBezTo>
                    <a:pt x="87635" y="280988"/>
                    <a:pt x="80507" y="307753"/>
                    <a:pt x="72524" y="362807"/>
                  </a:cubicBezTo>
                  <a:cubicBezTo>
                    <a:pt x="65681" y="410432"/>
                    <a:pt x="54466" y="506539"/>
                    <a:pt x="54466" y="506539"/>
                  </a:cubicBezTo>
                  <a:cubicBezTo>
                    <a:pt x="34508" y="518160"/>
                    <a:pt x="6947" y="508540"/>
                    <a:pt x="6947" y="508540"/>
                  </a:cubicBezTo>
                  <a:cubicBezTo>
                    <a:pt x="6947" y="508540"/>
                    <a:pt x="390" y="382810"/>
                    <a:pt x="5522" y="341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47"/>
            <p:cNvSpPr/>
            <p:nvPr/>
          </p:nvSpPr>
          <p:spPr>
            <a:xfrm>
              <a:off x="4182697" y="1330426"/>
              <a:ext cx="141754" cy="227198"/>
            </a:xfrm>
            <a:custGeom>
              <a:avLst/>
              <a:gdLst/>
              <a:ahLst/>
              <a:cxnLst/>
              <a:rect l="l" t="t" r="r" b="b"/>
              <a:pathLst>
                <a:path w="141754" h="227198" extrusionOk="0">
                  <a:moveTo>
                    <a:pt x="8069" y="162109"/>
                  </a:moveTo>
                  <a:cubicBezTo>
                    <a:pt x="22515" y="162776"/>
                    <a:pt x="33159" y="166490"/>
                    <a:pt x="34965" y="162109"/>
                  </a:cubicBezTo>
                  <a:cubicBezTo>
                    <a:pt x="36533" y="154689"/>
                    <a:pt x="37645" y="147183"/>
                    <a:pt x="38291" y="139630"/>
                  </a:cubicBezTo>
                  <a:cubicBezTo>
                    <a:pt x="36581" y="135439"/>
                    <a:pt x="35155" y="130962"/>
                    <a:pt x="35155" y="130962"/>
                  </a:cubicBezTo>
                  <a:cubicBezTo>
                    <a:pt x="17098" y="119818"/>
                    <a:pt x="11395" y="100196"/>
                    <a:pt x="9019" y="77432"/>
                  </a:cubicBezTo>
                  <a:cubicBezTo>
                    <a:pt x="5028" y="38474"/>
                    <a:pt x="25936" y="4375"/>
                    <a:pt x="64807" y="374"/>
                  </a:cubicBezTo>
                  <a:cubicBezTo>
                    <a:pt x="101396" y="-3436"/>
                    <a:pt x="128197" y="22282"/>
                    <a:pt x="135420" y="57524"/>
                  </a:cubicBezTo>
                  <a:cubicBezTo>
                    <a:pt x="139221" y="74955"/>
                    <a:pt x="146919" y="107912"/>
                    <a:pt x="136560" y="136582"/>
                  </a:cubicBezTo>
                  <a:cubicBezTo>
                    <a:pt x="130763" y="152584"/>
                    <a:pt x="123255" y="165157"/>
                    <a:pt x="115747" y="167824"/>
                  </a:cubicBezTo>
                  <a:cubicBezTo>
                    <a:pt x="108524" y="167652"/>
                    <a:pt x="101320" y="167014"/>
                    <a:pt x="94173" y="165919"/>
                  </a:cubicBezTo>
                  <a:lnTo>
                    <a:pt x="94173" y="165919"/>
                  </a:lnTo>
                  <a:cubicBezTo>
                    <a:pt x="94173" y="165919"/>
                    <a:pt x="92273" y="176777"/>
                    <a:pt x="90942" y="183731"/>
                  </a:cubicBezTo>
                  <a:cubicBezTo>
                    <a:pt x="89612" y="190684"/>
                    <a:pt x="90087" y="194303"/>
                    <a:pt x="103867" y="202781"/>
                  </a:cubicBezTo>
                  <a:cubicBezTo>
                    <a:pt x="117648" y="211258"/>
                    <a:pt x="83054" y="228879"/>
                    <a:pt x="60435" y="227069"/>
                  </a:cubicBezTo>
                  <a:cubicBezTo>
                    <a:pt x="37816" y="225260"/>
                    <a:pt x="12346" y="211734"/>
                    <a:pt x="5313" y="197066"/>
                  </a:cubicBezTo>
                  <a:cubicBezTo>
                    <a:pt x="-2480" y="180873"/>
                    <a:pt x="-1815" y="161633"/>
                    <a:pt x="8069" y="162109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47"/>
            <p:cNvSpPr/>
            <p:nvPr/>
          </p:nvSpPr>
          <p:spPr>
            <a:xfrm>
              <a:off x="4136412" y="1491278"/>
              <a:ext cx="217917" cy="361626"/>
            </a:xfrm>
            <a:custGeom>
              <a:avLst/>
              <a:gdLst/>
              <a:ahLst/>
              <a:cxnLst/>
              <a:rect l="l" t="t" r="r" b="b"/>
              <a:pathLst>
                <a:path w="217917" h="361626" extrusionOk="0">
                  <a:moveTo>
                    <a:pt x="75168" y="3353"/>
                  </a:moveTo>
                  <a:cubicBezTo>
                    <a:pt x="71176" y="12878"/>
                    <a:pt x="81345" y="25451"/>
                    <a:pt x="108336" y="34023"/>
                  </a:cubicBezTo>
                  <a:cubicBezTo>
                    <a:pt x="135327" y="42596"/>
                    <a:pt x="137797" y="31547"/>
                    <a:pt x="137797" y="31547"/>
                  </a:cubicBezTo>
                  <a:cubicBezTo>
                    <a:pt x="155779" y="39595"/>
                    <a:pt x="173294" y="48663"/>
                    <a:pt x="190258" y="58693"/>
                  </a:cubicBezTo>
                  <a:cubicBezTo>
                    <a:pt x="206510" y="70028"/>
                    <a:pt x="213638" y="102889"/>
                    <a:pt x="215823" y="158420"/>
                  </a:cubicBezTo>
                  <a:cubicBezTo>
                    <a:pt x="218390" y="222618"/>
                    <a:pt x="218580" y="317868"/>
                    <a:pt x="216489" y="334251"/>
                  </a:cubicBezTo>
                  <a:cubicBezTo>
                    <a:pt x="216489" y="334251"/>
                    <a:pt x="186172" y="364541"/>
                    <a:pt x="147396" y="361397"/>
                  </a:cubicBezTo>
                  <a:cubicBezTo>
                    <a:pt x="108621" y="358254"/>
                    <a:pt x="43425" y="323774"/>
                    <a:pt x="27554" y="297199"/>
                  </a:cubicBezTo>
                  <a:cubicBezTo>
                    <a:pt x="27554" y="240906"/>
                    <a:pt x="34586" y="231762"/>
                    <a:pt x="25463" y="199377"/>
                  </a:cubicBezTo>
                  <a:cubicBezTo>
                    <a:pt x="4649" y="125082"/>
                    <a:pt x="-6280" y="94602"/>
                    <a:pt x="3794" y="45358"/>
                  </a:cubicBezTo>
                  <a:cubicBezTo>
                    <a:pt x="12157" y="4686"/>
                    <a:pt x="23847" y="-362"/>
                    <a:pt x="39908" y="19"/>
                  </a:cubicBezTo>
                  <a:cubicBezTo>
                    <a:pt x="51712" y="495"/>
                    <a:pt x="63487" y="1610"/>
                    <a:pt x="75168" y="33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47"/>
            <p:cNvSpPr/>
            <p:nvPr/>
          </p:nvSpPr>
          <p:spPr>
            <a:xfrm>
              <a:off x="4290792" y="1536579"/>
              <a:ext cx="276750" cy="215760"/>
            </a:xfrm>
            <a:custGeom>
              <a:avLst/>
              <a:gdLst/>
              <a:ahLst/>
              <a:cxnLst/>
              <a:rect l="l" t="t" r="r" b="b"/>
              <a:pathLst>
                <a:path w="276750" h="215760" extrusionOk="0">
                  <a:moveTo>
                    <a:pt x="122458" y="166173"/>
                  </a:moveTo>
                  <a:cubicBezTo>
                    <a:pt x="90621" y="174174"/>
                    <a:pt x="83113" y="154076"/>
                    <a:pt x="78931" y="137598"/>
                  </a:cubicBezTo>
                  <a:cubicBezTo>
                    <a:pt x="68857" y="97307"/>
                    <a:pt x="63345" y="61398"/>
                    <a:pt x="55837" y="38062"/>
                  </a:cubicBezTo>
                  <a:cubicBezTo>
                    <a:pt x="46998" y="11011"/>
                    <a:pt x="37685" y="6724"/>
                    <a:pt x="24569" y="1486"/>
                  </a:cubicBezTo>
                  <a:cubicBezTo>
                    <a:pt x="9173" y="-4706"/>
                    <a:pt x="-3942" y="8344"/>
                    <a:pt x="1095" y="42729"/>
                  </a:cubicBezTo>
                  <a:cubicBezTo>
                    <a:pt x="7368" y="82562"/>
                    <a:pt x="17128" y="121767"/>
                    <a:pt x="30272" y="159886"/>
                  </a:cubicBezTo>
                  <a:cubicBezTo>
                    <a:pt x="34168" y="172459"/>
                    <a:pt x="43102" y="194748"/>
                    <a:pt x="56407" y="205511"/>
                  </a:cubicBezTo>
                  <a:cubicBezTo>
                    <a:pt x="72754" y="218846"/>
                    <a:pt x="97558" y="218274"/>
                    <a:pt x="134908" y="208940"/>
                  </a:cubicBezTo>
                  <a:cubicBezTo>
                    <a:pt x="150875" y="204940"/>
                    <a:pt x="168362" y="195415"/>
                    <a:pt x="198584" y="181318"/>
                  </a:cubicBezTo>
                  <a:cubicBezTo>
                    <a:pt x="206662" y="177508"/>
                    <a:pt x="212934" y="175031"/>
                    <a:pt x="228521" y="167792"/>
                  </a:cubicBezTo>
                  <a:cubicBezTo>
                    <a:pt x="244126" y="160734"/>
                    <a:pt x="257821" y="150018"/>
                    <a:pt x="268437" y="136550"/>
                  </a:cubicBezTo>
                  <a:cubicBezTo>
                    <a:pt x="276515" y="124739"/>
                    <a:pt x="277940" y="119215"/>
                    <a:pt x="275945" y="116452"/>
                  </a:cubicBezTo>
                  <a:cubicBezTo>
                    <a:pt x="273949" y="113690"/>
                    <a:pt x="270147" y="113881"/>
                    <a:pt x="265871" y="118834"/>
                  </a:cubicBezTo>
                  <a:cubicBezTo>
                    <a:pt x="259541" y="127206"/>
                    <a:pt x="251786" y="134397"/>
                    <a:pt x="242966" y="140074"/>
                  </a:cubicBezTo>
                  <a:cubicBezTo>
                    <a:pt x="242966" y="140074"/>
                    <a:pt x="252945" y="129692"/>
                    <a:pt x="258458" y="122929"/>
                  </a:cubicBezTo>
                  <a:cubicBezTo>
                    <a:pt x="263305" y="116919"/>
                    <a:pt x="267334" y="110290"/>
                    <a:pt x="270432" y="103213"/>
                  </a:cubicBezTo>
                  <a:cubicBezTo>
                    <a:pt x="273379" y="96259"/>
                    <a:pt x="267391" y="86925"/>
                    <a:pt x="262924" y="91783"/>
                  </a:cubicBezTo>
                  <a:cubicBezTo>
                    <a:pt x="258458" y="96640"/>
                    <a:pt x="256272" y="101784"/>
                    <a:pt x="248003" y="111595"/>
                  </a:cubicBezTo>
                  <a:cubicBezTo>
                    <a:pt x="243708" y="116900"/>
                    <a:pt x="238756" y="121634"/>
                    <a:pt x="233273" y="125691"/>
                  </a:cubicBezTo>
                  <a:cubicBezTo>
                    <a:pt x="238386" y="118767"/>
                    <a:pt x="242938" y="111442"/>
                    <a:pt x="246863" y="103784"/>
                  </a:cubicBezTo>
                  <a:cubicBezTo>
                    <a:pt x="250398" y="97840"/>
                    <a:pt x="252119" y="90982"/>
                    <a:pt x="251805" y="84067"/>
                  </a:cubicBezTo>
                  <a:cubicBezTo>
                    <a:pt x="251805" y="80448"/>
                    <a:pt x="246578" y="76162"/>
                    <a:pt x="241731" y="82924"/>
                  </a:cubicBezTo>
                  <a:cubicBezTo>
                    <a:pt x="237160" y="92325"/>
                    <a:pt x="231438" y="101117"/>
                    <a:pt x="224719" y="109118"/>
                  </a:cubicBezTo>
                  <a:cubicBezTo>
                    <a:pt x="217401" y="116738"/>
                    <a:pt x="211224" y="121024"/>
                    <a:pt x="211034" y="118643"/>
                  </a:cubicBezTo>
                  <a:cubicBezTo>
                    <a:pt x="210844" y="116262"/>
                    <a:pt x="215405" y="112452"/>
                    <a:pt x="218067" y="103594"/>
                  </a:cubicBezTo>
                  <a:cubicBezTo>
                    <a:pt x="220728" y="94735"/>
                    <a:pt x="218067" y="85496"/>
                    <a:pt x="213220" y="84544"/>
                  </a:cubicBezTo>
                  <a:cubicBezTo>
                    <a:pt x="208373" y="83591"/>
                    <a:pt x="209228" y="83877"/>
                    <a:pt x="205331" y="92068"/>
                  </a:cubicBezTo>
                  <a:cubicBezTo>
                    <a:pt x="199952" y="100536"/>
                    <a:pt x="195124" y="109356"/>
                    <a:pt x="190886" y="118453"/>
                  </a:cubicBezTo>
                  <a:cubicBezTo>
                    <a:pt x="188443" y="126930"/>
                    <a:pt x="183967" y="134674"/>
                    <a:pt x="177865" y="141027"/>
                  </a:cubicBezTo>
                  <a:cubicBezTo>
                    <a:pt x="169977" y="149314"/>
                    <a:pt x="152395" y="158553"/>
                    <a:pt x="122458" y="16617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47"/>
            <p:cNvSpPr/>
            <p:nvPr/>
          </p:nvSpPr>
          <p:spPr>
            <a:xfrm>
              <a:off x="4280886" y="1531786"/>
              <a:ext cx="84275" cy="123474"/>
            </a:xfrm>
            <a:custGeom>
              <a:avLst/>
              <a:gdLst/>
              <a:ahLst/>
              <a:cxnLst/>
              <a:rect l="l" t="t" r="r" b="b"/>
              <a:pathLst>
                <a:path w="84275" h="123474" extrusionOk="0">
                  <a:moveTo>
                    <a:pt x="22691" y="563"/>
                  </a:moveTo>
                  <a:cubicBezTo>
                    <a:pt x="43884" y="-2580"/>
                    <a:pt x="58900" y="7040"/>
                    <a:pt x="68309" y="39330"/>
                  </a:cubicBezTo>
                  <a:cubicBezTo>
                    <a:pt x="77718" y="71620"/>
                    <a:pt x="84275" y="98004"/>
                    <a:pt x="84275" y="98004"/>
                  </a:cubicBezTo>
                  <a:cubicBezTo>
                    <a:pt x="75921" y="110244"/>
                    <a:pt x="63139" y="118749"/>
                    <a:pt x="48636" y="121721"/>
                  </a:cubicBezTo>
                  <a:cubicBezTo>
                    <a:pt x="23261" y="127913"/>
                    <a:pt x="14137" y="115721"/>
                    <a:pt x="14137" y="115721"/>
                  </a:cubicBezTo>
                  <a:cubicBezTo>
                    <a:pt x="14137" y="115721"/>
                    <a:pt x="7104" y="81907"/>
                    <a:pt x="2638" y="58571"/>
                  </a:cubicBezTo>
                  <a:cubicBezTo>
                    <a:pt x="-1829" y="35234"/>
                    <a:pt x="-3635" y="4469"/>
                    <a:pt x="22691" y="56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47"/>
            <p:cNvSpPr/>
            <p:nvPr/>
          </p:nvSpPr>
          <p:spPr>
            <a:xfrm>
              <a:off x="4187208" y="1320312"/>
              <a:ext cx="137401" cy="151685"/>
            </a:xfrm>
            <a:custGeom>
              <a:avLst/>
              <a:gdLst/>
              <a:ahLst/>
              <a:cxnLst/>
              <a:rect l="l" t="t" r="r" b="b"/>
              <a:pathLst>
                <a:path w="137401" h="151685" extrusionOk="0">
                  <a:moveTo>
                    <a:pt x="129674" y="62685"/>
                  </a:moveTo>
                  <a:cubicBezTo>
                    <a:pt x="129674" y="62685"/>
                    <a:pt x="163222" y="11441"/>
                    <a:pt x="90518" y="1058"/>
                  </a:cubicBezTo>
                  <a:cubicBezTo>
                    <a:pt x="38057" y="-6466"/>
                    <a:pt x="4319" y="27347"/>
                    <a:pt x="422" y="64019"/>
                  </a:cubicBezTo>
                  <a:cubicBezTo>
                    <a:pt x="-3284" y="98975"/>
                    <a:pt x="18194" y="135361"/>
                    <a:pt x="33781" y="149744"/>
                  </a:cubicBezTo>
                  <a:cubicBezTo>
                    <a:pt x="49053" y="153620"/>
                    <a:pt x="65219" y="151649"/>
                    <a:pt x="79114" y="144219"/>
                  </a:cubicBezTo>
                  <a:cubicBezTo>
                    <a:pt x="79931" y="134713"/>
                    <a:pt x="80245" y="125179"/>
                    <a:pt x="80064" y="115644"/>
                  </a:cubicBezTo>
                  <a:cubicBezTo>
                    <a:pt x="80064" y="115644"/>
                    <a:pt x="54499" y="61637"/>
                    <a:pt x="129674" y="6268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47"/>
            <p:cNvSpPr/>
            <p:nvPr/>
          </p:nvSpPr>
          <p:spPr>
            <a:xfrm>
              <a:off x="5589453" y="3105692"/>
              <a:ext cx="158988" cy="313238"/>
            </a:xfrm>
            <a:custGeom>
              <a:avLst/>
              <a:gdLst/>
              <a:ahLst/>
              <a:cxnLst/>
              <a:rect l="l" t="t" r="r" b="b"/>
              <a:pathLst>
                <a:path w="158988" h="313238" extrusionOk="0">
                  <a:moveTo>
                    <a:pt x="67938" y="242313"/>
                  </a:moveTo>
                  <a:cubicBezTo>
                    <a:pt x="82079" y="267420"/>
                    <a:pt x="99176" y="290738"/>
                    <a:pt x="118878" y="311750"/>
                  </a:cubicBezTo>
                  <a:cubicBezTo>
                    <a:pt x="124390" y="318132"/>
                    <a:pt x="166397" y="302225"/>
                    <a:pt x="157843" y="297367"/>
                  </a:cubicBezTo>
                  <a:cubicBezTo>
                    <a:pt x="149290" y="292509"/>
                    <a:pt x="121254" y="254124"/>
                    <a:pt x="107378" y="228311"/>
                  </a:cubicBezTo>
                  <a:cubicBezTo>
                    <a:pt x="95708" y="197469"/>
                    <a:pt x="85805" y="165989"/>
                    <a:pt x="77727" y="134013"/>
                  </a:cubicBezTo>
                  <a:cubicBezTo>
                    <a:pt x="68983" y="102390"/>
                    <a:pt x="61570" y="56099"/>
                    <a:pt x="55203" y="34191"/>
                  </a:cubicBezTo>
                  <a:cubicBezTo>
                    <a:pt x="51810" y="17751"/>
                    <a:pt x="39132" y="4826"/>
                    <a:pt x="22795" y="1140"/>
                  </a:cubicBezTo>
                  <a:cubicBezTo>
                    <a:pt x="7589" y="-2385"/>
                    <a:pt x="-2295" y="1806"/>
                    <a:pt x="461" y="20190"/>
                  </a:cubicBezTo>
                  <a:cubicBezTo>
                    <a:pt x="5308" y="52670"/>
                    <a:pt x="30588" y="178590"/>
                    <a:pt x="67938" y="2423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6" name="Google Shape;3656;p47"/>
            <p:cNvSpPr/>
            <p:nvPr/>
          </p:nvSpPr>
          <p:spPr>
            <a:xfrm>
              <a:off x="5625064" y="3841302"/>
              <a:ext cx="109135" cy="84940"/>
            </a:xfrm>
            <a:custGeom>
              <a:avLst/>
              <a:gdLst/>
              <a:ahLst/>
              <a:cxnLst/>
              <a:rect l="l" t="t" r="r" b="b"/>
              <a:pathLst>
                <a:path w="109135" h="84940" extrusionOk="0">
                  <a:moveTo>
                    <a:pt x="8092" y="2"/>
                  </a:moveTo>
                  <a:cubicBezTo>
                    <a:pt x="21207" y="10670"/>
                    <a:pt x="40595" y="955"/>
                    <a:pt x="41546" y="1907"/>
                  </a:cubicBezTo>
                  <a:cubicBezTo>
                    <a:pt x="56923" y="16242"/>
                    <a:pt x="73079" y="29720"/>
                    <a:pt x="89920" y="42293"/>
                  </a:cubicBezTo>
                  <a:cubicBezTo>
                    <a:pt x="98093" y="48770"/>
                    <a:pt x="110923" y="57438"/>
                    <a:pt x="108927" y="69820"/>
                  </a:cubicBezTo>
                  <a:cubicBezTo>
                    <a:pt x="104841" y="91919"/>
                    <a:pt x="69392" y="85156"/>
                    <a:pt x="56086" y="78393"/>
                  </a:cubicBezTo>
                  <a:cubicBezTo>
                    <a:pt x="42781" y="71630"/>
                    <a:pt x="31852" y="60295"/>
                    <a:pt x="19212" y="52485"/>
                  </a:cubicBezTo>
                  <a:cubicBezTo>
                    <a:pt x="10183" y="46865"/>
                    <a:pt x="1344" y="43912"/>
                    <a:pt x="204" y="32578"/>
                  </a:cubicBezTo>
                  <a:cubicBezTo>
                    <a:pt x="-1317" y="25625"/>
                    <a:pt x="6096" y="-283"/>
                    <a:pt x="8092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7" name="Google Shape;3657;p47"/>
            <p:cNvSpPr/>
            <p:nvPr/>
          </p:nvSpPr>
          <p:spPr>
            <a:xfrm>
              <a:off x="5624449" y="3869213"/>
              <a:ext cx="108591" cy="56989"/>
            </a:xfrm>
            <a:custGeom>
              <a:avLst/>
              <a:gdLst/>
              <a:ahLst/>
              <a:cxnLst/>
              <a:rect l="l" t="t" r="r" b="b"/>
              <a:pathLst>
                <a:path w="108591" h="56989" extrusionOk="0">
                  <a:moveTo>
                    <a:pt x="343" y="0"/>
                  </a:moveTo>
                  <a:cubicBezTo>
                    <a:pt x="2054" y="10954"/>
                    <a:pt x="10797" y="14002"/>
                    <a:pt x="19351" y="19526"/>
                  </a:cubicBezTo>
                  <a:cubicBezTo>
                    <a:pt x="32181" y="27527"/>
                    <a:pt x="43490" y="39053"/>
                    <a:pt x="56891" y="45815"/>
                  </a:cubicBezTo>
                  <a:cubicBezTo>
                    <a:pt x="70291" y="52578"/>
                    <a:pt x="99943" y="58293"/>
                    <a:pt x="108591" y="42481"/>
                  </a:cubicBezTo>
                  <a:cubicBezTo>
                    <a:pt x="103935" y="63817"/>
                    <a:pt x="69151" y="57150"/>
                    <a:pt x="55940" y="50482"/>
                  </a:cubicBezTo>
                  <a:cubicBezTo>
                    <a:pt x="42730" y="43815"/>
                    <a:pt x="31706" y="32385"/>
                    <a:pt x="19066" y="24574"/>
                  </a:cubicBezTo>
                  <a:cubicBezTo>
                    <a:pt x="10037" y="18955"/>
                    <a:pt x="1199" y="16002"/>
                    <a:pt x="58" y="4667"/>
                  </a:cubicBezTo>
                  <a:cubicBezTo>
                    <a:pt x="-75" y="3105"/>
                    <a:pt x="20" y="1533"/>
                    <a:pt x="343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8" name="Google Shape;3658;p47"/>
            <p:cNvSpPr/>
            <p:nvPr/>
          </p:nvSpPr>
          <p:spPr>
            <a:xfrm>
              <a:off x="5756800" y="3764382"/>
              <a:ext cx="108931" cy="81850"/>
            </a:xfrm>
            <a:custGeom>
              <a:avLst/>
              <a:gdLst/>
              <a:ahLst/>
              <a:cxnLst/>
              <a:rect l="l" t="t" r="r" b="b"/>
              <a:pathLst>
                <a:path w="108931" h="81850" extrusionOk="0">
                  <a:moveTo>
                    <a:pt x="9409" y="56"/>
                  </a:moveTo>
                  <a:cubicBezTo>
                    <a:pt x="22524" y="10819"/>
                    <a:pt x="45523" y="-897"/>
                    <a:pt x="46473" y="56"/>
                  </a:cubicBezTo>
                  <a:cubicBezTo>
                    <a:pt x="60102" y="13943"/>
                    <a:pt x="74548" y="27021"/>
                    <a:pt x="89716" y="39203"/>
                  </a:cubicBezTo>
                  <a:cubicBezTo>
                    <a:pt x="97889" y="45681"/>
                    <a:pt x="110719" y="54348"/>
                    <a:pt x="108723" y="66731"/>
                  </a:cubicBezTo>
                  <a:cubicBezTo>
                    <a:pt x="104637" y="88829"/>
                    <a:pt x="69188" y="82066"/>
                    <a:pt x="55882" y="75303"/>
                  </a:cubicBezTo>
                  <a:cubicBezTo>
                    <a:pt x="42577" y="68541"/>
                    <a:pt x="31647" y="57301"/>
                    <a:pt x="19008" y="49395"/>
                  </a:cubicBezTo>
                  <a:cubicBezTo>
                    <a:pt x="9979" y="43775"/>
                    <a:pt x="1045" y="40918"/>
                    <a:pt x="0" y="29488"/>
                  </a:cubicBezTo>
                  <a:cubicBezTo>
                    <a:pt x="561" y="19030"/>
                    <a:pt x="3801" y="8895"/>
                    <a:pt x="9409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9" name="Google Shape;3659;p47"/>
            <p:cNvSpPr/>
            <p:nvPr/>
          </p:nvSpPr>
          <p:spPr>
            <a:xfrm>
              <a:off x="5756201" y="3790822"/>
              <a:ext cx="108657" cy="56976"/>
            </a:xfrm>
            <a:custGeom>
              <a:avLst/>
              <a:gdLst/>
              <a:ahLst/>
              <a:cxnLst/>
              <a:rect l="l" t="t" r="r" b="b"/>
              <a:pathLst>
                <a:path w="108657" h="56976" extrusionOk="0">
                  <a:moveTo>
                    <a:pt x="314" y="0"/>
                  </a:moveTo>
                  <a:cubicBezTo>
                    <a:pt x="2025" y="10954"/>
                    <a:pt x="10769" y="13906"/>
                    <a:pt x="19322" y="19526"/>
                  </a:cubicBezTo>
                  <a:cubicBezTo>
                    <a:pt x="32152" y="27527"/>
                    <a:pt x="43462" y="39053"/>
                    <a:pt x="56862" y="45815"/>
                  </a:cubicBezTo>
                  <a:cubicBezTo>
                    <a:pt x="70262" y="52578"/>
                    <a:pt x="100009" y="58293"/>
                    <a:pt x="108657" y="42481"/>
                  </a:cubicBezTo>
                  <a:cubicBezTo>
                    <a:pt x="103906" y="63818"/>
                    <a:pt x="69122" y="57150"/>
                    <a:pt x="55912" y="50387"/>
                  </a:cubicBezTo>
                  <a:cubicBezTo>
                    <a:pt x="42701" y="43625"/>
                    <a:pt x="31677" y="32385"/>
                    <a:pt x="19037" y="24479"/>
                  </a:cubicBezTo>
                  <a:cubicBezTo>
                    <a:pt x="10008" y="18955"/>
                    <a:pt x="1170" y="16002"/>
                    <a:pt x="29" y="4572"/>
                  </a:cubicBezTo>
                  <a:cubicBezTo>
                    <a:pt x="-56" y="3038"/>
                    <a:pt x="48" y="1505"/>
                    <a:pt x="31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0" name="Google Shape;3660;p47"/>
            <p:cNvSpPr/>
            <p:nvPr/>
          </p:nvSpPr>
          <p:spPr>
            <a:xfrm>
              <a:off x="5454721" y="3387696"/>
              <a:ext cx="383168" cy="465480"/>
            </a:xfrm>
            <a:custGeom>
              <a:avLst/>
              <a:gdLst/>
              <a:ahLst/>
              <a:cxnLst/>
              <a:rect l="l" t="t" r="r" b="b"/>
              <a:pathLst>
                <a:path w="383168" h="465480" extrusionOk="0">
                  <a:moveTo>
                    <a:pt x="2995" y="32603"/>
                  </a:moveTo>
                  <a:cubicBezTo>
                    <a:pt x="-11546" y="123662"/>
                    <a:pt x="28845" y="157571"/>
                    <a:pt x="81306" y="177003"/>
                  </a:cubicBezTo>
                  <a:cubicBezTo>
                    <a:pt x="119321" y="190909"/>
                    <a:pt x="172922" y="212340"/>
                    <a:pt x="172922" y="212340"/>
                  </a:cubicBezTo>
                  <a:cubicBezTo>
                    <a:pt x="172922" y="212340"/>
                    <a:pt x="172162" y="232247"/>
                    <a:pt x="171782" y="277110"/>
                  </a:cubicBezTo>
                  <a:cubicBezTo>
                    <a:pt x="171782" y="316639"/>
                    <a:pt x="176534" y="460847"/>
                    <a:pt x="176534" y="460847"/>
                  </a:cubicBezTo>
                  <a:cubicBezTo>
                    <a:pt x="189231" y="467191"/>
                    <a:pt x="204199" y="467010"/>
                    <a:pt x="216735" y="460371"/>
                  </a:cubicBezTo>
                  <a:cubicBezTo>
                    <a:pt x="216735" y="460371"/>
                    <a:pt x="237833" y="349881"/>
                    <a:pt x="242395" y="300065"/>
                  </a:cubicBezTo>
                  <a:cubicBezTo>
                    <a:pt x="248477" y="232533"/>
                    <a:pt x="258837" y="188337"/>
                    <a:pt x="255320" y="173764"/>
                  </a:cubicBezTo>
                  <a:cubicBezTo>
                    <a:pt x="252279" y="161001"/>
                    <a:pt x="178625" y="124710"/>
                    <a:pt x="155245" y="105184"/>
                  </a:cubicBezTo>
                  <a:lnTo>
                    <a:pt x="309492" y="156428"/>
                  </a:lnTo>
                  <a:cubicBezTo>
                    <a:pt x="306460" y="173211"/>
                    <a:pt x="304968" y="190233"/>
                    <a:pt x="305025" y="207292"/>
                  </a:cubicBezTo>
                  <a:cubicBezTo>
                    <a:pt x="306451" y="260918"/>
                    <a:pt x="309397" y="376932"/>
                    <a:pt x="309397" y="376932"/>
                  </a:cubicBezTo>
                  <a:cubicBezTo>
                    <a:pt x="309397" y="376932"/>
                    <a:pt x="330590" y="392268"/>
                    <a:pt x="348647" y="376932"/>
                  </a:cubicBezTo>
                  <a:cubicBezTo>
                    <a:pt x="348647" y="376932"/>
                    <a:pt x="387518" y="147189"/>
                    <a:pt x="382766" y="116804"/>
                  </a:cubicBezTo>
                  <a:cubicBezTo>
                    <a:pt x="378299" y="88229"/>
                    <a:pt x="242300" y="28984"/>
                    <a:pt x="218351" y="8601"/>
                  </a:cubicBezTo>
                  <a:cubicBezTo>
                    <a:pt x="209902" y="1676"/>
                    <a:pt x="198896" y="-1267"/>
                    <a:pt x="188129" y="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1" name="Google Shape;3661;p47"/>
            <p:cNvSpPr/>
            <p:nvPr/>
          </p:nvSpPr>
          <p:spPr>
            <a:xfrm>
              <a:off x="5486791" y="3077400"/>
              <a:ext cx="120860" cy="118150"/>
            </a:xfrm>
            <a:custGeom>
              <a:avLst/>
              <a:gdLst/>
              <a:ahLst/>
              <a:cxnLst/>
              <a:rect l="l" t="t" r="r" b="b"/>
              <a:pathLst>
                <a:path w="120860" h="118150" extrusionOk="0">
                  <a:moveTo>
                    <a:pt x="24622" y="0"/>
                  </a:moveTo>
                  <a:cubicBezTo>
                    <a:pt x="24622" y="0"/>
                    <a:pt x="26903" y="43434"/>
                    <a:pt x="25952" y="47625"/>
                  </a:cubicBezTo>
                  <a:cubicBezTo>
                    <a:pt x="25002" y="51816"/>
                    <a:pt x="6089" y="64198"/>
                    <a:pt x="577" y="68771"/>
                  </a:cubicBezTo>
                  <a:cubicBezTo>
                    <a:pt x="-4935" y="73343"/>
                    <a:pt x="30419" y="108299"/>
                    <a:pt x="48096" y="116396"/>
                  </a:cubicBezTo>
                  <a:cubicBezTo>
                    <a:pt x="65773" y="124492"/>
                    <a:pt x="119850" y="103441"/>
                    <a:pt x="120800" y="76581"/>
                  </a:cubicBezTo>
                  <a:cubicBezTo>
                    <a:pt x="121750" y="49721"/>
                    <a:pt x="111296" y="27146"/>
                    <a:pt x="103123" y="26003"/>
                  </a:cubicBezTo>
                  <a:cubicBezTo>
                    <a:pt x="94950" y="24860"/>
                    <a:pt x="24622" y="0"/>
                    <a:pt x="24622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47"/>
            <p:cNvSpPr/>
            <p:nvPr/>
          </p:nvSpPr>
          <p:spPr>
            <a:xfrm>
              <a:off x="5455024" y="3093521"/>
              <a:ext cx="195218" cy="382396"/>
            </a:xfrm>
            <a:custGeom>
              <a:avLst/>
              <a:gdLst/>
              <a:ahLst/>
              <a:cxnLst/>
              <a:rect l="l" t="t" r="r" b="b"/>
              <a:pathLst>
                <a:path w="195218" h="382396" extrusionOk="0">
                  <a:moveTo>
                    <a:pt x="51542" y="38266"/>
                  </a:moveTo>
                  <a:cubicBezTo>
                    <a:pt x="51542" y="38266"/>
                    <a:pt x="83000" y="85129"/>
                    <a:pt x="126812" y="89510"/>
                  </a:cubicBezTo>
                  <a:cubicBezTo>
                    <a:pt x="140593" y="75890"/>
                    <a:pt x="141828" y="27312"/>
                    <a:pt x="122725" y="11786"/>
                  </a:cubicBezTo>
                  <a:cubicBezTo>
                    <a:pt x="122725" y="11786"/>
                    <a:pt x="140307" y="-2406"/>
                    <a:pt x="152282" y="357"/>
                  </a:cubicBezTo>
                  <a:cubicBezTo>
                    <a:pt x="165226" y="8176"/>
                    <a:pt x="174863" y="20473"/>
                    <a:pt x="179368" y="34932"/>
                  </a:cubicBezTo>
                  <a:cubicBezTo>
                    <a:pt x="190582" y="67184"/>
                    <a:pt x="195924" y="101188"/>
                    <a:pt x="195144" y="135326"/>
                  </a:cubicBezTo>
                  <a:cubicBezTo>
                    <a:pt x="194384" y="181332"/>
                    <a:pt x="195144" y="297251"/>
                    <a:pt x="195144" y="297251"/>
                  </a:cubicBezTo>
                  <a:cubicBezTo>
                    <a:pt x="189965" y="325073"/>
                    <a:pt x="173153" y="349343"/>
                    <a:pt x="148956" y="363926"/>
                  </a:cubicBezTo>
                  <a:cubicBezTo>
                    <a:pt x="117384" y="381795"/>
                    <a:pt x="80206" y="386938"/>
                    <a:pt x="44985" y="378309"/>
                  </a:cubicBezTo>
                  <a:cubicBezTo>
                    <a:pt x="27260" y="374527"/>
                    <a:pt x="12824" y="361687"/>
                    <a:pt x="6969" y="344495"/>
                  </a:cubicBezTo>
                  <a:cubicBezTo>
                    <a:pt x="8965" y="312300"/>
                    <a:pt x="21700" y="245911"/>
                    <a:pt x="16473" y="205335"/>
                  </a:cubicBezTo>
                  <a:cubicBezTo>
                    <a:pt x="11246" y="164758"/>
                    <a:pt x="2597" y="134564"/>
                    <a:pt x="412" y="101798"/>
                  </a:cubicBezTo>
                  <a:cubicBezTo>
                    <a:pt x="-1774" y="69032"/>
                    <a:pt x="4688" y="69603"/>
                    <a:pt x="21130" y="57983"/>
                  </a:cubicBezTo>
                  <a:cubicBezTo>
                    <a:pt x="30795" y="50715"/>
                    <a:pt x="40964" y="44124"/>
                    <a:pt x="51542" y="3826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47"/>
            <p:cNvSpPr/>
            <p:nvPr/>
          </p:nvSpPr>
          <p:spPr>
            <a:xfrm>
              <a:off x="5481752" y="2955179"/>
              <a:ext cx="130450" cy="158871"/>
            </a:xfrm>
            <a:custGeom>
              <a:avLst/>
              <a:gdLst/>
              <a:ahLst/>
              <a:cxnLst/>
              <a:rect l="l" t="t" r="r" b="b"/>
              <a:pathLst>
                <a:path w="130450" h="158871" extrusionOk="0">
                  <a:moveTo>
                    <a:pt x="127645" y="57260"/>
                  </a:moveTo>
                  <a:lnTo>
                    <a:pt x="127645" y="57260"/>
                  </a:lnTo>
                  <a:cubicBezTo>
                    <a:pt x="122418" y="23542"/>
                    <a:pt x="98278" y="-1890"/>
                    <a:pt x="63590" y="110"/>
                  </a:cubicBezTo>
                  <a:cubicBezTo>
                    <a:pt x="26886" y="1739"/>
                    <a:pt x="-1559" y="32876"/>
                    <a:pt x="66" y="69662"/>
                  </a:cubicBezTo>
                  <a:cubicBezTo>
                    <a:pt x="1007" y="90912"/>
                    <a:pt x="11993" y="110438"/>
                    <a:pt x="29661" y="122221"/>
                  </a:cubicBezTo>
                  <a:cubicBezTo>
                    <a:pt x="30906" y="127336"/>
                    <a:pt x="32721" y="132289"/>
                    <a:pt x="35078" y="136985"/>
                  </a:cubicBezTo>
                  <a:cubicBezTo>
                    <a:pt x="47338" y="151367"/>
                    <a:pt x="84308" y="160226"/>
                    <a:pt x="94952" y="158702"/>
                  </a:cubicBezTo>
                  <a:cubicBezTo>
                    <a:pt x="107925" y="157502"/>
                    <a:pt x="118864" y="148538"/>
                    <a:pt x="122608" y="136032"/>
                  </a:cubicBezTo>
                  <a:cubicBezTo>
                    <a:pt x="134013" y="109172"/>
                    <a:pt x="130401" y="73834"/>
                    <a:pt x="127645" y="5726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47"/>
            <p:cNvSpPr/>
            <p:nvPr/>
          </p:nvSpPr>
          <p:spPr>
            <a:xfrm>
              <a:off x="5470442" y="2941583"/>
              <a:ext cx="136833" cy="135816"/>
            </a:xfrm>
            <a:custGeom>
              <a:avLst/>
              <a:gdLst/>
              <a:ahLst/>
              <a:cxnLst/>
              <a:rect l="l" t="t" r="r" b="b"/>
              <a:pathLst>
                <a:path w="136833" h="135816" extrusionOk="0">
                  <a:moveTo>
                    <a:pt x="40971" y="135817"/>
                  </a:moveTo>
                  <a:lnTo>
                    <a:pt x="40971" y="135817"/>
                  </a:lnTo>
                  <a:lnTo>
                    <a:pt x="44202" y="106480"/>
                  </a:lnTo>
                  <a:cubicBezTo>
                    <a:pt x="44202" y="106480"/>
                    <a:pt x="20253" y="44377"/>
                    <a:pt x="76800" y="56283"/>
                  </a:cubicBezTo>
                  <a:cubicBezTo>
                    <a:pt x="114150" y="64189"/>
                    <a:pt x="123464" y="67618"/>
                    <a:pt x="134868" y="42472"/>
                  </a:cubicBezTo>
                  <a:cubicBezTo>
                    <a:pt x="146273" y="17326"/>
                    <a:pt x="106357" y="-5153"/>
                    <a:pt x="58838" y="1038"/>
                  </a:cubicBezTo>
                  <a:cubicBezTo>
                    <a:pt x="24957" y="4638"/>
                    <a:pt x="-570" y="33575"/>
                    <a:pt x="10" y="67713"/>
                  </a:cubicBezTo>
                  <a:cubicBezTo>
                    <a:pt x="960" y="86001"/>
                    <a:pt x="5902" y="123434"/>
                    <a:pt x="40971" y="13581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47"/>
            <p:cNvSpPr/>
            <p:nvPr/>
          </p:nvSpPr>
          <p:spPr>
            <a:xfrm>
              <a:off x="5607306" y="3093878"/>
              <a:ext cx="63200" cy="92106"/>
            </a:xfrm>
            <a:custGeom>
              <a:avLst/>
              <a:gdLst/>
              <a:ahLst/>
              <a:cxnLst/>
              <a:rect l="l" t="t" r="r" b="b"/>
              <a:pathLst>
                <a:path w="63200" h="92106" extrusionOk="0">
                  <a:moveTo>
                    <a:pt x="40391" y="92107"/>
                  </a:moveTo>
                  <a:cubicBezTo>
                    <a:pt x="49030" y="91726"/>
                    <a:pt x="57184" y="88039"/>
                    <a:pt x="63200" y="81820"/>
                  </a:cubicBezTo>
                  <a:cubicBezTo>
                    <a:pt x="61965" y="65722"/>
                    <a:pt x="41437" y="4572"/>
                    <a:pt x="0" y="0"/>
                  </a:cubicBezTo>
                  <a:cubicBezTo>
                    <a:pt x="11310" y="7868"/>
                    <a:pt x="20281" y="18669"/>
                    <a:pt x="25945" y="31242"/>
                  </a:cubicBezTo>
                  <a:cubicBezTo>
                    <a:pt x="32322" y="51130"/>
                    <a:pt x="37150" y="71476"/>
                    <a:pt x="40391" y="9210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66" name="Google Shape;3666;p47"/>
            <p:cNvGrpSpPr/>
            <p:nvPr/>
          </p:nvGrpSpPr>
          <p:grpSpPr>
            <a:xfrm>
              <a:off x="2715952" y="2834463"/>
              <a:ext cx="319677" cy="242660"/>
              <a:chOff x="6621095" y="1452181"/>
              <a:chExt cx="330894" cy="250785"/>
            </a:xfrm>
          </p:grpSpPr>
          <p:sp>
            <p:nvSpPr>
              <p:cNvPr id="3667" name="Google Shape;3667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8" name="Google Shape;3668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9" name="Google Shape;3669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0" name="Google Shape;3670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2" name="Google Shape;3672;p47"/>
            <p:cNvGrpSpPr/>
            <p:nvPr/>
          </p:nvGrpSpPr>
          <p:grpSpPr>
            <a:xfrm flipH="1">
              <a:off x="5538041" y="3330111"/>
              <a:ext cx="319677" cy="242660"/>
              <a:chOff x="6621095" y="1452181"/>
              <a:chExt cx="330894" cy="250785"/>
            </a:xfrm>
          </p:grpSpPr>
          <p:sp>
            <p:nvSpPr>
              <p:cNvPr id="3673" name="Google Shape;3673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4" name="Google Shape;3674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5" name="Google Shape;3675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6" name="Google Shape;3676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7" name="Google Shape;3677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8" name="Google Shape;3678;p47"/>
            <p:cNvSpPr/>
            <p:nvPr/>
          </p:nvSpPr>
          <p:spPr>
            <a:xfrm>
              <a:off x="5420536" y="3157173"/>
              <a:ext cx="148553" cy="414880"/>
            </a:xfrm>
            <a:custGeom>
              <a:avLst/>
              <a:gdLst/>
              <a:ahLst/>
              <a:cxnLst/>
              <a:rect l="l" t="t" r="r" b="b"/>
              <a:pathLst>
                <a:path w="148553" h="414880" extrusionOk="0">
                  <a:moveTo>
                    <a:pt x="136400" y="348280"/>
                  </a:moveTo>
                  <a:cubicBezTo>
                    <a:pt x="128531" y="343070"/>
                    <a:pt x="120339" y="338364"/>
                    <a:pt x="111880" y="334183"/>
                  </a:cubicBezTo>
                  <a:cubicBezTo>
                    <a:pt x="103897" y="331706"/>
                    <a:pt x="96646" y="327296"/>
                    <a:pt x="90782" y="321324"/>
                  </a:cubicBezTo>
                  <a:cubicBezTo>
                    <a:pt x="83084" y="313799"/>
                    <a:pt x="70444" y="285224"/>
                    <a:pt x="61510" y="257316"/>
                  </a:cubicBezTo>
                  <a:cubicBezTo>
                    <a:pt x="52463" y="225903"/>
                    <a:pt x="48861" y="193175"/>
                    <a:pt x="50866" y="160542"/>
                  </a:cubicBezTo>
                  <a:cubicBezTo>
                    <a:pt x="54667" y="121490"/>
                    <a:pt x="68733" y="66721"/>
                    <a:pt x="72345" y="44242"/>
                  </a:cubicBezTo>
                  <a:cubicBezTo>
                    <a:pt x="75956" y="21763"/>
                    <a:pt x="68638" y="12809"/>
                    <a:pt x="58184" y="4523"/>
                  </a:cubicBezTo>
                  <a:cubicBezTo>
                    <a:pt x="45924" y="-5002"/>
                    <a:pt x="29007" y="-907"/>
                    <a:pt x="20169" y="30621"/>
                  </a:cubicBezTo>
                  <a:cubicBezTo>
                    <a:pt x="8536" y="74188"/>
                    <a:pt x="1779" y="118908"/>
                    <a:pt x="21" y="163971"/>
                  </a:cubicBezTo>
                  <a:cubicBezTo>
                    <a:pt x="-369" y="197480"/>
                    <a:pt x="4772" y="230817"/>
                    <a:pt x="15227" y="262650"/>
                  </a:cubicBezTo>
                  <a:cubicBezTo>
                    <a:pt x="24597" y="289882"/>
                    <a:pt x="37200" y="315876"/>
                    <a:pt x="52767" y="340088"/>
                  </a:cubicBezTo>
                  <a:cubicBezTo>
                    <a:pt x="57138" y="347423"/>
                    <a:pt x="58469" y="353899"/>
                    <a:pt x="65026" y="368663"/>
                  </a:cubicBezTo>
                  <a:cubicBezTo>
                    <a:pt x="71365" y="383456"/>
                    <a:pt x="81135" y="396524"/>
                    <a:pt x="93538" y="406763"/>
                  </a:cubicBezTo>
                  <a:cubicBezTo>
                    <a:pt x="104562" y="414764"/>
                    <a:pt x="109694" y="415812"/>
                    <a:pt x="112545" y="414288"/>
                  </a:cubicBezTo>
                  <a:cubicBezTo>
                    <a:pt x="115397" y="412764"/>
                    <a:pt x="115206" y="408859"/>
                    <a:pt x="110550" y="404763"/>
                  </a:cubicBezTo>
                  <a:cubicBezTo>
                    <a:pt x="102747" y="398676"/>
                    <a:pt x="96123" y="391218"/>
                    <a:pt x="90972" y="382760"/>
                  </a:cubicBezTo>
                  <a:cubicBezTo>
                    <a:pt x="90972" y="382760"/>
                    <a:pt x="100476" y="392285"/>
                    <a:pt x="106843" y="397715"/>
                  </a:cubicBezTo>
                  <a:cubicBezTo>
                    <a:pt x="112422" y="402401"/>
                    <a:pt x="118590" y="406335"/>
                    <a:pt x="125186" y="409430"/>
                  </a:cubicBezTo>
                  <a:cubicBezTo>
                    <a:pt x="131648" y="412288"/>
                    <a:pt x="140582" y="406858"/>
                    <a:pt x="136020" y="402477"/>
                  </a:cubicBezTo>
                  <a:cubicBezTo>
                    <a:pt x="131458" y="398096"/>
                    <a:pt x="126516" y="396000"/>
                    <a:pt x="117678" y="388094"/>
                  </a:cubicBezTo>
                  <a:cubicBezTo>
                    <a:pt x="112774" y="383894"/>
                    <a:pt x="108373" y="379131"/>
                    <a:pt x="104562" y="373902"/>
                  </a:cubicBezTo>
                  <a:cubicBezTo>
                    <a:pt x="111044" y="378798"/>
                    <a:pt x="117905" y="383160"/>
                    <a:pt x="125090" y="386951"/>
                  </a:cubicBezTo>
                  <a:cubicBezTo>
                    <a:pt x="130783" y="390485"/>
                    <a:pt x="137407" y="392247"/>
                    <a:pt x="144098" y="391999"/>
                  </a:cubicBezTo>
                  <a:cubicBezTo>
                    <a:pt x="147424" y="391999"/>
                    <a:pt x="151606" y="387142"/>
                    <a:pt x="145238" y="382474"/>
                  </a:cubicBezTo>
                  <a:cubicBezTo>
                    <a:pt x="136476" y="377979"/>
                    <a:pt x="128303" y="372416"/>
                    <a:pt x="120909" y="365901"/>
                  </a:cubicBezTo>
                  <a:cubicBezTo>
                    <a:pt x="113876" y="358852"/>
                    <a:pt x="109884" y="352947"/>
                    <a:pt x="111880" y="352852"/>
                  </a:cubicBezTo>
                  <a:cubicBezTo>
                    <a:pt x="113876" y="352757"/>
                    <a:pt x="117678" y="357043"/>
                    <a:pt x="125851" y="359710"/>
                  </a:cubicBezTo>
                  <a:cubicBezTo>
                    <a:pt x="134024" y="362377"/>
                    <a:pt x="142958" y="359710"/>
                    <a:pt x="144003" y="355423"/>
                  </a:cubicBezTo>
                  <a:cubicBezTo>
                    <a:pt x="145048" y="351137"/>
                    <a:pt x="144098" y="352090"/>
                    <a:pt x="136400" y="34828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47"/>
            <p:cNvSpPr/>
            <p:nvPr/>
          </p:nvSpPr>
          <p:spPr>
            <a:xfrm>
              <a:off x="5414664" y="3153198"/>
              <a:ext cx="85059" cy="115922"/>
            </a:xfrm>
            <a:custGeom>
              <a:avLst/>
              <a:gdLst/>
              <a:ahLst/>
              <a:cxnLst/>
              <a:rect l="l" t="t" r="r" b="b"/>
              <a:pathLst>
                <a:path w="85059" h="115922" extrusionOk="0">
                  <a:moveTo>
                    <a:pt x="0" y="92413"/>
                  </a:moveTo>
                  <a:cubicBezTo>
                    <a:pt x="0" y="92413"/>
                    <a:pt x="30792" y="123179"/>
                    <a:pt x="67382" y="114320"/>
                  </a:cubicBezTo>
                  <a:cubicBezTo>
                    <a:pt x="72609" y="110796"/>
                    <a:pt x="85059" y="38882"/>
                    <a:pt x="85059" y="38882"/>
                  </a:cubicBezTo>
                  <a:cubicBezTo>
                    <a:pt x="85059" y="38882"/>
                    <a:pt x="85059" y="-1027"/>
                    <a:pt x="54647" y="20"/>
                  </a:cubicBezTo>
                  <a:cubicBezTo>
                    <a:pt x="24235" y="1068"/>
                    <a:pt x="0" y="92413"/>
                    <a:pt x="0" y="92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0" name="Google Shape;3680;p47"/>
          <p:cNvGrpSpPr/>
          <p:nvPr/>
        </p:nvGrpSpPr>
        <p:grpSpPr>
          <a:xfrm>
            <a:off x="7208207" y="3113988"/>
            <a:ext cx="1407570" cy="1644023"/>
            <a:chOff x="2533225" y="322726"/>
            <a:chExt cx="4077549" cy="4762523"/>
          </a:xfrm>
        </p:grpSpPr>
        <p:sp>
          <p:nvSpPr>
            <p:cNvPr id="3681" name="Google Shape;3681;p47"/>
            <p:cNvSpPr/>
            <p:nvPr/>
          </p:nvSpPr>
          <p:spPr>
            <a:xfrm>
              <a:off x="3796336" y="2589414"/>
              <a:ext cx="682110" cy="393573"/>
            </a:xfrm>
            <a:custGeom>
              <a:avLst/>
              <a:gdLst/>
              <a:ahLst/>
              <a:cxnLst/>
              <a:rect l="l" t="t" r="r" b="b"/>
              <a:pathLst>
                <a:path w="682110" h="393573" extrusionOk="0">
                  <a:moveTo>
                    <a:pt x="329082" y="393573"/>
                  </a:moveTo>
                  <a:lnTo>
                    <a:pt x="0" y="204216"/>
                  </a:lnTo>
                  <a:lnTo>
                    <a:pt x="353029" y="0"/>
                  </a:lnTo>
                  <a:lnTo>
                    <a:pt x="682111" y="189357"/>
                  </a:lnTo>
                  <a:lnTo>
                    <a:pt x="329082" y="393573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47"/>
            <p:cNvSpPr/>
            <p:nvPr/>
          </p:nvSpPr>
          <p:spPr>
            <a:xfrm>
              <a:off x="3809355" y="2149168"/>
              <a:ext cx="705962" cy="408622"/>
            </a:xfrm>
            <a:custGeom>
              <a:avLst/>
              <a:gdLst/>
              <a:ahLst/>
              <a:cxnLst/>
              <a:rect l="l" t="t" r="r" b="b"/>
              <a:pathLst>
                <a:path w="705962" h="408622" extrusionOk="0">
                  <a:moveTo>
                    <a:pt x="352934" y="408622"/>
                  </a:moveTo>
                  <a:lnTo>
                    <a:pt x="0" y="204311"/>
                  </a:lnTo>
                  <a:lnTo>
                    <a:pt x="352934" y="0"/>
                  </a:lnTo>
                  <a:lnTo>
                    <a:pt x="705963" y="204311"/>
                  </a:lnTo>
                  <a:lnTo>
                    <a:pt x="352934" y="4086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3" name="Google Shape;3683;p47"/>
            <p:cNvSpPr/>
            <p:nvPr/>
          </p:nvSpPr>
          <p:spPr>
            <a:xfrm>
              <a:off x="4162289" y="2390151"/>
              <a:ext cx="329177" cy="571404"/>
            </a:xfrm>
            <a:custGeom>
              <a:avLst/>
              <a:gdLst/>
              <a:ahLst/>
              <a:cxnLst/>
              <a:rect l="l" t="t" r="r" b="b"/>
              <a:pathLst>
                <a:path w="329177" h="571404" extrusionOk="0">
                  <a:moveTo>
                    <a:pt x="329177" y="380905"/>
                  </a:moveTo>
                  <a:lnTo>
                    <a:pt x="0" y="571405"/>
                  </a:lnTo>
                  <a:lnTo>
                    <a:pt x="0" y="190405"/>
                  </a:lnTo>
                  <a:lnTo>
                    <a:pt x="329177" y="0"/>
                  </a:lnTo>
                  <a:lnTo>
                    <a:pt x="329177" y="380905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4" name="Google Shape;3684;p47"/>
            <p:cNvSpPr/>
            <p:nvPr/>
          </p:nvSpPr>
          <p:spPr>
            <a:xfrm>
              <a:off x="3833207" y="2390151"/>
              <a:ext cx="329081" cy="571404"/>
            </a:xfrm>
            <a:custGeom>
              <a:avLst/>
              <a:gdLst/>
              <a:ahLst/>
              <a:cxnLst/>
              <a:rect l="l" t="t" r="r" b="b"/>
              <a:pathLst>
                <a:path w="329081" h="571404" extrusionOk="0">
                  <a:moveTo>
                    <a:pt x="329082" y="571405"/>
                  </a:moveTo>
                  <a:lnTo>
                    <a:pt x="0" y="380905"/>
                  </a:lnTo>
                  <a:lnTo>
                    <a:pt x="0" y="0"/>
                  </a:lnTo>
                  <a:lnTo>
                    <a:pt x="329082" y="190405"/>
                  </a:lnTo>
                  <a:lnTo>
                    <a:pt x="329082" y="571405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47"/>
            <p:cNvSpPr/>
            <p:nvPr/>
          </p:nvSpPr>
          <p:spPr>
            <a:xfrm>
              <a:off x="3833207" y="2390151"/>
              <a:ext cx="329081" cy="287940"/>
            </a:xfrm>
            <a:custGeom>
              <a:avLst/>
              <a:gdLst/>
              <a:ahLst/>
              <a:cxnLst/>
              <a:rect l="l" t="t" r="r" b="b"/>
              <a:pathLst>
                <a:path w="329081" h="287940" extrusionOk="0">
                  <a:moveTo>
                    <a:pt x="0" y="0"/>
                  </a:moveTo>
                  <a:lnTo>
                    <a:pt x="0" y="99631"/>
                  </a:lnTo>
                  <a:lnTo>
                    <a:pt x="329082" y="287941"/>
                  </a:lnTo>
                  <a:lnTo>
                    <a:pt x="329082" y="190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6" name="Google Shape;3686;p47"/>
            <p:cNvSpPr/>
            <p:nvPr/>
          </p:nvSpPr>
          <p:spPr>
            <a:xfrm>
              <a:off x="4162289" y="2390151"/>
              <a:ext cx="329177" cy="287940"/>
            </a:xfrm>
            <a:custGeom>
              <a:avLst/>
              <a:gdLst/>
              <a:ahLst/>
              <a:cxnLst/>
              <a:rect l="l" t="t" r="r" b="b"/>
              <a:pathLst>
                <a:path w="329177" h="287940" extrusionOk="0">
                  <a:moveTo>
                    <a:pt x="329177" y="0"/>
                  </a:moveTo>
                  <a:lnTo>
                    <a:pt x="329177" y="106775"/>
                  </a:lnTo>
                  <a:lnTo>
                    <a:pt x="0" y="287941"/>
                  </a:lnTo>
                  <a:lnTo>
                    <a:pt x="0" y="190881"/>
                  </a:lnTo>
                  <a:lnTo>
                    <a:pt x="329177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7" name="Google Shape;3687;p47"/>
            <p:cNvSpPr/>
            <p:nvPr/>
          </p:nvSpPr>
          <p:spPr>
            <a:xfrm>
              <a:off x="3809355" y="2353479"/>
              <a:ext cx="352933" cy="307181"/>
            </a:xfrm>
            <a:custGeom>
              <a:avLst/>
              <a:gdLst/>
              <a:ahLst/>
              <a:cxnLst/>
              <a:rect l="l" t="t" r="r" b="b"/>
              <a:pathLst>
                <a:path w="352933" h="307181" extrusionOk="0">
                  <a:moveTo>
                    <a:pt x="0" y="0"/>
                  </a:moveTo>
                  <a:lnTo>
                    <a:pt x="0" y="105632"/>
                  </a:lnTo>
                  <a:lnTo>
                    <a:pt x="352934" y="307181"/>
                  </a:lnTo>
                  <a:lnTo>
                    <a:pt x="352934" y="20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8" name="Google Shape;3688;p47"/>
            <p:cNvSpPr/>
            <p:nvPr/>
          </p:nvSpPr>
          <p:spPr>
            <a:xfrm>
              <a:off x="4162289" y="2353479"/>
              <a:ext cx="353029" cy="307181"/>
            </a:xfrm>
            <a:custGeom>
              <a:avLst/>
              <a:gdLst/>
              <a:ahLst/>
              <a:cxnLst/>
              <a:rect l="l" t="t" r="r" b="b"/>
              <a:pathLst>
                <a:path w="353029" h="307181" extrusionOk="0">
                  <a:moveTo>
                    <a:pt x="0" y="307181"/>
                  </a:moveTo>
                  <a:lnTo>
                    <a:pt x="353029" y="113919"/>
                  </a:lnTo>
                  <a:lnTo>
                    <a:pt x="353029" y="0"/>
                  </a:lnTo>
                  <a:lnTo>
                    <a:pt x="0" y="204311"/>
                  </a:lnTo>
                  <a:lnTo>
                    <a:pt x="0" y="307181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9" name="Google Shape;3689;p47"/>
            <p:cNvSpPr/>
            <p:nvPr/>
          </p:nvSpPr>
          <p:spPr>
            <a:xfrm>
              <a:off x="4379054" y="3098705"/>
              <a:ext cx="1297601" cy="763520"/>
            </a:xfrm>
            <a:custGeom>
              <a:avLst/>
              <a:gdLst/>
              <a:ahLst/>
              <a:cxnLst/>
              <a:rect l="l" t="t" r="r" b="b"/>
              <a:pathLst>
                <a:path w="1297601" h="763520" extrusionOk="0">
                  <a:moveTo>
                    <a:pt x="1071529" y="748294"/>
                  </a:moveTo>
                  <a:lnTo>
                    <a:pt x="19379" y="140980"/>
                  </a:lnTo>
                  <a:cubicBezTo>
                    <a:pt x="811" y="130189"/>
                    <a:pt x="-5518" y="106348"/>
                    <a:pt x="5248" y="87736"/>
                  </a:cubicBezTo>
                  <a:cubicBezTo>
                    <a:pt x="8964" y="81316"/>
                    <a:pt x="14419" y="76096"/>
                    <a:pt x="20994" y="72686"/>
                  </a:cubicBezTo>
                  <a:lnTo>
                    <a:pt x="153369" y="4297"/>
                  </a:lnTo>
                  <a:cubicBezTo>
                    <a:pt x="165105" y="-1723"/>
                    <a:pt x="179074" y="-1399"/>
                    <a:pt x="190524" y="5154"/>
                  </a:cubicBezTo>
                  <a:lnTo>
                    <a:pt x="1278120" y="632851"/>
                  </a:lnTo>
                  <a:cubicBezTo>
                    <a:pt x="1296688" y="643529"/>
                    <a:pt x="1303112" y="667284"/>
                    <a:pt x="1292450" y="685896"/>
                  </a:cubicBezTo>
                  <a:cubicBezTo>
                    <a:pt x="1288725" y="692421"/>
                    <a:pt x="1283185" y="697717"/>
                    <a:pt x="1276504" y="701146"/>
                  </a:cubicBezTo>
                  <a:lnTo>
                    <a:pt x="1180431" y="750771"/>
                  </a:lnTo>
                  <a:cubicBezTo>
                    <a:pt x="1146078" y="768611"/>
                    <a:pt x="1105036" y="767678"/>
                    <a:pt x="1071529" y="74829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0" name="Google Shape;3690;p47"/>
            <p:cNvSpPr/>
            <p:nvPr/>
          </p:nvSpPr>
          <p:spPr>
            <a:xfrm>
              <a:off x="4481013" y="322726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189" y="3409974"/>
                  </a:moveTo>
                  <a:lnTo>
                    <a:pt x="137505" y="2891051"/>
                  </a:lnTo>
                  <a:cubicBezTo>
                    <a:pt x="61483" y="2847141"/>
                    <a:pt x="0" y="2729126"/>
                    <a:pt x="0" y="2627685"/>
                  </a:cubicBezTo>
                  <a:lnTo>
                    <a:pt x="0" y="120800"/>
                  </a:lnTo>
                  <a:cubicBezTo>
                    <a:pt x="285" y="19073"/>
                    <a:pt x="61578" y="-27409"/>
                    <a:pt x="137505" y="16597"/>
                  </a:cubicBezTo>
                  <a:lnTo>
                    <a:pt x="1034189" y="535424"/>
                  </a:lnTo>
                  <a:cubicBezTo>
                    <a:pt x="1110212" y="579429"/>
                    <a:pt x="1171695" y="697349"/>
                    <a:pt x="1171695" y="798790"/>
                  </a:cubicBezTo>
                  <a:lnTo>
                    <a:pt x="1171695" y="3305770"/>
                  </a:lnTo>
                  <a:cubicBezTo>
                    <a:pt x="1171695" y="3407307"/>
                    <a:pt x="1110117" y="3453884"/>
                    <a:pt x="1034189" y="340997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1" name="Google Shape;3691;p47"/>
            <p:cNvSpPr/>
            <p:nvPr/>
          </p:nvSpPr>
          <p:spPr>
            <a:xfrm>
              <a:off x="5530597" y="3624781"/>
              <a:ext cx="70985" cy="153066"/>
            </a:xfrm>
            <a:custGeom>
              <a:avLst/>
              <a:gdLst/>
              <a:ahLst/>
              <a:cxnLst/>
              <a:rect l="l" t="t" r="r" b="b"/>
              <a:pathLst>
                <a:path w="70985" h="153066" extrusionOk="0">
                  <a:moveTo>
                    <a:pt x="0" y="153067"/>
                  </a:moveTo>
                  <a:lnTo>
                    <a:pt x="70986" y="117062"/>
                  </a:lnTo>
                  <a:lnTo>
                    <a:pt x="2851" y="0"/>
                  </a:lnTo>
                  <a:lnTo>
                    <a:pt x="0" y="15306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2" name="Google Shape;3692;p47"/>
            <p:cNvSpPr/>
            <p:nvPr/>
          </p:nvSpPr>
          <p:spPr>
            <a:xfrm>
              <a:off x="4467139" y="329893"/>
              <a:ext cx="65379" cy="96678"/>
            </a:xfrm>
            <a:custGeom>
              <a:avLst/>
              <a:gdLst/>
              <a:ahLst/>
              <a:cxnLst/>
              <a:rect l="l" t="t" r="r" b="b"/>
              <a:pathLst>
                <a:path w="65379" h="96678" extrusionOk="0">
                  <a:moveTo>
                    <a:pt x="0" y="34385"/>
                  </a:moveTo>
                  <a:lnTo>
                    <a:pt x="65379" y="0"/>
                  </a:lnTo>
                  <a:lnTo>
                    <a:pt x="52170" y="96679"/>
                  </a:lnTo>
                  <a:lnTo>
                    <a:pt x="0" y="343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3" name="Google Shape;3693;p47"/>
            <p:cNvSpPr/>
            <p:nvPr/>
          </p:nvSpPr>
          <p:spPr>
            <a:xfrm>
              <a:off x="4423901" y="351343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094" y="3409931"/>
                  </a:moveTo>
                  <a:lnTo>
                    <a:pt x="137505" y="2891009"/>
                  </a:lnTo>
                  <a:cubicBezTo>
                    <a:pt x="61483" y="2847099"/>
                    <a:pt x="0" y="2729084"/>
                    <a:pt x="0" y="2627643"/>
                  </a:cubicBezTo>
                  <a:lnTo>
                    <a:pt x="0" y="120854"/>
                  </a:lnTo>
                  <a:cubicBezTo>
                    <a:pt x="380" y="19031"/>
                    <a:pt x="61578" y="-27355"/>
                    <a:pt x="137505" y="16555"/>
                  </a:cubicBezTo>
                  <a:lnTo>
                    <a:pt x="1034094" y="535477"/>
                  </a:lnTo>
                  <a:cubicBezTo>
                    <a:pt x="1110117" y="579482"/>
                    <a:pt x="1171695" y="697402"/>
                    <a:pt x="1171695" y="798843"/>
                  </a:cubicBezTo>
                  <a:lnTo>
                    <a:pt x="1171695" y="3305823"/>
                  </a:lnTo>
                  <a:cubicBezTo>
                    <a:pt x="1171695" y="3407264"/>
                    <a:pt x="1110117" y="3453937"/>
                    <a:pt x="1034094" y="3409931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47"/>
            <p:cNvSpPr/>
            <p:nvPr/>
          </p:nvSpPr>
          <p:spPr>
            <a:xfrm>
              <a:off x="4414398" y="357753"/>
              <a:ext cx="1171599" cy="3426525"/>
            </a:xfrm>
            <a:custGeom>
              <a:avLst/>
              <a:gdLst/>
              <a:ahLst/>
              <a:cxnLst/>
              <a:rect l="l" t="t" r="r" b="b"/>
              <a:pathLst>
                <a:path w="1171599" h="3426525" extrusionOk="0">
                  <a:moveTo>
                    <a:pt x="1171600" y="798815"/>
                  </a:moveTo>
                  <a:lnTo>
                    <a:pt x="1171600" y="3305700"/>
                  </a:lnTo>
                  <a:cubicBezTo>
                    <a:pt x="1171600" y="3407332"/>
                    <a:pt x="1110117" y="3453909"/>
                    <a:pt x="1034094" y="3409999"/>
                  </a:cubicBezTo>
                  <a:lnTo>
                    <a:pt x="682491" y="3206545"/>
                  </a:lnTo>
                  <a:lnTo>
                    <a:pt x="573114" y="3143204"/>
                  </a:lnTo>
                  <a:lnTo>
                    <a:pt x="137410" y="2891077"/>
                  </a:lnTo>
                  <a:cubicBezTo>
                    <a:pt x="61388" y="2847071"/>
                    <a:pt x="0" y="2729152"/>
                    <a:pt x="0" y="2627711"/>
                  </a:cubicBezTo>
                  <a:lnTo>
                    <a:pt x="0" y="120826"/>
                  </a:lnTo>
                  <a:cubicBezTo>
                    <a:pt x="380" y="19194"/>
                    <a:pt x="61483" y="-27383"/>
                    <a:pt x="137410" y="16527"/>
                  </a:cubicBezTo>
                  <a:lnTo>
                    <a:pt x="1034094" y="535449"/>
                  </a:lnTo>
                  <a:cubicBezTo>
                    <a:pt x="1110117" y="579455"/>
                    <a:pt x="1171600" y="697279"/>
                    <a:pt x="1171600" y="798815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47"/>
            <p:cNvSpPr/>
            <p:nvPr/>
          </p:nvSpPr>
          <p:spPr>
            <a:xfrm>
              <a:off x="4479777" y="459022"/>
              <a:ext cx="1041506" cy="3182614"/>
            </a:xfrm>
            <a:custGeom>
              <a:avLst/>
              <a:gdLst/>
              <a:ahLst/>
              <a:cxnLst/>
              <a:rect l="l" t="t" r="r" b="b"/>
              <a:pathLst>
                <a:path w="1041506" h="3182614" extrusionOk="0">
                  <a:moveTo>
                    <a:pt x="1041507" y="672114"/>
                  </a:moveTo>
                  <a:lnTo>
                    <a:pt x="1041507" y="3113753"/>
                  </a:lnTo>
                  <a:cubicBezTo>
                    <a:pt x="1041507" y="3175284"/>
                    <a:pt x="998459" y="3200240"/>
                    <a:pt x="945433" y="3169379"/>
                  </a:cubicBezTo>
                  <a:lnTo>
                    <a:pt x="897919" y="3141756"/>
                  </a:lnTo>
                  <a:lnTo>
                    <a:pt x="735041" y="3047554"/>
                  </a:lnTo>
                  <a:lnTo>
                    <a:pt x="665006" y="3006978"/>
                  </a:lnTo>
                  <a:lnTo>
                    <a:pt x="640299" y="2992595"/>
                  </a:lnTo>
                  <a:lnTo>
                    <a:pt x="632031" y="2987737"/>
                  </a:lnTo>
                  <a:lnTo>
                    <a:pt x="571688" y="2952971"/>
                  </a:lnTo>
                  <a:lnTo>
                    <a:pt x="396362" y="2851625"/>
                  </a:lnTo>
                  <a:lnTo>
                    <a:pt x="396362" y="2851625"/>
                  </a:lnTo>
                  <a:lnTo>
                    <a:pt x="324140" y="2809810"/>
                  </a:lnTo>
                  <a:lnTo>
                    <a:pt x="324140" y="2809810"/>
                  </a:lnTo>
                  <a:lnTo>
                    <a:pt x="294872" y="2792855"/>
                  </a:lnTo>
                  <a:lnTo>
                    <a:pt x="120020" y="2691700"/>
                  </a:lnTo>
                  <a:lnTo>
                    <a:pt x="96168" y="2677889"/>
                  </a:lnTo>
                  <a:cubicBezTo>
                    <a:pt x="42953" y="2647123"/>
                    <a:pt x="0" y="2572352"/>
                    <a:pt x="0" y="2510725"/>
                  </a:cubicBezTo>
                  <a:lnTo>
                    <a:pt x="0" y="68896"/>
                  </a:lnTo>
                  <a:cubicBezTo>
                    <a:pt x="0" y="7364"/>
                    <a:pt x="42953" y="-17591"/>
                    <a:pt x="96168" y="13175"/>
                  </a:cubicBezTo>
                  <a:lnTo>
                    <a:pt x="445491" y="216152"/>
                  </a:lnTo>
                  <a:lnTo>
                    <a:pt x="445491" y="217105"/>
                  </a:lnTo>
                  <a:cubicBezTo>
                    <a:pt x="448332" y="269961"/>
                    <a:pt x="476147" y="318291"/>
                    <a:pt x="520373" y="347216"/>
                  </a:cubicBezTo>
                  <a:cubicBezTo>
                    <a:pt x="561805" y="371029"/>
                    <a:pt x="595350" y="351693"/>
                    <a:pt x="595350" y="303878"/>
                  </a:cubicBezTo>
                  <a:cubicBezTo>
                    <a:pt x="595350" y="303878"/>
                    <a:pt x="595350" y="303116"/>
                    <a:pt x="595350" y="302830"/>
                  </a:cubicBezTo>
                  <a:lnTo>
                    <a:pt x="945528" y="505427"/>
                  </a:lnTo>
                  <a:cubicBezTo>
                    <a:pt x="998459" y="535811"/>
                    <a:pt x="1041507" y="610583"/>
                    <a:pt x="1041507" y="67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47"/>
            <p:cNvSpPr/>
            <p:nvPr/>
          </p:nvSpPr>
          <p:spPr>
            <a:xfrm rot="-1790023">
              <a:off x="4986670" y="707058"/>
              <a:ext cx="46534" cy="80862"/>
            </a:xfrm>
            <a:custGeom>
              <a:avLst/>
              <a:gdLst/>
              <a:ahLst/>
              <a:cxnLst/>
              <a:rect l="l" t="t" r="r" b="b"/>
              <a:pathLst>
                <a:path w="46533" h="80859" extrusionOk="0">
                  <a:moveTo>
                    <a:pt x="46534" y="40430"/>
                  </a:moveTo>
                  <a:cubicBezTo>
                    <a:pt x="46534" y="62758"/>
                    <a:pt x="36118" y="80859"/>
                    <a:pt x="23268" y="80859"/>
                  </a:cubicBezTo>
                  <a:cubicBezTo>
                    <a:pt x="10418" y="80859"/>
                    <a:pt x="1" y="62758"/>
                    <a:pt x="1" y="40430"/>
                  </a:cubicBezTo>
                  <a:cubicBezTo>
                    <a:pt x="1" y="18101"/>
                    <a:pt x="10418" y="0"/>
                    <a:pt x="23268" y="0"/>
                  </a:cubicBezTo>
                  <a:cubicBezTo>
                    <a:pt x="36118" y="0"/>
                    <a:pt x="46534" y="18101"/>
                    <a:pt x="46534" y="4043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47"/>
            <p:cNvSpPr/>
            <p:nvPr/>
          </p:nvSpPr>
          <p:spPr>
            <a:xfrm>
              <a:off x="4988272" y="730303"/>
              <a:ext cx="23851" cy="30807"/>
            </a:xfrm>
            <a:custGeom>
              <a:avLst/>
              <a:gdLst/>
              <a:ahLst/>
              <a:cxnLst/>
              <a:rect l="l" t="t" r="r" b="b"/>
              <a:pathLst>
                <a:path w="23851" h="30807" extrusionOk="0">
                  <a:moveTo>
                    <a:pt x="11878" y="29167"/>
                  </a:moveTo>
                  <a:cubicBezTo>
                    <a:pt x="4856" y="24568"/>
                    <a:pt x="447" y="16891"/>
                    <a:pt x="0" y="8498"/>
                  </a:cubicBezTo>
                  <a:cubicBezTo>
                    <a:pt x="0" y="878"/>
                    <a:pt x="5322" y="-2170"/>
                    <a:pt x="11878" y="1640"/>
                  </a:cubicBezTo>
                  <a:cubicBezTo>
                    <a:pt x="18958" y="6197"/>
                    <a:pt x="23415" y="13889"/>
                    <a:pt x="23852" y="22310"/>
                  </a:cubicBezTo>
                  <a:cubicBezTo>
                    <a:pt x="23852" y="29930"/>
                    <a:pt x="18530" y="32978"/>
                    <a:pt x="11878" y="2916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47"/>
            <p:cNvSpPr/>
            <p:nvPr/>
          </p:nvSpPr>
          <p:spPr>
            <a:xfrm>
              <a:off x="5609185" y="1342555"/>
              <a:ext cx="26417" cy="145526"/>
            </a:xfrm>
            <a:custGeom>
              <a:avLst/>
              <a:gdLst/>
              <a:ahLst/>
              <a:cxnLst/>
              <a:rect l="l" t="t" r="r" b="b"/>
              <a:pathLst>
                <a:path w="26417" h="145526" extrusionOk="0">
                  <a:moveTo>
                    <a:pt x="13209" y="143863"/>
                  </a:moveTo>
                  <a:lnTo>
                    <a:pt x="13209" y="143863"/>
                  </a:lnTo>
                  <a:cubicBezTo>
                    <a:pt x="5892" y="148150"/>
                    <a:pt x="0" y="143863"/>
                    <a:pt x="0" y="134338"/>
                  </a:cubicBezTo>
                  <a:lnTo>
                    <a:pt x="0" y="26992"/>
                  </a:lnTo>
                  <a:cubicBezTo>
                    <a:pt x="124" y="16924"/>
                    <a:pt x="5027" y="7513"/>
                    <a:pt x="13209" y="1655"/>
                  </a:cubicBezTo>
                  <a:lnTo>
                    <a:pt x="13209" y="1655"/>
                  </a:lnTo>
                  <a:cubicBezTo>
                    <a:pt x="20526" y="-2631"/>
                    <a:pt x="26418" y="1655"/>
                    <a:pt x="26418" y="11656"/>
                  </a:cubicBezTo>
                  <a:lnTo>
                    <a:pt x="26418" y="118527"/>
                  </a:lnTo>
                  <a:cubicBezTo>
                    <a:pt x="26294" y="128595"/>
                    <a:pt x="21391" y="138005"/>
                    <a:pt x="13209" y="1438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47"/>
            <p:cNvSpPr/>
            <p:nvPr/>
          </p:nvSpPr>
          <p:spPr>
            <a:xfrm>
              <a:off x="5609185" y="1517667"/>
              <a:ext cx="26417" cy="145530"/>
            </a:xfrm>
            <a:custGeom>
              <a:avLst/>
              <a:gdLst/>
              <a:ahLst/>
              <a:cxnLst/>
              <a:rect l="l" t="t" r="r" b="b"/>
              <a:pathLst>
                <a:path w="26417" h="145530" extrusionOk="0">
                  <a:moveTo>
                    <a:pt x="13209" y="143916"/>
                  </a:moveTo>
                  <a:lnTo>
                    <a:pt x="13209" y="143916"/>
                  </a:lnTo>
                  <a:cubicBezTo>
                    <a:pt x="5892" y="148107"/>
                    <a:pt x="0" y="143916"/>
                    <a:pt x="0" y="133915"/>
                  </a:cubicBezTo>
                  <a:lnTo>
                    <a:pt x="0" y="26949"/>
                  </a:lnTo>
                  <a:cubicBezTo>
                    <a:pt x="171" y="16891"/>
                    <a:pt x="5065" y="7499"/>
                    <a:pt x="13209" y="1613"/>
                  </a:cubicBezTo>
                  <a:lnTo>
                    <a:pt x="13209" y="1613"/>
                  </a:lnTo>
                  <a:cubicBezTo>
                    <a:pt x="20526" y="-2578"/>
                    <a:pt x="26418" y="1613"/>
                    <a:pt x="26418" y="11709"/>
                  </a:cubicBezTo>
                  <a:lnTo>
                    <a:pt x="26418" y="118580"/>
                  </a:lnTo>
                  <a:cubicBezTo>
                    <a:pt x="26275" y="128648"/>
                    <a:pt x="21372" y="138049"/>
                    <a:pt x="13209" y="14391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47"/>
            <p:cNvSpPr/>
            <p:nvPr/>
          </p:nvSpPr>
          <p:spPr>
            <a:xfrm>
              <a:off x="4598943" y="668398"/>
              <a:ext cx="778468" cy="1303739"/>
            </a:xfrm>
            <a:custGeom>
              <a:avLst/>
              <a:gdLst/>
              <a:ahLst/>
              <a:cxnLst/>
              <a:rect l="l" t="t" r="r" b="b"/>
              <a:pathLst>
                <a:path w="778468" h="1303739" extrusionOk="0">
                  <a:moveTo>
                    <a:pt x="726584" y="1297509"/>
                  </a:moveTo>
                  <a:lnTo>
                    <a:pt x="51885" y="906984"/>
                  </a:lnTo>
                  <a:cubicBezTo>
                    <a:pt x="23377" y="890411"/>
                    <a:pt x="0" y="845929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076"/>
                  </a:cubicBezTo>
                  <a:lnTo>
                    <a:pt x="778469" y="1258076"/>
                  </a:lnTo>
                  <a:cubicBezTo>
                    <a:pt x="778469" y="1296461"/>
                    <a:pt x="755282" y="1314083"/>
                    <a:pt x="726584" y="12975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47"/>
            <p:cNvSpPr/>
            <p:nvPr/>
          </p:nvSpPr>
          <p:spPr>
            <a:xfrm>
              <a:off x="4598943" y="1688145"/>
              <a:ext cx="778468" cy="1303647"/>
            </a:xfrm>
            <a:custGeom>
              <a:avLst/>
              <a:gdLst/>
              <a:ahLst/>
              <a:cxnLst/>
              <a:rect l="l" t="t" r="r" b="b"/>
              <a:pathLst>
                <a:path w="778468" h="1303647" extrusionOk="0">
                  <a:moveTo>
                    <a:pt x="726584" y="1297414"/>
                  </a:moveTo>
                  <a:lnTo>
                    <a:pt x="51885" y="906889"/>
                  </a:lnTo>
                  <a:cubicBezTo>
                    <a:pt x="23377" y="890315"/>
                    <a:pt x="0" y="845834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171"/>
                  </a:cubicBezTo>
                  <a:lnTo>
                    <a:pt x="778469" y="1258171"/>
                  </a:lnTo>
                  <a:cubicBezTo>
                    <a:pt x="778469" y="1296366"/>
                    <a:pt x="755282" y="1313987"/>
                    <a:pt x="726584" y="129741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47"/>
            <p:cNvSpPr/>
            <p:nvPr/>
          </p:nvSpPr>
          <p:spPr>
            <a:xfrm>
              <a:off x="4599323" y="2707876"/>
              <a:ext cx="778184" cy="892902"/>
            </a:xfrm>
            <a:custGeom>
              <a:avLst/>
              <a:gdLst/>
              <a:ahLst/>
              <a:cxnLst/>
              <a:rect l="l" t="t" r="r" b="b"/>
              <a:pathLst>
                <a:path w="778184" h="892902" extrusionOk="0">
                  <a:moveTo>
                    <a:pt x="778184" y="495805"/>
                  </a:moveTo>
                  <a:lnTo>
                    <a:pt x="778184" y="892902"/>
                  </a:lnTo>
                  <a:lnTo>
                    <a:pt x="545461" y="758124"/>
                  </a:lnTo>
                  <a:lnTo>
                    <a:pt x="520753" y="743741"/>
                  </a:lnTo>
                  <a:lnTo>
                    <a:pt x="512486" y="738883"/>
                  </a:lnTo>
                  <a:lnTo>
                    <a:pt x="452143" y="704117"/>
                  </a:lnTo>
                  <a:lnTo>
                    <a:pt x="276817" y="602771"/>
                  </a:lnTo>
                  <a:lnTo>
                    <a:pt x="276817" y="602771"/>
                  </a:lnTo>
                  <a:lnTo>
                    <a:pt x="204120" y="560766"/>
                  </a:lnTo>
                  <a:lnTo>
                    <a:pt x="174852" y="543811"/>
                  </a:lnTo>
                  <a:lnTo>
                    <a:pt x="0" y="442656"/>
                  </a:lnTo>
                  <a:lnTo>
                    <a:pt x="0" y="45463"/>
                  </a:lnTo>
                  <a:cubicBezTo>
                    <a:pt x="0" y="7363"/>
                    <a:pt x="23282" y="-10353"/>
                    <a:pt x="51885" y="6220"/>
                  </a:cubicBezTo>
                  <a:lnTo>
                    <a:pt x="726584" y="396745"/>
                  </a:lnTo>
                  <a:cubicBezTo>
                    <a:pt x="754902" y="413033"/>
                    <a:pt x="778184" y="457515"/>
                    <a:pt x="778184" y="49580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47"/>
            <p:cNvSpPr/>
            <p:nvPr/>
          </p:nvSpPr>
          <p:spPr>
            <a:xfrm>
              <a:off x="4781159" y="1048176"/>
              <a:ext cx="416151" cy="544252"/>
            </a:xfrm>
            <a:custGeom>
              <a:avLst/>
              <a:gdLst/>
              <a:ahLst/>
              <a:cxnLst/>
              <a:rect l="l" t="t" r="r" b="b"/>
              <a:pathLst>
                <a:path w="416151" h="544252" extrusionOk="0">
                  <a:moveTo>
                    <a:pt x="410093" y="288701"/>
                  </a:moveTo>
                  <a:lnTo>
                    <a:pt x="317821" y="128395"/>
                  </a:lnTo>
                  <a:cubicBezTo>
                    <a:pt x="314315" y="122019"/>
                    <a:pt x="309250" y="116642"/>
                    <a:pt x="303092" y="112774"/>
                  </a:cubicBezTo>
                  <a:lnTo>
                    <a:pt x="303092" y="112774"/>
                  </a:lnTo>
                  <a:cubicBezTo>
                    <a:pt x="302275" y="112284"/>
                    <a:pt x="301419" y="111870"/>
                    <a:pt x="300526" y="111536"/>
                  </a:cubicBezTo>
                  <a:cubicBezTo>
                    <a:pt x="299680" y="110897"/>
                    <a:pt x="298796" y="110324"/>
                    <a:pt x="297865" y="109821"/>
                  </a:cubicBezTo>
                  <a:lnTo>
                    <a:pt x="272208" y="94962"/>
                  </a:lnTo>
                  <a:cubicBezTo>
                    <a:pt x="265176" y="90866"/>
                    <a:pt x="258619" y="91152"/>
                    <a:pt x="254818" y="95819"/>
                  </a:cubicBezTo>
                  <a:cubicBezTo>
                    <a:pt x="246645" y="105344"/>
                    <a:pt x="228210" y="104487"/>
                    <a:pt x="207874" y="92676"/>
                  </a:cubicBezTo>
                  <a:cubicBezTo>
                    <a:pt x="187395" y="80812"/>
                    <a:pt x="171022" y="62968"/>
                    <a:pt x="160930" y="41527"/>
                  </a:cubicBezTo>
                  <a:cubicBezTo>
                    <a:pt x="157471" y="32831"/>
                    <a:pt x="151351" y="25460"/>
                    <a:pt x="143445" y="20477"/>
                  </a:cubicBezTo>
                  <a:lnTo>
                    <a:pt x="118262" y="5713"/>
                  </a:lnTo>
                  <a:cubicBezTo>
                    <a:pt x="117445" y="5194"/>
                    <a:pt x="116590" y="4748"/>
                    <a:pt x="115697" y="4379"/>
                  </a:cubicBezTo>
                  <a:cubicBezTo>
                    <a:pt x="111040" y="27"/>
                    <a:pt x="104284" y="-1201"/>
                    <a:pt x="98402" y="1236"/>
                  </a:cubicBezTo>
                  <a:lnTo>
                    <a:pt x="6129" y="54671"/>
                  </a:lnTo>
                  <a:cubicBezTo>
                    <a:pt x="-2043" y="59434"/>
                    <a:pt x="-2043" y="74579"/>
                    <a:pt x="6129" y="88676"/>
                  </a:cubicBezTo>
                  <a:lnTo>
                    <a:pt x="56589" y="176306"/>
                  </a:lnTo>
                  <a:cubicBezTo>
                    <a:pt x="59944" y="182607"/>
                    <a:pt x="64809" y="187975"/>
                    <a:pt x="70748" y="191927"/>
                  </a:cubicBezTo>
                  <a:cubicBezTo>
                    <a:pt x="75053" y="195000"/>
                    <a:pt x="80669" y="195545"/>
                    <a:pt x="85478" y="193355"/>
                  </a:cubicBezTo>
                  <a:lnTo>
                    <a:pt x="97071" y="186593"/>
                  </a:lnTo>
                  <a:lnTo>
                    <a:pt x="97071" y="400905"/>
                  </a:lnTo>
                  <a:cubicBezTo>
                    <a:pt x="98107" y="415497"/>
                    <a:pt x="105966" y="428747"/>
                    <a:pt x="118262" y="436624"/>
                  </a:cubicBezTo>
                  <a:lnTo>
                    <a:pt x="297865" y="541399"/>
                  </a:lnTo>
                  <a:cubicBezTo>
                    <a:pt x="309363" y="548066"/>
                    <a:pt x="318581" y="542637"/>
                    <a:pt x="318581" y="529397"/>
                  </a:cubicBezTo>
                  <a:lnTo>
                    <a:pt x="318581" y="315085"/>
                  </a:lnTo>
                  <a:lnTo>
                    <a:pt x="330270" y="335278"/>
                  </a:lnTo>
                  <a:cubicBezTo>
                    <a:pt x="333738" y="341631"/>
                    <a:pt x="338775" y="346975"/>
                    <a:pt x="344904" y="350804"/>
                  </a:cubicBezTo>
                  <a:lnTo>
                    <a:pt x="344904" y="350804"/>
                  </a:lnTo>
                  <a:cubicBezTo>
                    <a:pt x="349209" y="353880"/>
                    <a:pt x="354825" y="354423"/>
                    <a:pt x="359633" y="352232"/>
                  </a:cubicBezTo>
                  <a:lnTo>
                    <a:pt x="410093" y="322991"/>
                  </a:lnTo>
                  <a:cubicBezTo>
                    <a:pt x="418171" y="317942"/>
                    <a:pt x="418171" y="303274"/>
                    <a:pt x="410093" y="288701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47"/>
            <p:cNvSpPr/>
            <p:nvPr/>
          </p:nvSpPr>
          <p:spPr>
            <a:xfrm>
              <a:off x="4812185" y="2127070"/>
              <a:ext cx="353313" cy="495871"/>
            </a:xfrm>
            <a:custGeom>
              <a:avLst/>
              <a:gdLst/>
              <a:ahLst/>
              <a:cxnLst/>
              <a:rect l="l" t="t" r="r" b="b"/>
              <a:pathLst>
                <a:path w="353313" h="495871" extrusionOk="0">
                  <a:moveTo>
                    <a:pt x="340010" y="188881"/>
                  </a:moveTo>
                  <a:lnTo>
                    <a:pt x="13589" y="0"/>
                  </a:lnTo>
                  <a:cubicBezTo>
                    <a:pt x="4960" y="28061"/>
                    <a:pt x="380" y="57217"/>
                    <a:pt x="0" y="86582"/>
                  </a:cubicBezTo>
                  <a:lnTo>
                    <a:pt x="0" y="291179"/>
                  </a:lnTo>
                  <a:lnTo>
                    <a:pt x="149574" y="377762"/>
                  </a:lnTo>
                  <a:lnTo>
                    <a:pt x="176847" y="220409"/>
                  </a:lnTo>
                  <a:lnTo>
                    <a:pt x="204025" y="409289"/>
                  </a:lnTo>
                  <a:lnTo>
                    <a:pt x="353314" y="495872"/>
                  </a:lnTo>
                  <a:lnTo>
                    <a:pt x="353314" y="291179"/>
                  </a:lnTo>
                  <a:cubicBezTo>
                    <a:pt x="352592" y="256699"/>
                    <a:pt x="348126" y="222399"/>
                    <a:pt x="340010" y="1888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5" name="Google Shape;3705;p47"/>
            <p:cNvSpPr/>
            <p:nvPr/>
          </p:nvSpPr>
          <p:spPr>
            <a:xfrm>
              <a:off x="4825774" y="2064110"/>
              <a:ext cx="326421" cy="236124"/>
            </a:xfrm>
            <a:custGeom>
              <a:avLst/>
              <a:gdLst/>
              <a:ahLst/>
              <a:cxnLst/>
              <a:rect l="l" t="t" r="r" b="b"/>
              <a:pathLst>
                <a:path w="326421" h="236124" extrusionOk="0">
                  <a:moveTo>
                    <a:pt x="326421" y="188881"/>
                  </a:moveTo>
                  <a:lnTo>
                    <a:pt x="0" y="0"/>
                  </a:lnTo>
                  <a:lnTo>
                    <a:pt x="0" y="47244"/>
                  </a:lnTo>
                  <a:lnTo>
                    <a:pt x="326421" y="236125"/>
                  </a:lnTo>
                  <a:lnTo>
                    <a:pt x="326421" y="188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6" name="Google Shape;3706;p47"/>
            <p:cNvSpPr/>
            <p:nvPr/>
          </p:nvSpPr>
          <p:spPr>
            <a:xfrm>
              <a:off x="4803918" y="3156860"/>
              <a:ext cx="410711" cy="349715"/>
            </a:xfrm>
            <a:custGeom>
              <a:avLst/>
              <a:gdLst/>
              <a:ahLst/>
              <a:cxnLst/>
              <a:rect l="l" t="t" r="r" b="b"/>
              <a:pathLst>
                <a:path w="410711" h="349715" extrusionOk="0">
                  <a:moveTo>
                    <a:pt x="410711" y="349716"/>
                  </a:moveTo>
                  <a:lnTo>
                    <a:pt x="340865" y="309139"/>
                  </a:lnTo>
                  <a:lnTo>
                    <a:pt x="316158" y="294757"/>
                  </a:lnTo>
                  <a:lnTo>
                    <a:pt x="307891" y="289899"/>
                  </a:lnTo>
                  <a:lnTo>
                    <a:pt x="247548" y="255132"/>
                  </a:lnTo>
                  <a:lnTo>
                    <a:pt x="72221" y="153787"/>
                  </a:lnTo>
                  <a:lnTo>
                    <a:pt x="72221" y="153787"/>
                  </a:lnTo>
                  <a:lnTo>
                    <a:pt x="0" y="111972"/>
                  </a:lnTo>
                  <a:lnTo>
                    <a:pt x="0" y="11388"/>
                  </a:lnTo>
                  <a:cubicBezTo>
                    <a:pt x="0" y="1387"/>
                    <a:pt x="6937" y="-2709"/>
                    <a:pt x="15680" y="1863"/>
                  </a:cubicBezTo>
                  <a:cubicBezTo>
                    <a:pt x="22417" y="6425"/>
                    <a:pt x="27406" y="13141"/>
                    <a:pt x="29839" y="20913"/>
                  </a:cubicBezTo>
                  <a:lnTo>
                    <a:pt x="32785" y="30438"/>
                  </a:lnTo>
                  <a:cubicBezTo>
                    <a:pt x="42696" y="61556"/>
                    <a:pt x="63042" y="88274"/>
                    <a:pt x="90372" y="106066"/>
                  </a:cubicBezTo>
                  <a:cubicBezTo>
                    <a:pt x="125247" y="126259"/>
                    <a:pt x="153755" y="109781"/>
                    <a:pt x="153755" y="69300"/>
                  </a:cubicBezTo>
                  <a:lnTo>
                    <a:pt x="153755" y="57108"/>
                  </a:lnTo>
                  <a:cubicBezTo>
                    <a:pt x="153755" y="44725"/>
                    <a:pt x="162498" y="39487"/>
                    <a:pt x="172761" y="45773"/>
                  </a:cubicBezTo>
                  <a:cubicBezTo>
                    <a:pt x="177826" y="48897"/>
                    <a:pt x="182093" y="53174"/>
                    <a:pt x="185210" y="58251"/>
                  </a:cubicBezTo>
                  <a:lnTo>
                    <a:pt x="213053" y="101018"/>
                  </a:lnTo>
                  <a:lnTo>
                    <a:pt x="181694" y="118639"/>
                  </a:lnTo>
                  <a:lnTo>
                    <a:pt x="199084" y="148548"/>
                  </a:lnTo>
                  <a:lnTo>
                    <a:pt x="231963" y="129498"/>
                  </a:lnTo>
                  <a:lnTo>
                    <a:pt x="246217" y="151501"/>
                  </a:lnTo>
                  <a:lnTo>
                    <a:pt x="216284" y="168836"/>
                  </a:lnTo>
                  <a:lnTo>
                    <a:pt x="233484" y="198840"/>
                  </a:lnTo>
                  <a:lnTo>
                    <a:pt x="265128" y="180552"/>
                  </a:lnTo>
                  <a:lnTo>
                    <a:pt x="279382" y="202555"/>
                  </a:lnTo>
                  <a:lnTo>
                    <a:pt x="250874" y="219128"/>
                  </a:lnTo>
                  <a:lnTo>
                    <a:pt x="268074" y="249132"/>
                  </a:lnTo>
                  <a:lnTo>
                    <a:pt x="298388" y="231606"/>
                  </a:lnTo>
                  <a:cubicBezTo>
                    <a:pt x="316054" y="257676"/>
                    <a:pt x="339012" y="279717"/>
                    <a:pt x="365763" y="296281"/>
                  </a:cubicBezTo>
                  <a:lnTo>
                    <a:pt x="371274" y="299329"/>
                  </a:lnTo>
                  <a:cubicBezTo>
                    <a:pt x="389567" y="311340"/>
                    <a:pt x="403422" y="329047"/>
                    <a:pt x="410711" y="349716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7" name="Google Shape;3707;p47"/>
            <p:cNvSpPr/>
            <p:nvPr/>
          </p:nvSpPr>
          <p:spPr>
            <a:xfrm>
              <a:off x="4593051" y="480769"/>
              <a:ext cx="842423" cy="783621"/>
            </a:xfrm>
            <a:custGeom>
              <a:avLst/>
              <a:gdLst/>
              <a:ahLst/>
              <a:cxnLst/>
              <a:rect l="l" t="t" r="r" b="b"/>
              <a:pathLst>
                <a:path w="842423" h="783621" extrusionOk="0">
                  <a:moveTo>
                    <a:pt x="842423" y="783622"/>
                  </a:moveTo>
                  <a:lnTo>
                    <a:pt x="0" y="299180"/>
                  </a:lnTo>
                  <a:lnTo>
                    <a:pt x="0" y="0"/>
                  </a:lnTo>
                  <a:lnTo>
                    <a:pt x="842423" y="484346"/>
                  </a:lnTo>
                  <a:lnTo>
                    <a:pt x="842423" y="783622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8" name="Google Shape;3708;p47"/>
            <p:cNvSpPr/>
            <p:nvPr/>
          </p:nvSpPr>
          <p:spPr>
            <a:xfrm>
              <a:off x="4315759" y="484198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238" y="0"/>
                  </a:lnTo>
                  <a:lnTo>
                    <a:pt x="384008" y="60007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9" name="Google Shape;3709;p47"/>
            <p:cNvSpPr/>
            <p:nvPr/>
          </p:nvSpPr>
          <p:spPr>
            <a:xfrm>
              <a:off x="4419530" y="544206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866" y="270224"/>
                  </a:moveTo>
                  <a:lnTo>
                    <a:pt x="0" y="210217"/>
                  </a:lnTo>
                  <a:lnTo>
                    <a:pt x="280238" y="0"/>
                  </a:lnTo>
                  <a:lnTo>
                    <a:pt x="384008" y="60103"/>
                  </a:lnTo>
                  <a:lnTo>
                    <a:pt x="103866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0" name="Google Shape;3710;p47"/>
            <p:cNvSpPr/>
            <p:nvPr/>
          </p:nvSpPr>
          <p:spPr>
            <a:xfrm>
              <a:off x="4523395" y="604308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3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1" name="Google Shape;3711;p47"/>
            <p:cNvSpPr/>
            <p:nvPr/>
          </p:nvSpPr>
          <p:spPr>
            <a:xfrm>
              <a:off x="4627166" y="66431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2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47"/>
            <p:cNvSpPr/>
            <p:nvPr/>
          </p:nvSpPr>
          <p:spPr>
            <a:xfrm>
              <a:off x="4730936" y="72441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3" name="Google Shape;3713;p47"/>
            <p:cNvSpPr/>
            <p:nvPr/>
          </p:nvSpPr>
          <p:spPr>
            <a:xfrm>
              <a:off x="4834707" y="78442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4" name="Google Shape;3714;p47"/>
            <p:cNvSpPr/>
            <p:nvPr/>
          </p:nvSpPr>
          <p:spPr>
            <a:xfrm>
              <a:off x="4938478" y="84452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5" name="Google Shape;3715;p47"/>
            <p:cNvSpPr/>
            <p:nvPr/>
          </p:nvSpPr>
          <p:spPr>
            <a:xfrm>
              <a:off x="5042248" y="904537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4008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47"/>
            <p:cNvSpPr/>
            <p:nvPr/>
          </p:nvSpPr>
          <p:spPr>
            <a:xfrm>
              <a:off x="4316519" y="69355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2005" y="36601"/>
                    <a:pt x="21267" y="70060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7" name="Google Shape;3717;p47"/>
            <p:cNvSpPr/>
            <p:nvPr/>
          </p:nvSpPr>
          <p:spPr>
            <a:xfrm>
              <a:off x="4420290" y="753661"/>
              <a:ext cx="103865" cy="97152"/>
            </a:xfrm>
            <a:custGeom>
              <a:avLst/>
              <a:gdLst/>
              <a:ahLst/>
              <a:cxnLst/>
              <a:rect l="l" t="t" r="r" b="b"/>
              <a:pathLst>
                <a:path w="103865" h="97152" extrusionOk="0">
                  <a:moveTo>
                    <a:pt x="51980" y="90011"/>
                  </a:moveTo>
                  <a:cubicBezTo>
                    <a:pt x="80489" y="106680"/>
                    <a:pt x="103866" y="93154"/>
                    <a:pt x="103866" y="60007"/>
                  </a:cubicBezTo>
                  <a:lnTo>
                    <a:pt x="0" y="0"/>
                  </a:lnTo>
                  <a:cubicBezTo>
                    <a:pt x="2005" y="36598"/>
                    <a:pt x="21315" y="70038"/>
                    <a:pt x="51980" y="90011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47"/>
            <p:cNvSpPr/>
            <p:nvPr/>
          </p:nvSpPr>
          <p:spPr>
            <a:xfrm>
              <a:off x="4524441" y="81366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2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47"/>
            <p:cNvSpPr/>
            <p:nvPr/>
          </p:nvSpPr>
          <p:spPr>
            <a:xfrm>
              <a:off x="4627926" y="873771"/>
              <a:ext cx="103770" cy="97187"/>
            </a:xfrm>
            <a:custGeom>
              <a:avLst/>
              <a:gdLst/>
              <a:ahLst/>
              <a:cxnLst/>
              <a:rect l="l" t="t" r="r" b="b"/>
              <a:pathLst>
                <a:path w="103770" h="97187" extrusionOk="0">
                  <a:moveTo>
                    <a:pt x="51885" y="90106"/>
                  </a:moveTo>
                  <a:cubicBezTo>
                    <a:pt x="80394" y="106680"/>
                    <a:pt x="103771" y="93154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47"/>
            <p:cNvSpPr/>
            <p:nvPr/>
          </p:nvSpPr>
          <p:spPr>
            <a:xfrm>
              <a:off x="4731697" y="93377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3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47"/>
            <p:cNvSpPr/>
            <p:nvPr/>
          </p:nvSpPr>
          <p:spPr>
            <a:xfrm>
              <a:off x="4835467" y="99388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2" name="Google Shape;3722;p47"/>
            <p:cNvSpPr/>
            <p:nvPr/>
          </p:nvSpPr>
          <p:spPr>
            <a:xfrm>
              <a:off x="4939238" y="1053889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0" y="93250"/>
                    <a:pt x="103770" y="60103"/>
                  </a:cubicBezTo>
                  <a:lnTo>
                    <a:pt x="0" y="0"/>
                  </a:lnTo>
                  <a:cubicBezTo>
                    <a:pt x="1863" y="36642"/>
                    <a:pt x="21163" y="70158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47"/>
            <p:cNvSpPr/>
            <p:nvPr/>
          </p:nvSpPr>
          <p:spPr>
            <a:xfrm>
              <a:off x="5043008" y="111399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24" name="Google Shape;3724;p47"/>
            <p:cNvGrpSpPr/>
            <p:nvPr/>
          </p:nvGrpSpPr>
          <p:grpSpPr>
            <a:xfrm>
              <a:off x="4316519" y="693558"/>
              <a:ext cx="830259" cy="517637"/>
              <a:chOff x="5840944" y="1418558"/>
              <a:chExt cx="830259" cy="517637"/>
            </a:xfrm>
          </p:grpSpPr>
          <p:sp>
            <p:nvSpPr>
              <p:cNvPr id="3725" name="Google Shape;3725;p47"/>
              <p:cNvSpPr/>
              <p:nvPr/>
            </p:nvSpPr>
            <p:spPr>
              <a:xfrm>
                <a:off x="5840944" y="141855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2005" y="36601"/>
                      <a:pt x="21267" y="70060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6" name="Google Shape;3726;p47"/>
              <p:cNvSpPr/>
              <p:nvPr/>
            </p:nvSpPr>
            <p:spPr>
              <a:xfrm>
                <a:off x="5944715" y="1478661"/>
                <a:ext cx="103865" cy="97152"/>
              </a:xfrm>
              <a:custGeom>
                <a:avLst/>
                <a:gdLst/>
                <a:ahLst/>
                <a:cxnLst/>
                <a:rect l="l" t="t" r="r" b="b"/>
                <a:pathLst>
                  <a:path w="103865" h="97152" extrusionOk="0">
                    <a:moveTo>
                      <a:pt x="51980" y="90011"/>
                    </a:moveTo>
                    <a:cubicBezTo>
                      <a:pt x="80489" y="106680"/>
                      <a:pt x="103866" y="93154"/>
                      <a:pt x="103866" y="60007"/>
                    </a:cubicBezTo>
                    <a:lnTo>
                      <a:pt x="0" y="0"/>
                    </a:lnTo>
                    <a:cubicBezTo>
                      <a:pt x="2005" y="36598"/>
                      <a:pt x="21315" y="70038"/>
                      <a:pt x="51980" y="9001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7" name="Google Shape;3727;p47"/>
              <p:cNvSpPr/>
              <p:nvPr/>
            </p:nvSpPr>
            <p:spPr>
              <a:xfrm>
                <a:off x="6048866" y="153866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2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8" name="Google Shape;3728;p47"/>
              <p:cNvSpPr/>
              <p:nvPr/>
            </p:nvSpPr>
            <p:spPr>
              <a:xfrm>
                <a:off x="6152351" y="1598771"/>
                <a:ext cx="103770" cy="97187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187" extrusionOk="0">
                    <a:moveTo>
                      <a:pt x="51885" y="90106"/>
                    </a:moveTo>
                    <a:cubicBezTo>
                      <a:pt x="80394" y="106680"/>
                      <a:pt x="103771" y="93154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9" name="Google Shape;3729;p47"/>
              <p:cNvSpPr/>
              <p:nvPr/>
            </p:nvSpPr>
            <p:spPr>
              <a:xfrm>
                <a:off x="6256122" y="165877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3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0" name="Google Shape;3730;p47"/>
              <p:cNvSpPr/>
              <p:nvPr/>
            </p:nvSpPr>
            <p:spPr>
              <a:xfrm>
                <a:off x="6359892" y="171888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1" name="Google Shape;3731;p47"/>
              <p:cNvSpPr/>
              <p:nvPr/>
            </p:nvSpPr>
            <p:spPr>
              <a:xfrm>
                <a:off x="6463663" y="1778889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0" y="93250"/>
                      <a:pt x="103770" y="60103"/>
                    </a:cubicBezTo>
                    <a:lnTo>
                      <a:pt x="0" y="0"/>
                    </a:lnTo>
                    <a:cubicBezTo>
                      <a:pt x="1863" y="36642"/>
                      <a:pt x="21163" y="70158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2" name="Google Shape;3732;p47"/>
              <p:cNvSpPr/>
              <p:nvPr/>
            </p:nvSpPr>
            <p:spPr>
              <a:xfrm>
                <a:off x="6567433" y="183899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3" name="Google Shape;3733;p47"/>
            <p:cNvSpPr/>
            <p:nvPr/>
          </p:nvSpPr>
          <p:spPr>
            <a:xfrm>
              <a:off x="5776434" y="3835950"/>
              <a:ext cx="422399" cy="244506"/>
            </a:xfrm>
            <a:custGeom>
              <a:avLst/>
              <a:gdLst/>
              <a:ahLst/>
              <a:cxnLst/>
              <a:rect l="l" t="t" r="r" b="b"/>
              <a:pathLst>
                <a:path w="422399" h="244506" extrusionOk="0">
                  <a:moveTo>
                    <a:pt x="375265" y="244507"/>
                  </a:moveTo>
                  <a:lnTo>
                    <a:pt x="0" y="27337"/>
                  </a:lnTo>
                  <a:lnTo>
                    <a:pt x="47039" y="0"/>
                  </a:lnTo>
                  <a:lnTo>
                    <a:pt x="422399" y="217075"/>
                  </a:lnTo>
                  <a:lnTo>
                    <a:pt x="375265" y="24450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47"/>
            <p:cNvSpPr/>
            <p:nvPr/>
          </p:nvSpPr>
          <p:spPr>
            <a:xfrm>
              <a:off x="5919927" y="3349699"/>
              <a:ext cx="376785" cy="648842"/>
            </a:xfrm>
            <a:custGeom>
              <a:avLst/>
              <a:gdLst/>
              <a:ahLst/>
              <a:cxnLst/>
              <a:rect l="l" t="t" r="r" b="b"/>
              <a:pathLst>
                <a:path w="376785" h="648842" extrusionOk="0">
                  <a:moveTo>
                    <a:pt x="376786" y="648843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786" y="648843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47"/>
            <p:cNvSpPr/>
            <p:nvPr/>
          </p:nvSpPr>
          <p:spPr>
            <a:xfrm>
              <a:off x="5821952" y="3404277"/>
              <a:ext cx="376880" cy="648747"/>
            </a:xfrm>
            <a:custGeom>
              <a:avLst/>
              <a:gdLst/>
              <a:ahLst/>
              <a:cxnLst/>
              <a:rect l="l" t="t" r="r" b="b"/>
              <a:pathLst>
                <a:path w="376880" h="648747" extrusionOk="0">
                  <a:moveTo>
                    <a:pt x="376881" y="648748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881" y="648748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47"/>
            <p:cNvSpPr/>
            <p:nvPr/>
          </p:nvSpPr>
          <p:spPr>
            <a:xfrm>
              <a:off x="6151700" y="3513243"/>
              <a:ext cx="145012" cy="539781"/>
            </a:xfrm>
            <a:custGeom>
              <a:avLst/>
              <a:gdLst/>
              <a:ahLst/>
              <a:cxnLst/>
              <a:rect l="l" t="t" r="r" b="b"/>
              <a:pathLst>
                <a:path w="145012" h="539781" extrusionOk="0">
                  <a:moveTo>
                    <a:pt x="47134" y="539782"/>
                  </a:moveTo>
                  <a:lnTo>
                    <a:pt x="145013" y="485299"/>
                  </a:lnTo>
                  <a:lnTo>
                    <a:pt x="97974" y="0"/>
                  </a:lnTo>
                  <a:lnTo>
                    <a:pt x="0" y="54578"/>
                  </a:lnTo>
                  <a:lnTo>
                    <a:pt x="47134" y="539782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47"/>
            <p:cNvSpPr/>
            <p:nvPr/>
          </p:nvSpPr>
          <p:spPr>
            <a:xfrm>
              <a:off x="5869087" y="3349699"/>
              <a:ext cx="97973" cy="104584"/>
            </a:xfrm>
            <a:custGeom>
              <a:avLst/>
              <a:gdLst/>
              <a:ahLst/>
              <a:cxnLst/>
              <a:rect l="l" t="t" r="r" b="b"/>
              <a:pathLst>
                <a:path w="97973" h="104584" extrusionOk="0">
                  <a:moveTo>
                    <a:pt x="0" y="54578"/>
                  </a:moveTo>
                  <a:lnTo>
                    <a:pt x="97974" y="0"/>
                  </a:lnTo>
                  <a:lnTo>
                    <a:pt x="86476" y="104584"/>
                  </a:lnTo>
                  <a:lnTo>
                    <a:pt x="0" y="54578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47"/>
            <p:cNvSpPr/>
            <p:nvPr/>
          </p:nvSpPr>
          <p:spPr>
            <a:xfrm>
              <a:off x="5939787" y="3382376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5"/>
                    <a:pt x="31739" y="-14008"/>
                    <a:pt x="70606" y="8471"/>
                  </a:cubicBezTo>
                  <a:cubicBezTo>
                    <a:pt x="109472" y="30950"/>
                    <a:pt x="141211" y="91815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47"/>
            <p:cNvSpPr/>
            <p:nvPr/>
          </p:nvSpPr>
          <p:spPr>
            <a:xfrm>
              <a:off x="6031584" y="3326084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4"/>
                    <a:pt x="31739" y="-14008"/>
                    <a:pt x="70606" y="8471"/>
                  </a:cubicBezTo>
                  <a:cubicBezTo>
                    <a:pt x="109472" y="30950"/>
                    <a:pt x="141211" y="92291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47"/>
            <p:cNvSpPr/>
            <p:nvPr/>
          </p:nvSpPr>
          <p:spPr>
            <a:xfrm>
              <a:off x="5273451" y="4003686"/>
              <a:ext cx="608559" cy="352234"/>
            </a:xfrm>
            <a:custGeom>
              <a:avLst/>
              <a:gdLst/>
              <a:ahLst/>
              <a:cxnLst/>
              <a:rect l="l" t="t" r="r" b="b"/>
              <a:pathLst>
                <a:path w="608559" h="352234" extrusionOk="0">
                  <a:moveTo>
                    <a:pt x="540709" y="352234"/>
                  </a:moveTo>
                  <a:lnTo>
                    <a:pt x="0" y="39529"/>
                  </a:lnTo>
                  <a:lnTo>
                    <a:pt x="67850" y="0"/>
                  </a:lnTo>
                  <a:lnTo>
                    <a:pt x="608559" y="312801"/>
                  </a:lnTo>
                  <a:lnTo>
                    <a:pt x="540709" y="35223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47"/>
            <p:cNvSpPr/>
            <p:nvPr/>
          </p:nvSpPr>
          <p:spPr>
            <a:xfrm>
              <a:off x="5480232" y="3303313"/>
              <a:ext cx="542799" cy="934592"/>
            </a:xfrm>
            <a:custGeom>
              <a:avLst/>
              <a:gdLst/>
              <a:ahLst/>
              <a:cxnLst/>
              <a:rect l="l" t="t" r="r" b="b"/>
              <a:pathLst>
                <a:path w="542799" h="934592" extrusionOk="0">
                  <a:moveTo>
                    <a:pt x="542800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4950" y="235648"/>
                  </a:lnTo>
                  <a:lnTo>
                    <a:pt x="542800" y="9345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47"/>
            <p:cNvSpPr/>
            <p:nvPr/>
          </p:nvSpPr>
          <p:spPr>
            <a:xfrm>
              <a:off x="5339115" y="3381894"/>
              <a:ext cx="542894" cy="934592"/>
            </a:xfrm>
            <a:custGeom>
              <a:avLst/>
              <a:gdLst/>
              <a:ahLst/>
              <a:cxnLst/>
              <a:rect l="l" t="t" r="r" b="b"/>
              <a:pathLst>
                <a:path w="542894" h="934592" extrusionOk="0">
                  <a:moveTo>
                    <a:pt x="542895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5045" y="235553"/>
                  </a:lnTo>
                  <a:lnTo>
                    <a:pt x="542895" y="9345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47"/>
            <p:cNvSpPr/>
            <p:nvPr/>
          </p:nvSpPr>
          <p:spPr>
            <a:xfrm>
              <a:off x="5814160" y="3538961"/>
              <a:ext cx="208871" cy="777525"/>
            </a:xfrm>
            <a:custGeom>
              <a:avLst/>
              <a:gdLst/>
              <a:ahLst/>
              <a:cxnLst/>
              <a:rect l="l" t="t" r="r" b="b"/>
              <a:pathLst>
                <a:path w="208871" h="777525" extrusionOk="0">
                  <a:moveTo>
                    <a:pt x="67850" y="777526"/>
                  </a:moveTo>
                  <a:lnTo>
                    <a:pt x="208871" y="698945"/>
                  </a:lnTo>
                  <a:lnTo>
                    <a:pt x="141021" y="0"/>
                  </a:lnTo>
                  <a:lnTo>
                    <a:pt x="0" y="78486"/>
                  </a:lnTo>
                  <a:lnTo>
                    <a:pt x="67850" y="7775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47"/>
            <p:cNvSpPr/>
            <p:nvPr/>
          </p:nvSpPr>
          <p:spPr>
            <a:xfrm>
              <a:off x="5406965" y="3303313"/>
              <a:ext cx="141116" cy="150685"/>
            </a:xfrm>
            <a:custGeom>
              <a:avLst/>
              <a:gdLst/>
              <a:ahLst/>
              <a:cxnLst/>
              <a:rect l="l" t="t" r="r" b="b"/>
              <a:pathLst>
                <a:path w="141116" h="150685" extrusionOk="0">
                  <a:moveTo>
                    <a:pt x="0" y="78581"/>
                  </a:moveTo>
                  <a:lnTo>
                    <a:pt x="141117" y="0"/>
                  </a:lnTo>
                  <a:lnTo>
                    <a:pt x="124582" y="150685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47"/>
            <p:cNvSpPr/>
            <p:nvPr/>
          </p:nvSpPr>
          <p:spPr>
            <a:xfrm>
              <a:off x="5508835" y="3350470"/>
              <a:ext cx="203454" cy="206683"/>
            </a:xfrm>
            <a:custGeom>
              <a:avLst/>
              <a:gdLst/>
              <a:ahLst/>
              <a:cxnLst/>
              <a:rect l="l" t="t" r="r" b="b"/>
              <a:pathLst>
                <a:path w="203454" h="206683" extrusionOk="0">
                  <a:moveTo>
                    <a:pt x="203455" y="206684"/>
                  </a:moveTo>
                  <a:lnTo>
                    <a:pt x="178367" y="191730"/>
                  </a:lnTo>
                  <a:cubicBezTo>
                    <a:pt x="178367" y="133151"/>
                    <a:pt x="143967" y="65619"/>
                    <a:pt x="101775" y="41235"/>
                  </a:cubicBezTo>
                  <a:cubicBezTo>
                    <a:pt x="59582" y="16851"/>
                    <a:pt x="25087" y="44473"/>
                    <a:pt x="25087" y="103052"/>
                  </a:cubicBezTo>
                  <a:lnTo>
                    <a:pt x="0" y="88574"/>
                  </a:lnTo>
                  <a:cubicBezTo>
                    <a:pt x="0" y="13993"/>
                    <a:pt x="45613" y="-20297"/>
                    <a:pt x="101775" y="12374"/>
                  </a:cubicBezTo>
                  <a:cubicBezTo>
                    <a:pt x="157936" y="45045"/>
                    <a:pt x="203455" y="132103"/>
                    <a:pt x="203455" y="206684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47"/>
            <p:cNvSpPr/>
            <p:nvPr/>
          </p:nvSpPr>
          <p:spPr>
            <a:xfrm>
              <a:off x="5641209" y="3269779"/>
              <a:ext cx="203454" cy="206316"/>
            </a:xfrm>
            <a:custGeom>
              <a:avLst/>
              <a:gdLst/>
              <a:ahLst/>
              <a:cxnLst/>
              <a:rect l="l" t="t" r="r" b="b"/>
              <a:pathLst>
                <a:path w="203454" h="206316" extrusionOk="0">
                  <a:moveTo>
                    <a:pt x="203455" y="206317"/>
                  </a:moveTo>
                  <a:lnTo>
                    <a:pt x="178367" y="191744"/>
                  </a:lnTo>
                  <a:cubicBezTo>
                    <a:pt x="178367" y="133165"/>
                    <a:pt x="143967" y="65633"/>
                    <a:pt x="101775" y="41153"/>
                  </a:cubicBezTo>
                  <a:cubicBezTo>
                    <a:pt x="59582" y="16674"/>
                    <a:pt x="25088" y="44487"/>
                    <a:pt x="25088" y="103066"/>
                  </a:cubicBezTo>
                  <a:lnTo>
                    <a:pt x="0" y="88588"/>
                  </a:lnTo>
                  <a:cubicBezTo>
                    <a:pt x="0" y="13912"/>
                    <a:pt x="45708" y="-20283"/>
                    <a:pt x="101775" y="12388"/>
                  </a:cubicBezTo>
                  <a:cubicBezTo>
                    <a:pt x="157842" y="45059"/>
                    <a:pt x="203455" y="131641"/>
                    <a:pt x="203455" y="206317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47"/>
            <p:cNvSpPr/>
            <p:nvPr/>
          </p:nvSpPr>
          <p:spPr>
            <a:xfrm>
              <a:off x="3370326" y="2746576"/>
              <a:ext cx="431236" cy="248888"/>
            </a:xfrm>
            <a:custGeom>
              <a:avLst/>
              <a:gdLst/>
              <a:ahLst/>
              <a:cxnLst/>
              <a:rect l="l" t="t" r="r" b="b"/>
              <a:pathLst>
                <a:path w="431236" h="248888" extrusionOk="0">
                  <a:moveTo>
                    <a:pt x="203170" y="248888"/>
                  </a:moveTo>
                  <a:lnTo>
                    <a:pt x="0" y="132016"/>
                  </a:lnTo>
                  <a:lnTo>
                    <a:pt x="228162" y="0"/>
                  </a:lnTo>
                  <a:lnTo>
                    <a:pt x="431237" y="116967"/>
                  </a:lnTo>
                  <a:lnTo>
                    <a:pt x="203170" y="248888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47"/>
            <p:cNvSpPr/>
            <p:nvPr/>
          </p:nvSpPr>
          <p:spPr>
            <a:xfrm>
              <a:off x="3388571" y="2474923"/>
              <a:ext cx="435798" cy="252221"/>
            </a:xfrm>
            <a:custGeom>
              <a:avLst/>
              <a:gdLst/>
              <a:ahLst/>
              <a:cxnLst/>
              <a:rect l="l" t="t" r="r" b="b"/>
              <a:pathLst>
                <a:path w="435798" h="252221" extrusionOk="0">
                  <a:moveTo>
                    <a:pt x="217899" y="252222"/>
                  </a:moveTo>
                  <a:lnTo>
                    <a:pt x="0" y="126111"/>
                  </a:lnTo>
                  <a:lnTo>
                    <a:pt x="217899" y="0"/>
                  </a:lnTo>
                  <a:lnTo>
                    <a:pt x="435798" y="126111"/>
                  </a:lnTo>
                  <a:lnTo>
                    <a:pt x="217899" y="2522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47"/>
            <p:cNvSpPr/>
            <p:nvPr/>
          </p:nvSpPr>
          <p:spPr>
            <a:xfrm>
              <a:off x="3606470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235172"/>
                  </a:moveTo>
                  <a:lnTo>
                    <a:pt x="0" y="352711"/>
                  </a:lnTo>
                  <a:lnTo>
                    <a:pt x="0" y="117538"/>
                  </a:lnTo>
                  <a:lnTo>
                    <a:pt x="203170" y="0"/>
                  </a:lnTo>
                  <a:lnTo>
                    <a:pt x="203170" y="23517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47"/>
            <p:cNvSpPr/>
            <p:nvPr/>
          </p:nvSpPr>
          <p:spPr>
            <a:xfrm>
              <a:off x="3403301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352711"/>
                  </a:moveTo>
                  <a:lnTo>
                    <a:pt x="0" y="235172"/>
                  </a:lnTo>
                  <a:lnTo>
                    <a:pt x="0" y="0"/>
                  </a:lnTo>
                  <a:lnTo>
                    <a:pt x="203170" y="117538"/>
                  </a:lnTo>
                  <a:lnTo>
                    <a:pt x="203170" y="35271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47"/>
            <p:cNvSpPr/>
            <p:nvPr/>
          </p:nvSpPr>
          <p:spPr>
            <a:xfrm>
              <a:off x="3403301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0" y="0"/>
                  </a:moveTo>
                  <a:lnTo>
                    <a:pt x="0" y="61532"/>
                  </a:lnTo>
                  <a:lnTo>
                    <a:pt x="203170" y="177737"/>
                  </a:lnTo>
                  <a:lnTo>
                    <a:pt x="203170" y="117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47"/>
            <p:cNvSpPr/>
            <p:nvPr/>
          </p:nvSpPr>
          <p:spPr>
            <a:xfrm>
              <a:off x="3606470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203170" y="0"/>
                  </a:moveTo>
                  <a:lnTo>
                    <a:pt x="203170" y="65913"/>
                  </a:lnTo>
                  <a:lnTo>
                    <a:pt x="0" y="177737"/>
                  </a:lnTo>
                  <a:lnTo>
                    <a:pt x="0" y="117824"/>
                  </a:lnTo>
                  <a:lnTo>
                    <a:pt x="20317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47"/>
            <p:cNvSpPr/>
            <p:nvPr/>
          </p:nvSpPr>
          <p:spPr>
            <a:xfrm>
              <a:off x="3388571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0"/>
                  </a:moveTo>
                  <a:lnTo>
                    <a:pt x="0" y="65151"/>
                  </a:lnTo>
                  <a:lnTo>
                    <a:pt x="217899" y="189547"/>
                  </a:lnTo>
                  <a:lnTo>
                    <a:pt x="217899" y="126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47"/>
            <p:cNvSpPr/>
            <p:nvPr/>
          </p:nvSpPr>
          <p:spPr>
            <a:xfrm>
              <a:off x="3606470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189547"/>
                  </a:moveTo>
                  <a:lnTo>
                    <a:pt x="217899" y="70295"/>
                  </a:lnTo>
                  <a:lnTo>
                    <a:pt x="217899" y="0"/>
                  </a:lnTo>
                  <a:lnTo>
                    <a:pt x="0" y="126111"/>
                  </a:lnTo>
                  <a:lnTo>
                    <a:pt x="0" y="189547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47"/>
            <p:cNvSpPr/>
            <p:nvPr/>
          </p:nvSpPr>
          <p:spPr>
            <a:xfrm>
              <a:off x="6048784" y="4120462"/>
              <a:ext cx="389804" cy="224885"/>
            </a:xfrm>
            <a:custGeom>
              <a:avLst/>
              <a:gdLst/>
              <a:ahLst/>
              <a:cxnLst/>
              <a:rect l="l" t="t" r="r" b="b"/>
              <a:pathLst>
                <a:path w="389804" h="224885" extrusionOk="0">
                  <a:moveTo>
                    <a:pt x="183404" y="224885"/>
                  </a:moveTo>
                  <a:lnTo>
                    <a:pt x="0" y="119444"/>
                  </a:lnTo>
                  <a:lnTo>
                    <a:pt x="206401" y="0"/>
                  </a:lnTo>
                  <a:lnTo>
                    <a:pt x="389805" y="105537"/>
                  </a:lnTo>
                  <a:lnTo>
                    <a:pt x="183404" y="22488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47"/>
            <p:cNvSpPr/>
            <p:nvPr/>
          </p:nvSpPr>
          <p:spPr>
            <a:xfrm>
              <a:off x="6065699" y="3875193"/>
              <a:ext cx="393415" cy="227647"/>
            </a:xfrm>
            <a:custGeom>
              <a:avLst/>
              <a:gdLst/>
              <a:ahLst/>
              <a:cxnLst/>
              <a:rect l="l" t="t" r="r" b="b"/>
              <a:pathLst>
                <a:path w="393415" h="227647" extrusionOk="0">
                  <a:moveTo>
                    <a:pt x="196708" y="227647"/>
                  </a:moveTo>
                  <a:lnTo>
                    <a:pt x="0" y="113824"/>
                  </a:lnTo>
                  <a:lnTo>
                    <a:pt x="196708" y="0"/>
                  </a:lnTo>
                  <a:lnTo>
                    <a:pt x="393416" y="113824"/>
                  </a:lnTo>
                  <a:lnTo>
                    <a:pt x="196708" y="227647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47"/>
            <p:cNvSpPr/>
            <p:nvPr/>
          </p:nvSpPr>
          <p:spPr>
            <a:xfrm>
              <a:off x="6262407" y="4009401"/>
              <a:ext cx="183404" cy="318420"/>
            </a:xfrm>
            <a:custGeom>
              <a:avLst/>
              <a:gdLst/>
              <a:ahLst/>
              <a:cxnLst/>
              <a:rect l="l" t="t" r="r" b="b"/>
              <a:pathLst>
                <a:path w="183404" h="318420" extrusionOk="0">
                  <a:moveTo>
                    <a:pt x="183404" y="212312"/>
                  </a:moveTo>
                  <a:lnTo>
                    <a:pt x="0" y="318421"/>
                  </a:lnTo>
                  <a:lnTo>
                    <a:pt x="0" y="106109"/>
                  </a:lnTo>
                  <a:lnTo>
                    <a:pt x="183404" y="0"/>
                  </a:lnTo>
                  <a:lnTo>
                    <a:pt x="183404" y="21231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47"/>
            <p:cNvSpPr/>
            <p:nvPr/>
          </p:nvSpPr>
          <p:spPr>
            <a:xfrm>
              <a:off x="6079003" y="4009401"/>
              <a:ext cx="183403" cy="318420"/>
            </a:xfrm>
            <a:custGeom>
              <a:avLst/>
              <a:gdLst/>
              <a:ahLst/>
              <a:cxnLst/>
              <a:rect l="l" t="t" r="r" b="b"/>
              <a:pathLst>
                <a:path w="183403" h="318420" extrusionOk="0">
                  <a:moveTo>
                    <a:pt x="183404" y="318421"/>
                  </a:moveTo>
                  <a:lnTo>
                    <a:pt x="0" y="212312"/>
                  </a:lnTo>
                  <a:lnTo>
                    <a:pt x="0" y="0"/>
                  </a:lnTo>
                  <a:lnTo>
                    <a:pt x="183404" y="106109"/>
                  </a:lnTo>
                  <a:lnTo>
                    <a:pt x="183404" y="31842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47"/>
            <p:cNvSpPr/>
            <p:nvPr/>
          </p:nvSpPr>
          <p:spPr>
            <a:xfrm>
              <a:off x="6079003" y="4009401"/>
              <a:ext cx="183403" cy="160496"/>
            </a:xfrm>
            <a:custGeom>
              <a:avLst/>
              <a:gdLst/>
              <a:ahLst/>
              <a:cxnLst/>
              <a:rect l="l" t="t" r="r" b="b"/>
              <a:pathLst>
                <a:path w="183403" h="160496" extrusionOk="0">
                  <a:moveTo>
                    <a:pt x="0" y="0"/>
                  </a:moveTo>
                  <a:lnTo>
                    <a:pt x="0" y="55531"/>
                  </a:lnTo>
                  <a:lnTo>
                    <a:pt x="183404" y="160496"/>
                  </a:lnTo>
                  <a:lnTo>
                    <a:pt x="183404" y="106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47"/>
            <p:cNvSpPr/>
            <p:nvPr/>
          </p:nvSpPr>
          <p:spPr>
            <a:xfrm>
              <a:off x="6262407" y="4009401"/>
              <a:ext cx="183404" cy="160496"/>
            </a:xfrm>
            <a:custGeom>
              <a:avLst/>
              <a:gdLst/>
              <a:ahLst/>
              <a:cxnLst/>
              <a:rect l="l" t="t" r="r" b="b"/>
              <a:pathLst>
                <a:path w="183404" h="160496" extrusionOk="0">
                  <a:moveTo>
                    <a:pt x="183404" y="0"/>
                  </a:moveTo>
                  <a:lnTo>
                    <a:pt x="183404" y="59531"/>
                  </a:lnTo>
                  <a:lnTo>
                    <a:pt x="0" y="160496"/>
                  </a:lnTo>
                  <a:lnTo>
                    <a:pt x="0" y="106394"/>
                  </a:lnTo>
                  <a:lnTo>
                    <a:pt x="183404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47"/>
            <p:cNvSpPr/>
            <p:nvPr/>
          </p:nvSpPr>
          <p:spPr>
            <a:xfrm>
              <a:off x="6065699" y="3989017"/>
              <a:ext cx="196707" cy="171164"/>
            </a:xfrm>
            <a:custGeom>
              <a:avLst/>
              <a:gdLst/>
              <a:ahLst/>
              <a:cxnLst/>
              <a:rect l="l" t="t" r="r" b="b"/>
              <a:pathLst>
                <a:path w="196707" h="171164" extrusionOk="0">
                  <a:moveTo>
                    <a:pt x="0" y="0"/>
                  </a:moveTo>
                  <a:lnTo>
                    <a:pt x="0" y="58864"/>
                  </a:lnTo>
                  <a:lnTo>
                    <a:pt x="196708" y="171164"/>
                  </a:lnTo>
                  <a:lnTo>
                    <a:pt x="196708" y="11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47"/>
            <p:cNvSpPr/>
            <p:nvPr/>
          </p:nvSpPr>
          <p:spPr>
            <a:xfrm>
              <a:off x="6262407" y="3989017"/>
              <a:ext cx="196708" cy="171164"/>
            </a:xfrm>
            <a:custGeom>
              <a:avLst/>
              <a:gdLst/>
              <a:ahLst/>
              <a:cxnLst/>
              <a:rect l="l" t="t" r="r" b="b"/>
              <a:pathLst>
                <a:path w="196708" h="171164" extrusionOk="0">
                  <a:moveTo>
                    <a:pt x="0" y="171164"/>
                  </a:moveTo>
                  <a:lnTo>
                    <a:pt x="196708" y="63437"/>
                  </a:lnTo>
                  <a:lnTo>
                    <a:pt x="196708" y="0"/>
                  </a:lnTo>
                  <a:lnTo>
                    <a:pt x="0" y="113824"/>
                  </a:lnTo>
                  <a:lnTo>
                    <a:pt x="0" y="171164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47"/>
            <p:cNvSpPr/>
            <p:nvPr/>
          </p:nvSpPr>
          <p:spPr>
            <a:xfrm>
              <a:off x="3676221" y="3054710"/>
              <a:ext cx="439504" cy="254317"/>
            </a:xfrm>
            <a:custGeom>
              <a:avLst/>
              <a:gdLst/>
              <a:ahLst/>
              <a:cxnLst/>
              <a:rect l="l" t="t" r="r" b="b"/>
              <a:pathLst>
                <a:path w="439504" h="254317" extrusionOk="0">
                  <a:moveTo>
                    <a:pt x="390470" y="254317"/>
                  </a:moveTo>
                  <a:lnTo>
                    <a:pt x="0" y="28480"/>
                  </a:lnTo>
                  <a:lnTo>
                    <a:pt x="49034" y="0"/>
                  </a:lnTo>
                  <a:lnTo>
                    <a:pt x="439504" y="225838"/>
                  </a:lnTo>
                  <a:lnTo>
                    <a:pt x="390470" y="25431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47"/>
            <p:cNvSpPr/>
            <p:nvPr/>
          </p:nvSpPr>
          <p:spPr>
            <a:xfrm>
              <a:off x="3825510" y="2548837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212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47"/>
            <p:cNvSpPr/>
            <p:nvPr/>
          </p:nvSpPr>
          <p:spPr>
            <a:xfrm>
              <a:off x="3723640" y="2605606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117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47"/>
            <p:cNvSpPr/>
            <p:nvPr/>
          </p:nvSpPr>
          <p:spPr>
            <a:xfrm>
              <a:off x="4066691" y="2719049"/>
              <a:ext cx="150904" cy="561498"/>
            </a:xfrm>
            <a:custGeom>
              <a:avLst/>
              <a:gdLst/>
              <a:ahLst/>
              <a:cxnLst/>
              <a:rect l="l" t="t" r="r" b="b"/>
              <a:pathLst>
                <a:path w="150904" h="561498" extrusionOk="0">
                  <a:moveTo>
                    <a:pt x="49034" y="561499"/>
                  </a:moveTo>
                  <a:lnTo>
                    <a:pt x="150904" y="504730"/>
                  </a:lnTo>
                  <a:lnTo>
                    <a:pt x="101870" y="0"/>
                  </a:lnTo>
                  <a:lnTo>
                    <a:pt x="0" y="56674"/>
                  </a:lnTo>
                  <a:lnTo>
                    <a:pt x="49034" y="561499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47"/>
            <p:cNvSpPr/>
            <p:nvPr/>
          </p:nvSpPr>
          <p:spPr>
            <a:xfrm>
              <a:off x="3772674" y="2548837"/>
              <a:ext cx="101869" cy="108775"/>
            </a:xfrm>
            <a:custGeom>
              <a:avLst/>
              <a:gdLst/>
              <a:ahLst/>
              <a:cxnLst/>
              <a:rect l="l" t="t" r="r" b="b"/>
              <a:pathLst>
                <a:path w="101869" h="108775" extrusionOk="0">
                  <a:moveTo>
                    <a:pt x="0" y="56769"/>
                  </a:moveTo>
                  <a:lnTo>
                    <a:pt x="101870" y="0"/>
                  </a:lnTo>
                  <a:lnTo>
                    <a:pt x="89992" y="108775"/>
                  </a:lnTo>
                  <a:lnTo>
                    <a:pt x="0" y="56769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47"/>
            <p:cNvSpPr/>
            <p:nvPr/>
          </p:nvSpPr>
          <p:spPr>
            <a:xfrm>
              <a:off x="3846226" y="258352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185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4756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47"/>
            <p:cNvSpPr/>
            <p:nvPr/>
          </p:nvSpPr>
          <p:spPr>
            <a:xfrm>
              <a:off x="3941824" y="252456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280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5137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47"/>
            <p:cNvSpPr/>
            <p:nvPr/>
          </p:nvSpPr>
          <p:spPr>
            <a:xfrm>
              <a:off x="2533225" y="4605761"/>
              <a:ext cx="828643" cy="479488"/>
            </a:xfrm>
            <a:custGeom>
              <a:avLst/>
              <a:gdLst/>
              <a:ahLst/>
              <a:cxnLst/>
              <a:rect l="l" t="t" r="r" b="b"/>
              <a:pathLst>
                <a:path w="828643" h="479488" extrusionOk="0">
                  <a:moveTo>
                    <a:pt x="828644" y="239744"/>
                  </a:moveTo>
                  <a:cubicBezTo>
                    <a:pt x="828644" y="372151"/>
                    <a:pt x="643146" y="479489"/>
                    <a:pt x="414322" y="479489"/>
                  </a:cubicBezTo>
                  <a:cubicBezTo>
                    <a:pt x="185498" y="479489"/>
                    <a:pt x="0" y="372151"/>
                    <a:pt x="0" y="239744"/>
                  </a:cubicBezTo>
                  <a:cubicBezTo>
                    <a:pt x="0" y="107337"/>
                    <a:pt x="185498" y="0"/>
                    <a:pt x="414322" y="0"/>
                  </a:cubicBezTo>
                  <a:cubicBezTo>
                    <a:pt x="643146" y="0"/>
                    <a:pt x="828644" y="107337"/>
                    <a:pt x="828644" y="23974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47"/>
            <p:cNvSpPr/>
            <p:nvPr/>
          </p:nvSpPr>
          <p:spPr>
            <a:xfrm>
              <a:off x="2599924" y="3049662"/>
              <a:ext cx="198618" cy="433482"/>
            </a:xfrm>
            <a:custGeom>
              <a:avLst/>
              <a:gdLst/>
              <a:ahLst/>
              <a:cxnLst/>
              <a:rect l="l" t="t" r="r" b="b"/>
              <a:pathLst>
                <a:path w="198618" h="433482" extrusionOk="0">
                  <a:moveTo>
                    <a:pt x="43818" y="0"/>
                  </a:moveTo>
                  <a:cubicBezTo>
                    <a:pt x="39161" y="40386"/>
                    <a:pt x="-8828" y="214503"/>
                    <a:pt x="1435" y="274130"/>
                  </a:cubicBezTo>
                  <a:cubicBezTo>
                    <a:pt x="11698" y="333756"/>
                    <a:pt x="175811" y="433483"/>
                    <a:pt x="175811" y="433483"/>
                  </a:cubicBezTo>
                  <a:lnTo>
                    <a:pt x="198618" y="331375"/>
                  </a:lnTo>
                  <a:lnTo>
                    <a:pt x="107676" y="242221"/>
                  </a:lnTo>
                  <a:lnTo>
                    <a:pt x="132289" y="73438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47"/>
            <p:cNvSpPr/>
            <p:nvPr/>
          </p:nvSpPr>
          <p:spPr>
            <a:xfrm>
              <a:off x="2627967" y="2871431"/>
              <a:ext cx="142827" cy="275330"/>
            </a:xfrm>
            <a:custGeom>
              <a:avLst/>
              <a:gdLst/>
              <a:ahLst/>
              <a:cxnLst/>
              <a:rect l="l" t="t" r="r" b="b"/>
              <a:pathLst>
                <a:path w="142827" h="275330" extrusionOk="0">
                  <a:moveTo>
                    <a:pt x="142827" y="6685"/>
                  </a:moveTo>
                  <a:cubicBezTo>
                    <a:pt x="109783" y="-8688"/>
                    <a:pt x="70489" y="3237"/>
                    <a:pt x="51505" y="34403"/>
                  </a:cubicBezTo>
                  <a:cubicBezTo>
                    <a:pt x="27368" y="74408"/>
                    <a:pt x="2281" y="211949"/>
                    <a:pt x="0" y="235381"/>
                  </a:cubicBezTo>
                  <a:cubicBezTo>
                    <a:pt x="0" y="235381"/>
                    <a:pt x="33925" y="282339"/>
                    <a:pt x="84670" y="27443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47"/>
            <p:cNvSpPr/>
            <p:nvPr/>
          </p:nvSpPr>
          <p:spPr>
            <a:xfrm>
              <a:off x="2942472" y="4777576"/>
              <a:ext cx="307903" cy="173671"/>
            </a:xfrm>
            <a:custGeom>
              <a:avLst/>
              <a:gdLst/>
              <a:ahLst/>
              <a:cxnLst/>
              <a:rect l="l" t="t" r="r" b="b"/>
              <a:pathLst>
                <a:path w="307903" h="173671" extrusionOk="0">
                  <a:moveTo>
                    <a:pt x="15623" y="41640"/>
                  </a:moveTo>
                  <a:cubicBezTo>
                    <a:pt x="51311" y="51556"/>
                    <a:pt x="89465" y="46936"/>
                    <a:pt x="121769" y="28781"/>
                  </a:cubicBezTo>
                  <a:cubicBezTo>
                    <a:pt x="147332" y="29543"/>
                    <a:pt x="286167" y="-29988"/>
                    <a:pt x="305078" y="20018"/>
                  </a:cubicBezTo>
                  <a:cubicBezTo>
                    <a:pt x="321613" y="63833"/>
                    <a:pt x="261555" y="104410"/>
                    <a:pt x="229056" y="112221"/>
                  </a:cubicBezTo>
                  <a:cubicBezTo>
                    <a:pt x="158925" y="129270"/>
                    <a:pt x="107040" y="164322"/>
                    <a:pt x="78911" y="170228"/>
                  </a:cubicBezTo>
                  <a:cubicBezTo>
                    <a:pt x="57910" y="174705"/>
                    <a:pt x="30732" y="177562"/>
                    <a:pt x="14007" y="160703"/>
                  </a:cubicBezTo>
                  <a:cubicBezTo>
                    <a:pt x="-5759" y="141176"/>
                    <a:pt x="-4048" y="67834"/>
                    <a:pt x="15623" y="4164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47"/>
            <p:cNvSpPr/>
            <p:nvPr/>
          </p:nvSpPr>
          <p:spPr>
            <a:xfrm>
              <a:off x="2947261" y="4806358"/>
              <a:ext cx="303072" cy="144889"/>
            </a:xfrm>
            <a:custGeom>
              <a:avLst/>
              <a:gdLst/>
              <a:ahLst/>
              <a:cxnLst/>
              <a:rect l="l" t="t" r="r" b="b"/>
              <a:pathLst>
                <a:path w="303072" h="144889" extrusionOk="0">
                  <a:moveTo>
                    <a:pt x="74407" y="129349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243"/>
                    <a:pt x="302569" y="0"/>
                  </a:cubicBezTo>
                  <a:cubicBezTo>
                    <a:pt x="308841" y="40386"/>
                    <a:pt x="255055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0"/>
                    <a:pt x="9503" y="131921"/>
                  </a:cubicBezTo>
                  <a:cubicBezTo>
                    <a:pt x="5060" y="127130"/>
                    <a:pt x="1805" y="121348"/>
                    <a:pt x="0" y="115062"/>
                  </a:cubicBezTo>
                  <a:cubicBezTo>
                    <a:pt x="24707" y="136017"/>
                    <a:pt x="53406" y="133731"/>
                    <a:pt x="74407" y="12934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47"/>
            <p:cNvSpPr/>
            <p:nvPr/>
          </p:nvSpPr>
          <p:spPr>
            <a:xfrm>
              <a:off x="2717232" y="4676188"/>
              <a:ext cx="307831" cy="173712"/>
            </a:xfrm>
            <a:custGeom>
              <a:avLst/>
              <a:gdLst/>
              <a:ahLst/>
              <a:cxnLst/>
              <a:rect l="l" t="t" r="r" b="b"/>
              <a:pathLst>
                <a:path w="307831" h="173712" extrusionOk="0">
                  <a:moveTo>
                    <a:pt x="15552" y="41682"/>
                  </a:moveTo>
                  <a:cubicBezTo>
                    <a:pt x="51240" y="51598"/>
                    <a:pt x="89394" y="46978"/>
                    <a:pt x="121698" y="28823"/>
                  </a:cubicBezTo>
                  <a:cubicBezTo>
                    <a:pt x="147260" y="29585"/>
                    <a:pt x="286096" y="-30041"/>
                    <a:pt x="305007" y="20060"/>
                  </a:cubicBezTo>
                  <a:cubicBezTo>
                    <a:pt x="321542" y="63875"/>
                    <a:pt x="261484" y="104452"/>
                    <a:pt x="228984" y="112262"/>
                  </a:cubicBezTo>
                  <a:cubicBezTo>
                    <a:pt x="158854" y="129312"/>
                    <a:pt x="106969" y="164364"/>
                    <a:pt x="78840" y="170269"/>
                  </a:cubicBezTo>
                  <a:cubicBezTo>
                    <a:pt x="57839" y="174746"/>
                    <a:pt x="30661" y="177604"/>
                    <a:pt x="13936" y="160744"/>
                  </a:cubicBezTo>
                  <a:cubicBezTo>
                    <a:pt x="-5735" y="141218"/>
                    <a:pt x="-4024" y="67781"/>
                    <a:pt x="15552" y="4168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47"/>
            <p:cNvSpPr/>
            <p:nvPr/>
          </p:nvSpPr>
          <p:spPr>
            <a:xfrm>
              <a:off x="2722045" y="4705011"/>
              <a:ext cx="303068" cy="144889"/>
            </a:xfrm>
            <a:custGeom>
              <a:avLst/>
              <a:gdLst/>
              <a:ahLst/>
              <a:cxnLst/>
              <a:rect l="l" t="t" r="r" b="b"/>
              <a:pathLst>
                <a:path w="303068" h="144889" extrusionOk="0">
                  <a:moveTo>
                    <a:pt x="74407" y="129254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147"/>
                    <a:pt x="302569" y="0"/>
                  </a:cubicBezTo>
                  <a:cubicBezTo>
                    <a:pt x="308841" y="40386"/>
                    <a:pt x="254580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1"/>
                    <a:pt x="9503" y="131921"/>
                  </a:cubicBezTo>
                  <a:cubicBezTo>
                    <a:pt x="5040" y="127178"/>
                    <a:pt x="1781" y="121425"/>
                    <a:pt x="0" y="115158"/>
                  </a:cubicBezTo>
                  <a:cubicBezTo>
                    <a:pt x="24707" y="135827"/>
                    <a:pt x="53406" y="133731"/>
                    <a:pt x="74407" y="12925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47"/>
            <p:cNvSpPr/>
            <p:nvPr/>
          </p:nvSpPr>
          <p:spPr>
            <a:xfrm>
              <a:off x="2717265" y="3551725"/>
              <a:ext cx="450461" cy="1274557"/>
            </a:xfrm>
            <a:custGeom>
              <a:avLst/>
              <a:gdLst/>
              <a:ahLst/>
              <a:cxnLst/>
              <a:rect l="l" t="t" r="r" b="b"/>
              <a:pathLst>
                <a:path w="450461" h="1274557" extrusionOk="0">
                  <a:moveTo>
                    <a:pt x="12857" y="788003"/>
                  </a:moveTo>
                  <a:cubicBezTo>
                    <a:pt x="18809" y="736320"/>
                    <a:pt x="29529" y="685305"/>
                    <a:pt x="44882" y="635603"/>
                  </a:cubicBezTo>
                  <a:cubicBezTo>
                    <a:pt x="44882" y="635603"/>
                    <a:pt x="35379" y="504063"/>
                    <a:pt x="30532" y="379381"/>
                  </a:cubicBezTo>
                  <a:cubicBezTo>
                    <a:pt x="25021" y="238125"/>
                    <a:pt x="-23919" y="113157"/>
                    <a:pt x="14758" y="0"/>
                  </a:cubicBezTo>
                  <a:lnTo>
                    <a:pt x="450461" y="97155"/>
                  </a:lnTo>
                  <a:cubicBezTo>
                    <a:pt x="450461" y="97155"/>
                    <a:pt x="424138" y="661606"/>
                    <a:pt x="418247" y="729901"/>
                  </a:cubicBezTo>
                  <a:cubicBezTo>
                    <a:pt x="415050" y="783088"/>
                    <a:pt x="408543" y="836019"/>
                    <a:pt x="398766" y="888397"/>
                  </a:cubicBezTo>
                  <a:cubicBezTo>
                    <a:pt x="378810" y="997934"/>
                    <a:pt x="346500" y="1258538"/>
                    <a:pt x="346500" y="1258538"/>
                  </a:cubicBezTo>
                  <a:cubicBezTo>
                    <a:pt x="300412" y="1285304"/>
                    <a:pt x="239974" y="1270445"/>
                    <a:pt x="239974" y="1270445"/>
                  </a:cubicBezTo>
                  <a:cubicBezTo>
                    <a:pt x="239974" y="1270445"/>
                    <a:pt x="243300" y="940975"/>
                    <a:pt x="246246" y="862013"/>
                  </a:cubicBezTo>
                  <a:cubicBezTo>
                    <a:pt x="249857" y="765620"/>
                    <a:pt x="252803" y="772954"/>
                    <a:pt x="252803" y="772954"/>
                  </a:cubicBezTo>
                  <a:lnTo>
                    <a:pt x="238454" y="533400"/>
                  </a:lnTo>
                  <a:lnTo>
                    <a:pt x="228951" y="413956"/>
                  </a:lnTo>
                  <a:cubicBezTo>
                    <a:pt x="228951" y="413956"/>
                    <a:pt x="216882" y="501587"/>
                    <a:pt x="209090" y="579882"/>
                  </a:cubicBezTo>
                  <a:cubicBezTo>
                    <a:pt x="202248" y="648176"/>
                    <a:pt x="185808" y="709898"/>
                    <a:pt x="167373" y="837057"/>
                  </a:cubicBezTo>
                  <a:cubicBezTo>
                    <a:pt x="151503" y="947261"/>
                    <a:pt x="125655" y="1168813"/>
                    <a:pt x="125655" y="1168813"/>
                  </a:cubicBezTo>
                  <a:cubicBezTo>
                    <a:pt x="79567" y="1195673"/>
                    <a:pt x="17038" y="1173385"/>
                    <a:pt x="17038" y="1173385"/>
                  </a:cubicBezTo>
                  <a:cubicBezTo>
                    <a:pt x="17038" y="1173385"/>
                    <a:pt x="314" y="883634"/>
                    <a:pt x="12857" y="788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47"/>
            <p:cNvSpPr/>
            <p:nvPr/>
          </p:nvSpPr>
          <p:spPr>
            <a:xfrm>
              <a:off x="2775050" y="2505974"/>
              <a:ext cx="327076" cy="524521"/>
            </a:xfrm>
            <a:custGeom>
              <a:avLst/>
              <a:gdLst/>
              <a:ahLst/>
              <a:cxnLst/>
              <a:rect l="l" t="t" r="r" b="b"/>
              <a:pathLst>
                <a:path w="327076" h="524521" extrusionOk="0">
                  <a:moveTo>
                    <a:pt x="18646" y="374524"/>
                  </a:moveTo>
                  <a:cubicBezTo>
                    <a:pt x="51811" y="376143"/>
                    <a:pt x="76518" y="384716"/>
                    <a:pt x="80699" y="374524"/>
                  </a:cubicBezTo>
                  <a:cubicBezTo>
                    <a:pt x="84240" y="357350"/>
                    <a:pt x="86779" y="339986"/>
                    <a:pt x="88302" y="322518"/>
                  </a:cubicBezTo>
                  <a:cubicBezTo>
                    <a:pt x="84406" y="312993"/>
                    <a:pt x="81175" y="302515"/>
                    <a:pt x="81175" y="302515"/>
                  </a:cubicBezTo>
                  <a:cubicBezTo>
                    <a:pt x="39457" y="276797"/>
                    <a:pt x="26343" y="231649"/>
                    <a:pt x="20832" y="178690"/>
                  </a:cubicBezTo>
                  <a:cubicBezTo>
                    <a:pt x="11329" y="88869"/>
                    <a:pt x="59888" y="10288"/>
                    <a:pt x="149595" y="858"/>
                  </a:cubicBezTo>
                  <a:cubicBezTo>
                    <a:pt x="233790" y="-7905"/>
                    <a:pt x="295843" y="51436"/>
                    <a:pt x="312378" y="132875"/>
                  </a:cubicBezTo>
                  <a:cubicBezTo>
                    <a:pt x="321310" y="173166"/>
                    <a:pt x="338986" y="249175"/>
                    <a:pt x="315038" y="315374"/>
                  </a:cubicBezTo>
                  <a:cubicBezTo>
                    <a:pt x="301640" y="352426"/>
                    <a:pt x="284344" y="382049"/>
                    <a:pt x="267049" y="387478"/>
                  </a:cubicBezTo>
                  <a:cubicBezTo>
                    <a:pt x="250377" y="387059"/>
                    <a:pt x="233746" y="385592"/>
                    <a:pt x="217255" y="383096"/>
                  </a:cubicBezTo>
                  <a:lnTo>
                    <a:pt x="217255" y="383096"/>
                  </a:lnTo>
                  <a:cubicBezTo>
                    <a:pt x="217255" y="383096"/>
                    <a:pt x="212788" y="408052"/>
                    <a:pt x="209747" y="424054"/>
                  </a:cubicBezTo>
                  <a:cubicBezTo>
                    <a:pt x="206707" y="440056"/>
                    <a:pt x="207847" y="448533"/>
                    <a:pt x="239681" y="468155"/>
                  </a:cubicBezTo>
                  <a:cubicBezTo>
                    <a:pt x="271516" y="487776"/>
                    <a:pt x="191597" y="528162"/>
                    <a:pt x="139332" y="524257"/>
                  </a:cubicBezTo>
                  <a:cubicBezTo>
                    <a:pt x="87066" y="520352"/>
                    <a:pt x="28339" y="488634"/>
                    <a:pt x="12279" y="454820"/>
                  </a:cubicBezTo>
                  <a:cubicBezTo>
                    <a:pt x="-5681" y="417863"/>
                    <a:pt x="-4256" y="373476"/>
                    <a:pt x="18646" y="37452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47"/>
            <p:cNvSpPr/>
            <p:nvPr/>
          </p:nvSpPr>
          <p:spPr>
            <a:xfrm>
              <a:off x="2667800" y="2877512"/>
              <a:ext cx="502799" cy="834581"/>
            </a:xfrm>
            <a:custGeom>
              <a:avLst/>
              <a:gdLst/>
              <a:ahLst/>
              <a:cxnLst/>
              <a:rect l="l" t="t" r="r" b="b"/>
              <a:pathLst>
                <a:path w="502799" h="834581" extrusionOk="0">
                  <a:moveTo>
                    <a:pt x="173885" y="7939"/>
                  </a:moveTo>
                  <a:cubicBezTo>
                    <a:pt x="164383" y="30894"/>
                    <a:pt x="188044" y="58993"/>
                    <a:pt x="249908" y="78614"/>
                  </a:cubicBezTo>
                  <a:cubicBezTo>
                    <a:pt x="311771" y="98236"/>
                    <a:pt x="317853" y="72995"/>
                    <a:pt x="317853" y="72995"/>
                  </a:cubicBezTo>
                  <a:cubicBezTo>
                    <a:pt x="317853" y="72995"/>
                    <a:pt x="409270" y="114714"/>
                    <a:pt x="439013" y="135574"/>
                  </a:cubicBezTo>
                  <a:cubicBezTo>
                    <a:pt x="476359" y="161768"/>
                    <a:pt x="492989" y="237587"/>
                    <a:pt x="498026" y="365603"/>
                  </a:cubicBezTo>
                  <a:cubicBezTo>
                    <a:pt x="503822" y="513812"/>
                    <a:pt x="504393" y="733649"/>
                    <a:pt x="499451" y="771558"/>
                  </a:cubicBezTo>
                  <a:cubicBezTo>
                    <a:pt x="499451" y="771558"/>
                    <a:pt x="429511" y="841376"/>
                    <a:pt x="340089" y="834042"/>
                  </a:cubicBezTo>
                  <a:cubicBezTo>
                    <a:pt x="250668" y="826708"/>
                    <a:pt x="100144" y="747270"/>
                    <a:pt x="63558" y="686024"/>
                  </a:cubicBezTo>
                  <a:cubicBezTo>
                    <a:pt x="64603" y="556103"/>
                    <a:pt x="79808" y="534957"/>
                    <a:pt x="58806" y="460091"/>
                  </a:cubicBezTo>
                  <a:cubicBezTo>
                    <a:pt x="10722" y="288641"/>
                    <a:pt x="-14555" y="218632"/>
                    <a:pt x="8822" y="104808"/>
                  </a:cubicBezTo>
                  <a:cubicBezTo>
                    <a:pt x="27827" y="10987"/>
                    <a:pt x="55005" y="-729"/>
                    <a:pt x="91971" y="33"/>
                  </a:cubicBezTo>
                  <a:cubicBezTo>
                    <a:pt x="119400" y="1166"/>
                    <a:pt x="146745" y="3805"/>
                    <a:pt x="173885" y="793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47"/>
            <p:cNvSpPr/>
            <p:nvPr/>
          </p:nvSpPr>
          <p:spPr>
            <a:xfrm>
              <a:off x="3024379" y="2981457"/>
              <a:ext cx="633923" cy="498110"/>
            </a:xfrm>
            <a:custGeom>
              <a:avLst/>
              <a:gdLst/>
              <a:ahLst/>
              <a:cxnLst/>
              <a:rect l="l" t="t" r="r" b="b"/>
              <a:pathLst>
                <a:path w="633923" h="498110" extrusionOk="0">
                  <a:moveTo>
                    <a:pt x="282563" y="384245"/>
                  </a:moveTo>
                  <a:cubicBezTo>
                    <a:pt x="209107" y="402723"/>
                    <a:pt x="191907" y="356336"/>
                    <a:pt x="182214" y="317570"/>
                  </a:cubicBezTo>
                  <a:cubicBezTo>
                    <a:pt x="158837" y="224510"/>
                    <a:pt x="146293" y="140500"/>
                    <a:pt x="128903" y="87731"/>
                  </a:cubicBezTo>
                  <a:cubicBezTo>
                    <a:pt x="108377" y="25438"/>
                    <a:pt x="86901" y="15532"/>
                    <a:pt x="56682" y="3435"/>
                  </a:cubicBezTo>
                  <a:cubicBezTo>
                    <a:pt x="21236" y="-10853"/>
                    <a:pt x="-9268" y="19151"/>
                    <a:pt x="2611" y="98685"/>
                  </a:cubicBezTo>
                  <a:cubicBezTo>
                    <a:pt x="16485" y="192506"/>
                    <a:pt x="34825" y="258324"/>
                    <a:pt x="69796" y="369195"/>
                  </a:cubicBezTo>
                  <a:cubicBezTo>
                    <a:pt x="79298" y="397770"/>
                    <a:pt x="99444" y="449681"/>
                    <a:pt x="130138" y="474542"/>
                  </a:cubicBezTo>
                  <a:cubicBezTo>
                    <a:pt x="168150" y="505212"/>
                    <a:pt x="225166" y="503879"/>
                    <a:pt x="311357" y="482447"/>
                  </a:cubicBezTo>
                  <a:cubicBezTo>
                    <a:pt x="348133" y="472922"/>
                    <a:pt x="388519" y="451205"/>
                    <a:pt x="458175" y="418630"/>
                  </a:cubicBezTo>
                  <a:cubicBezTo>
                    <a:pt x="477181" y="409867"/>
                    <a:pt x="491435" y="404056"/>
                    <a:pt x="527260" y="387293"/>
                  </a:cubicBezTo>
                  <a:cubicBezTo>
                    <a:pt x="563086" y="370529"/>
                    <a:pt x="600432" y="342620"/>
                    <a:pt x="619247" y="315284"/>
                  </a:cubicBezTo>
                  <a:cubicBezTo>
                    <a:pt x="638063" y="287947"/>
                    <a:pt x="634832" y="270706"/>
                    <a:pt x="630936" y="264515"/>
                  </a:cubicBezTo>
                  <a:cubicBezTo>
                    <a:pt x="626089" y="256705"/>
                    <a:pt x="623429" y="262896"/>
                    <a:pt x="613356" y="274040"/>
                  </a:cubicBezTo>
                  <a:cubicBezTo>
                    <a:pt x="598835" y="293424"/>
                    <a:pt x="580932" y="310007"/>
                    <a:pt x="560520" y="322999"/>
                  </a:cubicBezTo>
                  <a:cubicBezTo>
                    <a:pt x="560520" y="322999"/>
                    <a:pt x="583707" y="298996"/>
                    <a:pt x="596346" y="283375"/>
                  </a:cubicBezTo>
                  <a:cubicBezTo>
                    <a:pt x="607569" y="269535"/>
                    <a:pt x="616900" y="254257"/>
                    <a:pt x="624094" y="237940"/>
                  </a:cubicBezTo>
                  <a:cubicBezTo>
                    <a:pt x="630746" y="222034"/>
                    <a:pt x="617062" y="200412"/>
                    <a:pt x="606609" y="211747"/>
                  </a:cubicBezTo>
                  <a:cubicBezTo>
                    <a:pt x="596156" y="223081"/>
                    <a:pt x="591309" y="234607"/>
                    <a:pt x="572304" y="257467"/>
                  </a:cubicBezTo>
                  <a:cubicBezTo>
                    <a:pt x="562297" y="269621"/>
                    <a:pt x="550875" y="280527"/>
                    <a:pt x="538284" y="289947"/>
                  </a:cubicBezTo>
                  <a:cubicBezTo>
                    <a:pt x="550048" y="273974"/>
                    <a:pt x="560539" y="257095"/>
                    <a:pt x="569643" y="239464"/>
                  </a:cubicBezTo>
                  <a:cubicBezTo>
                    <a:pt x="581711" y="214795"/>
                    <a:pt x="541134" y="227654"/>
                    <a:pt x="518423" y="251656"/>
                  </a:cubicBezTo>
                  <a:cubicBezTo>
                    <a:pt x="501603" y="269087"/>
                    <a:pt x="487349" y="279184"/>
                    <a:pt x="486968" y="274326"/>
                  </a:cubicBezTo>
                  <a:cubicBezTo>
                    <a:pt x="486588" y="269468"/>
                    <a:pt x="453804" y="304711"/>
                    <a:pt x="437174" y="321951"/>
                  </a:cubicBezTo>
                  <a:cubicBezTo>
                    <a:pt x="419119" y="342144"/>
                    <a:pt x="352314" y="366623"/>
                    <a:pt x="282563" y="38424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47"/>
            <p:cNvSpPr/>
            <p:nvPr/>
          </p:nvSpPr>
          <p:spPr>
            <a:xfrm>
              <a:off x="3001678" y="2971210"/>
              <a:ext cx="194366" cy="284908"/>
            </a:xfrm>
            <a:custGeom>
              <a:avLst/>
              <a:gdLst/>
              <a:ahLst/>
              <a:cxnLst/>
              <a:rect l="l" t="t" r="r" b="b"/>
              <a:pathLst>
                <a:path w="194366" h="284908" extrusionOk="0">
                  <a:moveTo>
                    <a:pt x="52205" y="1299"/>
                  </a:moveTo>
                  <a:cubicBezTo>
                    <a:pt x="101239" y="-5940"/>
                    <a:pt x="135925" y="16158"/>
                    <a:pt x="157496" y="90644"/>
                  </a:cubicBezTo>
                  <a:cubicBezTo>
                    <a:pt x="179067" y="165129"/>
                    <a:pt x="194367" y="226184"/>
                    <a:pt x="194367" y="226184"/>
                  </a:cubicBezTo>
                  <a:cubicBezTo>
                    <a:pt x="174970" y="254293"/>
                    <a:pt x="145545" y="273867"/>
                    <a:pt x="112168" y="280858"/>
                  </a:cubicBezTo>
                  <a:cubicBezTo>
                    <a:pt x="53535" y="295146"/>
                    <a:pt x="32439" y="267047"/>
                    <a:pt x="32439" y="267047"/>
                  </a:cubicBezTo>
                  <a:cubicBezTo>
                    <a:pt x="32439" y="267047"/>
                    <a:pt x="16189" y="189037"/>
                    <a:pt x="6021" y="135888"/>
                  </a:cubicBezTo>
                  <a:cubicBezTo>
                    <a:pt x="-4147" y="82738"/>
                    <a:pt x="-8423" y="10348"/>
                    <a:pt x="52205" y="129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47"/>
            <p:cNvSpPr/>
            <p:nvPr/>
          </p:nvSpPr>
          <p:spPr>
            <a:xfrm>
              <a:off x="2785215" y="2483249"/>
              <a:ext cx="317013" cy="350275"/>
            </a:xfrm>
            <a:custGeom>
              <a:avLst/>
              <a:gdLst/>
              <a:ahLst/>
              <a:cxnLst/>
              <a:rect l="l" t="t" r="r" b="b"/>
              <a:pathLst>
                <a:path w="317013" h="350275" extrusionOk="0">
                  <a:moveTo>
                    <a:pt x="299172" y="144551"/>
                  </a:moveTo>
                  <a:cubicBezTo>
                    <a:pt x="299172" y="144551"/>
                    <a:pt x="376620" y="26441"/>
                    <a:pt x="208800" y="2438"/>
                  </a:cubicBezTo>
                  <a:cubicBezTo>
                    <a:pt x="87735" y="-14898"/>
                    <a:pt x="10002" y="63017"/>
                    <a:pt x="974" y="147599"/>
                  </a:cubicBezTo>
                  <a:cubicBezTo>
                    <a:pt x="-7579" y="228466"/>
                    <a:pt x="42026" y="312381"/>
                    <a:pt x="77947" y="345623"/>
                  </a:cubicBezTo>
                  <a:cubicBezTo>
                    <a:pt x="95432" y="351910"/>
                    <a:pt x="133063" y="355148"/>
                    <a:pt x="182477" y="332955"/>
                  </a:cubicBezTo>
                  <a:cubicBezTo>
                    <a:pt x="184492" y="310952"/>
                    <a:pt x="185285" y="288854"/>
                    <a:pt x="184853" y="266756"/>
                  </a:cubicBezTo>
                  <a:cubicBezTo>
                    <a:pt x="184853" y="266756"/>
                    <a:pt x="126031" y="142360"/>
                    <a:pt x="299172" y="14455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47"/>
            <p:cNvSpPr/>
            <p:nvPr/>
          </p:nvSpPr>
          <p:spPr>
            <a:xfrm>
              <a:off x="3466812" y="3201065"/>
              <a:ext cx="95905" cy="84340"/>
            </a:xfrm>
            <a:custGeom>
              <a:avLst/>
              <a:gdLst/>
              <a:ahLst/>
              <a:cxnLst/>
              <a:rect l="l" t="t" r="r" b="b"/>
              <a:pathLst>
                <a:path w="95905" h="84340" extrusionOk="0">
                  <a:moveTo>
                    <a:pt x="10991" y="71863"/>
                  </a:moveTo>
                  <a:cubicBezTo>
                    <a:pt x="10991" y="71863"/>
                    <a:pt x="-8015" y="37097"/>
                    <a:pt x="3959" y="28429"/>
                  </a:cubicBezTo>
                  <a:cubicBezTo>
                    <a:pt x="15932" y="19761"/>
                    <a:pt x="33322" y="52337"/>
                    <a:pt x="36838" y="65100"/>
                  </a:cubicBezTo>
                  <a:cubicBezTo>
                    <a:pt x="40354" y="77864"/>
                    <a:pt x="35508" y="61195"/>
                    <a:pt x="35508" y="61195"/>
                  </a:cubicBezTo>
                  <a:cubicBezTo>
                    <a:pt x="35508" y="61195"/>
                    <a:pt x="22489" y="21952"/>
                    <a:pt x="30947" y="14427"/>
                  </a:cubicBezTo>
                  <a:cubicBezTo>
                    <a:pt x="39404" y="6903"/>
                    <a:pt x="50807" y="23952"/>
                    <a:pt x="62116" y="48336"/>
                  </a:cubicBezTo>
                  <a:cubicBezTo>
                    <a:pt x="73424" y="72720"/>
                    <a:pt x="64967" y="46146"/>
                    <a:pt x="64967" y="46146"/>
                  </a:cubicBezTo>
                  <a:cubicBezTo>
                    <a:pt x="64967" y="46146"/>
                    <a:pt x="45961" y="6807"/>
                    <a:pt x="54228" y="1378"/>
                  </a:cubicBezTo>
                  <a:cubicBezTo>
                    <a:pt x="64967" y="-5956"/>
                    <a:pt x="82737" y="17380"/>
                    <a:pt x="93285" y="38430"/>
                  </a:cubicBezTo>
                  <a:cubicBezTo>
                    <a:pt x="103833" y="59480"/>
                    <a:pt x="79126" y="84341"/>
                    <a:pt x="79126" y="843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84" name="Google Shape;3784;p47"/>
            <p:cNvGrpSpPr/>
            <p:nvPr/>
          </p:nvGrpSpPr>
          <p:grpSpPr>
            <a:xfrm>
              <a:off x="3439221" y="3170887"/>
              <a:ext cx="276341" cy="167131"/>
              <a:chOff x="4963646" y="3895887"/>
              <a:chExt cx="276341" cy="167131"/>
            </a:xfrm>
          </p:grpSpPr>
          <p:sp>
            <p:nvSpPr>
              <p:cNvPr id="3785" name="Google Shape;3785;p47"/>
              <p:cNvSpPr/>
              <p:nvPr/>
            </p:nvSpPr>
            <p:spPr>
              <a:xfrm>
                <a:off x="4963697" y="3902424"/>
                <a:ext cx="275954" cy="159820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820" extrusionOk="0">
                    <a:moveTo>
                      <a:pt x="75211" y="157607"/>
                    </a:moveTo>
                    <a:lnTo>
                      <a:pt x="4035" y="116363"/>
                    </a:lnTo>
                    <a:cubicBezTo>
                      <a:pt x="-1951" y="112934"/>
                      <a:pt x="-1191" y="106838"/>
                      <a:pt x="5746" y="102838"/>
                    </a:cubicBezTo>
                    <a:lnTo>
                      <a:pt x="177271" y="3301"/>
                    </a:lnTo>
                    <a:cubicBezTo>
                      <a:pt x="184503" y="-737"/>
                      <a:pt x="193217" y="-1090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95" y="160502"/>
                      <a:pt x="82652" y="160893"/>
                      <a:pt x="75211" y="157607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6" name="Google Shape;3786;p47"/>
              <p:cNvSpPr/>
              <p:nvPr/>
            </p:nvSpPr>
            <p:spPr>
              <a:xfrm>
                <a:off x="4963646" y="4006310"/>
                <a:ext cx="7697" cy="6572"/>
              </a:xfrm>
              <a:custGeom>
                <a:avLst/>
                <a:gdLst/>
                <a:ahLst/>
                <a:cxnLst/>
                <a:rect l="l" t="t" r="r" b="b"/>
                <a:pathLst>
                  <a:path w="7697" h="6572" extrusionOk="0">
                    <a:moveTo>
                      <a:pt x="0" y="6572"/>
                    </a:moveTo>
                    <a:lnTo>
                      <a:pt x="0" y="0"/>
                    </a:lnTo>
                    <a:lnTo>
                      <a:pt x="7697" y="2858"/>
                    </a:lnTo>
                    <a:lnTo>
                      <a:pt x="0" y="657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7" name="Google Shape;3787;p47"/>
              <p:cNvSpPr/>
              <p:nvPr/>
            </p:nvSpPr>
            <p:spPr>
              <a:xfrm>
                <a:off x="5233906" y="3945350"/>
                <a:ext cx="6081" cy="6286"/>
              </a:xfrm>
              <a:custGeom>
                <a:avLst/>
                <a:gdLst/>
                <a:ahLst/>
                <a:cxnLst/>
                <a:rect l="l" t="t" r="r" b="b"/>
                <a:pathLst>
                  <a:path w="6081" h="6286" extrusionOk="0">
                    <a:moveTo>
                      <a:pt x="6082" y="6287"/>
                    </a:moveTo>
                    <a:lnTo>
                      <a:pt x="6082" y="0"/>
                    </a:lnTo>
                    <a:lnTo>
                      <a:pt x="0" y="3905"/>
                    </a:lnTo>
                    <a:lnTo>
                      <a:pt x="6082" y="6287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8" name="Google Shape;3788;p47"/>
              <p:cNvSpPr/>
              <p:nvPr/>
            </p:nvSpPr>
            <p:spPr>
              <a:xfrm>
                <a:off x="4963697" y="3896900"/>
                <a:ext cx="275954" cy="159768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68" extrusionOk="0">
                    <a:moveTo>
                      <a:pt x="75211" y="157511"/>
                    </a:moveTo>
                    <a:lnTo>
                      <a:pt x="4035" y="116363"/>
                    </a:lnTo>
                    <a:cubicBezTo>
                      <a:pt x="-1951" y="112839"/>
                      <a:pt x="-1191" y="106838"/>
                      <a:pt x="5746" y="102743"/>
                    </a:cubicBezTo>
                    <a:lnTo>
                      <a:pt x="177271" y="3302"/>
                    </a:lnTo>
                    <a:cubicBezTo>
                      <a:pt x="184503" y="-737"/>
                      <a:pt x="193217" y="-1089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76" y="160474"/>
                      <a:pt x="82633" y="160826"/>
                      <a:pt x="75211" y="157511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9" name="Google Shape;3789;p47"/>
              <p:cNvSpPr/>
              <p:nvPr/>
            </p:nvSpPr>
            <p:spPr>
              <a:xfrm rot="-1790023">
                <a:off x="4978521" y="4031078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8"/>
                      <a:pt x="1185" y="2677"/>
                      <a:pt x="763" y="2677"/>
                    </a:cubicBezTo>
                    <a:cubicBezTo>
                      <a:pt x="342" y="2677"/>
                      <a:pt x="0" y="2078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0" name="Google Shape;3790;p47"/>
              <p:cNvSpPr/>
              <p:nvPr/>
            </p:nvSpPr>
            <p:spPr>
              <a:xfrm rot="-1801764">
                <a:off x="4978313" y="402120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1" name="Google Shape;3791;p47"/>
              <p:cNvSpPr/>
              <p:nvPr/>
            </p:nvSpPr>
            <p:spPr>
              <a:xfrm rot="-1801764">
                <a:off x="4981704" y="4023218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2" name="Google Shape;3792;p47"/>
              <p:cNvSpPr/>
              <p:nvPr/>
            </p:nvSpPr>
            <p:spPr>
              <a:xfrm rot="-1801764">
                <a:off x="4985189" y="4025236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47"/>
              <p:cNvSpPr/>
              <p:nvPr/>
            </p:nvSpPr>
            <p:spPr>
              <a:xfrm rot="-1801764">
                <a:off x="5014562" y="404224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4" name="Google Shape;3794;p47"/>
              <p:cNvSpPr/>
              <p:nvPr/>
            </p:nvSpPr>
            <p:spPr>
              <a:xfrm rot="-1801764">
                <a:off x="5017905" y="4044175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5" name="Google Shape;3795;p47"/>
              <p:cNvSpPr/>
              <p:nvPr/>
            </p:nvSpPr>
            <p:spPr>
              <a:xfrm rot="-1801764">
                <a:off x="5021390" y="4046193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6" name="Google Shape;3796;p47"/>
              <p:cNvSpPr/>
              <p:nvPr/>
            </p:nvSpPr>
            <p:spPr>
              <a:xfrm rot="-1790023">
                <a:off x="5028625" y="4060140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9"/>
                      <a:pt x="1185" y="2678"/>
                      <a:pt x="763" y="2678"/>
                    </a:cubicBezTo>
                    <a:cubicBezTo>
                      <a:pt x="342" y="2678"/>
                      <a:pt x="0" y="2079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7" name="Google Shape;3797;p47"/>
              <p:cNvSpPr/>
              <p:nvPr/>
            </p:nvSpPr>
            <p:spPr>
              <a:xfrm>
                <a:off x="4994815" y="4030735"/>
                <a:ext cx="11593" cy="8583"/>
              </a:xfrm>
              <a:custGeom>
                <a:avLst/>
                <a:gdLst/>
                <a:ahLst/>
                <a:cxnLst/>
                <a:rect l="l" t="t" r="r" b="b"/>
                <a:pathLst>
                  <a:path w="11593" h="8583" extrusionOk="0">
                    <a:moveTo>
                      <a:pt x="10548" y="8436"/>
                    </a:moveTo>
                    <a:lnTo>
                      <a:pt x="1045" y="3007"/>
                    </a:lnTo>
                    <a:cubicBezTo>
                      <a:pt x="393" y="2512"/>
                      <a:pt x="8" y="1731"/>
                      <a:pt x="0" y="911"/>
                    </a:cubicBezTo>
                    <a:lnTo>
                      <a:pt x="0" y="911"/>
                    </a:lnTo>
                    <a:cubicBezTo>
                      <a:pt x="0" y="150"/>
                      <a:pt x="475" y="-232"/>
                      <a:pt x="1045" y="150"/>
                    </a:cubicBezTo>
                    <a:lnTo>
                      <a:pt x="10548" y="5579"/>
                    </a:lnTo>
                    <a:cubicBezTo>
                      <a:pt x="11197" y="6036"/>
                      <a:pt x="11586" y="6779"/>
                      <a:pt x="11593" y="7579"/>
                    </a:cubicBezTo>
                    <a:lnTo>
                      <a:pt x="11593" y="7579"/>
                    </a:lnTo>
                    <a:cubicBezTo>
                      <a:pt x="11593" y="8436"/>
                      <a:pt x="11118" y="8817"/>
                      <a:pt x="10548" y="843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8" name="Google Shape;3798;p47"/>
              <p:cNvSpPr/>
              <p:nvPr/>
            </p:nvSpPr>
            <p:spPr>
              <a:xfrm>
                <a:off x="5208723" y="3964590"/>
                <a:ext cx="10739" cy="7715"/>
              </a:xfrm>
              <a:custGeom>
                <a:avLst/>
                <a:gdLst/>
                <a:ahLst/>
                <a:cxnLst/>
                <a:rect l="l" t="t" r="r" b="b"/>
                <a:pathLst>
                  <a:path w="10739" h="7715" extrusionOk="0">
                    <a:moveTo>
                      <a:pt x="9788" y="2667"/>
                    </a:moveTo>
                    <a:lnTo>
                      <a:pt x="1045" y="7715"/>
                    </a:lnTo>
                    <a:cubicBezTo>
                      <a:pt x="475" y="7715"/>
                      <a:pt x="0" y="7715"/>
                      <a:pt x="0" y="6953"/>
                    </a:cubicBezTo>
                    <a:lnTo>
                      <a:pt x="0" y="6953"/>
                    </a:lnTo>
                    <a:cubicBezTo>
                      <a:pt x="48" y="6191"/>
                      <a:pt x="437" y="5496"/>
                      <a:pt x="1045" y="5048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67" y="1514"/>
                      <a:pt x="10415" y="2238"/>
                      <a:pt x="9788" y="2667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9" name="Google Shape;3799;p47"/>
              <p:cNvSpPr/>
              <p:nvPr/>
            </p:nvSpPr>
            <p:spPr>
              <a:xfrm>
                <a:off x="5195324" y="3972306"/>
                <a:ext cx="10738" cy="7810"/>
              </a:xfrm>
              <a:custGeom>
                <a:avLst/>
                <a:gdLst/>
                <a:ahLst/>
                <a:cxnLst/>
                <a:rect l="l" t="t" r="r" b="b"/>
                <a:pathLst>
                  <a:path w="10738" h="7810" extrusionOk="0">
                    <a:moveTo>
                      <a:pt x="9788" y="2762"/>
                    </a:moveTo>
                    <a:lnTo>
                      <a:pt x="1045" y="7810"/>
                    </a:lnTo>
                    <a:cubicBezTo>
                      <a:pt x="475" y="7810"/>
                      <a:pt x="0" y="7810"/>
                      <a:pt x="0" y="7048"/>
                    </a:cubicBezTo>
                    <a:lnTo>
                      <a:pt x="0" y="7048"/>
                    </a:lnTo>
                    <a:cubicBezTo>
                      <a:pt x="9" y="6277"/>
                      <a:pt x="399" y="5562"/>
                      <a:pt x="1045" y="5143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38" y="1543"/>
                      <a:pt x="10387" y="2276"/>
                      <a:pt x="9788" y="276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0" name="Google Shape;3800;p47"/>
              <p:cNvSpPr/>
              <p:nvPr/>
            </p:nvSpPr>
            <p:spPr>
              <a:xfrm>
                <a:off x="4963697" y="3895887"/>
                <a:ext cx="275954" cy="159785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85" extrusionOk="0">
                    <a:moveTo>
                      <a:pt x="75211" y="157571"/>
                    </a:moveTo>
                    <a:lnTo>
                      <a:pt x="4035" y="116328"/>
                    </a:lnTo>
                    <a:cubicBezTo>
                      <a:pt x="-1951" y="112899"/>
                      <a:pt x="-1191" y="106803"/>
                      <a:pt x="5746" y="102802"/>
                    </a:cubicBezTo>
                    <a:lnTo>
                      <a:pt x="177271" y="3266"/>
                    </a:lnTo>
                    <a:cubicBezTo>
                      <a:pt x="184513" y="-725"/>
                      <a:pt x="193208" y="-1077"/>
                      <a:pt x="200743" y="2314"/>
                    </a:cubicBezTo>
                    <a:lnTo>
                      <a:pt x="271919" y="43461"/>
                    </a:lnTo>
                    <a:cubicBezTo>
                      <a:pt x="277906" y="46986"/>
                      <a:pt x="277146" y="52986"/>
                      <a:pt x="270209" y="57082"/>
                    </a:cubicBezTo>
                    <a:lnTo>
                      <a:pt x="98303" y="156523"/>
                    </a:lnTo>
                    <a:cubicBezTo>
                      <a:pt x="91195" y="160467"/>
                      <a:pt x="82652" y="160857"/>
                      <a:pt x="75211" y="157571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1" name="Google Shape;3801;p47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2" name="Google Shape;3802;p47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3" name="Google Shape;3803;p47"/>
              <p:cNvSpPr/>
              <p:nvPr/>
            </p:nvSpPr>
            <p:spPr>
              <a:xfrm>
                <a:off x="5189528" y="3920775"/>
                <a:ext cx="6461" cy="3619"/>
              </a:xfrm>
              <a:custGeom>
                <a:avLst/>
                <a:gdLst/>
                <a:ahLst/>
                <a:cxnLst/>
                <a:rect l="l" t="t" r="r" b="b"/>
                <a:pathLst>
                  <a:path w="6461" h="3619" extrusionOk="0">
                    <a:moveTo>
                      <a:pt x="6462" y="1810"/>
                    </a:moveTo>
                    <a:cubicBezTo>
                      <a:pt x="6462" y="2809"/>
                      <a:pt x="5015" y="3620"/>
                      <a:pt x="3231" y="3620"/>
                    </a:cubicBezTo>
                    <a:cubicBezTo>
                      <a:pt x="1447" y="3620"/>
                      <a:pt x="0" y="2809"/>
                      <a:pt x="0" y="1810"/>
                    </a:cubicBezTo>
                    <a:cubicBezTo>
                      <a:pt x="0" y="810"/>
                      <a:pt x="1447" y="0"/>
                      <a:pt x="3231" y="0"/>
                    </a:cubicBezTo>
                    <a:cubicBezTo>
                      <a:pt x="5015" y="0"/>
                      <a:pt x="6462" y="810"/>
                      <a:pt x="6462" y="18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4" name="Google Shape;3804;p47"/>
              <p:cNvSpPr/>
              <p:nvPr/>
            </p:nvSpPr>
            <p:spPr>
              <a:xfrm>
                <a:off x="5191381" y="3921823"/>
                <a:ext cx="2668" cy="1547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1547" extrusionOk="0">
                    <a:moveTo>
                      <a:pt x="428" y="1333"/>
                    </a:moveTo>
                    <a:cubicBezTo>
                      <a:pt x="-143" y="1333"/>
                      <a:pt x="-143" y="571"/>
                      <a:pt x="428" y="286"/>
                    </a:cubicBezTo>
                    <a:cubicBezTo>
                      <a:pt x="1007" y="-95"/>
                      <a:pt x="1748" y="-95"/>
                      <a:pt x="2328" y="286"/>
                    </a:cubicBezTo>
                    <a:cubicBezTo>
                      <a:pt x="2613" y="409"/>
                      <a:pt x="2746" y="752"/>
                      <a:pt x="2623" y="1038"/>
                    </a:cubicBezTo>
                    <a:cubicBezTo>
                      <a:pt x="2566" y="1172"/>
                      <a:pt x="2461" y="1276"/>
                      <a:pt x="2328" y="1333"/>
                    </a:cubicBezTo>
                    <a:cubicBezTo>
                      <a:pt x="1730" y="1619"/>
                      <a:pt x="1026" y="1619"/>
                      <a:pt x="428" y="1333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05" name="Google Shape;3805;p47"/>
            <p:cNvSpPr/>
            <p:nvPr/>
          </p:nvSpPr>
          <p:spPr>
            <a:xfrm>
              <a:off x="3497758" y="3222825"/>
              <a:ext cx="163253" cy="135636"/>
            </a:xfrm>
            <a:custGeom>
              <a:avLst/>
              <a:gdLst/>
              <a:ahLst/>
              <a:cxnLst/>
              <a:rect l="l" t="t" r="r" b="b"/>
              <a:pathLst>
                <a:path w="163253" h="135636" extrusionOk="0">
                  <a:moveTo>
                    <a:pt x="127338" y="95727"/>
                  </a:moveTo>
                  <a:cubicBezTo>
                    <a:pt x="127338" y="95727"/>
                    <a:pt x="165349" y="61723"/>
                    <a:pt x="163163" y="16670"/>
                  </a:cubicBezTo>
                  <a:cubicBezTo>
                    <a:pt x="160882" y="-14763"/>
                    <a:pt x="141972" y="7906"/>
                    <a:pt x="141972" y="7906"/>
                  </a:cubicBezTo>
                  <a:lnTo>
                    <a:pt x="122966" y="42482"/>
                  </a:lnTo>
                  <a:cubicBezTo>
                    <a:pt x="122966" y="42482"/>
                    <a:pt x="103961" y="67152"/>
                    <a:pt x="86475" y="72772"/>
                  </a:cubicBezTo>
                  <a:cubicBezTo>
                    <a:pt x="73115" y="74058"/>
                    <a:pt x="59820" y="76029"/>
                    <a:pt x="46659" y="78677"/>
                  </a:cubicBezTo>
                  <a:cubicBezTo>
                    <a:pt x="23282" y="83249"/>
                    <a:pt x="0" y="112491"/>
                    <a:pt x="0" y="112491"/>
                  </a:cubicBezTo>
                  <a:lnTo>
                    <a:pt x="30124" y="13563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47"/>
            <p:cNvSpPr/>
            <p:nvPr/>
          </p:nvSpPr>
          <p:spPr>
            <a:xfrm>
              <a:off x="6274476" y="1508477"/>
              <a:ext cx="336298" cy="520294"/>
            </a:xfrm>
            <a:custGeom>
              <a:avLst/>
              <a:gdLst/>
              <a:ahLst/>
              <a:cxnLst/>
              <a:rect l="l" t="t" r="r" b="b"/>
              <a:pathLst>
                <a:path w="336298" h="520294" extrusionOk="0">
                  <a:moveTo>
                    <a:pt x="294302" y="134437"/>
                  </a:moveTo>
                  <a:lnTo>
                    <a:pt x="70986" y="4897"/>
                  </a:lnTo>
                  <a:cubicBezTo>
                    <a:pt x="63640" y="-75"/>
                    <a:pt x="54403" y="-1342"/>
                    <a:pt x="45994" y="1468"/>
                  </a:cubicBezTo>
                  <a:lnTo>
                    <a:pt x="45994" y="1468"/>
                  </a:lnTo>
                  <a:cubicBezTo>
                    <a:pt x="44188" y="2211"/>
                    <a:pt x="42487" y="3202"/>
                    <a:pt x="40957" y="4421"/>
                  </a:cubicBezTo>
                  <a:lnTo>
                    <a:pt x="0" y="27948"/>
                  </a:lnTo>
                  <a:lnTo>
                    <a:pt x="28508" y="67572"/>
                  </a:lnTo>
                  <a:lnTo>
                    <a:pt x="28508" y="280265"/>
                  </a:lnTo>
                  <a:cubicBezTo>
                    <a:pt x="28508" y="311507"/>
                    <a:pt x="47514" y="347797"/>
                    <a:pt x="70891" y="361323"/>
                  </a:cubicBezTo>
                  <a:lnTo>
                    <a:pt x="267884" y="475623"/>
                  </a:lnTo>
                  <a:lnTo>
                    <a:pt x="274346" y="520295"/>
                  </a:lnTo>
                  <a:cubicBezTo>
                    <a:pt x="275676" y="519628"/>
                    <a:pt x="309601" y="500102"/>
                    <a:pt x="320339" y="493815"/>
                  </a:cubicBezTo>
                  <a:cubicBezTo>
                    <a:pt x="321375" y="493339"/>
                    <a:pt x="322354" y="492768"/>
                    <a:pt x="323285" y="492101"/>
                  </a:cubicBezTo>
                  <a:lnTo>
                    <a:pt x="323285" y="492101"/>
                  </a:lnTo>
                  <a:lnTo>
                    <a:pt x="323285" y="492101"/>
                  </a:lnTo>
                  <a:cubicBezTo>
                    <a:pt x="332560" y="483709"/>
                    <a:pt x="337321" y="471413"/>
                    <a:pt x="336114" y="458954"/>
                  </a:cubicBezTo>
                  <a:lnTo>
                    <a:pt x="336114" y="215495"/>
                  </a:lnTo>
                  <a:cubicBezTo>
                    <a:pt x="336589" y="184253"/>
                    <a:pt x="317678" y="147772"/>
                    <a:pt x="294302" y="134437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47"/>
            <p:cNvSpPr/>
            <p:nvPr/>
          </p:nvSpPr>
          <p:spPr>
            <a:xfrm>
              <a:off x="6256990" y="1535134"/>
              <a:ext cx="307985" cy="495867"/>
            </a:xfrm>
            <a:custGeom>
              <a:avLst/>
              <a:gdLst/>
              <a:ahLst/>
              <a:cxnLst/>
              <a:rect l="l" t="t" r="r" b="b"/>
              <a:pathLst>
                <a:path w="307985" h="495867" extrusionOk="0">
                  <a:moveTo>
                    <a:pt x="265603" y="490781"/>
                  </a:moveTo>
                  <a:lnTo>
                    <a:pt x="42288" y="361527"/>
                  </a:lnTo>
                  <a:cubicBezTo>
                    <a:pt x="18911" y="348002"/>
                    <a:pt x="0" y="311711"/>
                    <a:pt x="0" y="280469"/>
                  </a:cubicBezTo>
                  <a:lnTo>
                    <a:pt x="0" y="37105"/>
                  </a:lnTo>
                  <a:cubicBezTo>
                    <a:pt x="0" y="5864"/>
                    <a:pt x="19006" y="-8424"/>
                    <a:pt x="42288" y="5101"/>
                  </a:cubicBezTo>
                  <a:lnTo>
                    <a:pt x="265603" y="134261"/>
                  </a:lnTo>
                  <a:cubicBezTo>
                    <a:pt x="288980" y="147786"/>
                    <a:pt x="307986" y="184171"/>
                    <a:pt x="307986" y="215413"/>
                  </a:cubicBezTo>
                  <a:lnTo>
                    <a:pt x="307986" y="458682"/>
                  </a:lnTo>
                  <a:cubicBezTo>
                    <a:pt x="307986" y="489924"/>
                    <a:pt x="288980" y="504307"/>
                    <a:pt x="265603" y="490781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47"/>
            <p:cNvSpPr/>
            <p:nvPr/>
          </p:nvSpPr>
          <p:spPr>
            <a:xfrm>
              <a:off x="6322845" y="1634489"/>
              <a:ext cx="176087" cy="297735"/>
            </a:xfrm>
            <a:custGeom>
              <a:avLst/>
              <a:gdLst/>
              <a:ahLst/>
              <a:cxnLst/>
              <a:rect l="l" t="t" r="r" b="b"/>
              <a:pathLst>
                <a:path w="176087" h="297735" extrusionOk="0">
                  <a:moveTo>
                    <a:pt x="0" y="28904"/>
                  </a:moveTo>
                  <a:cubicBezTo>
                    <a:pt x="0" y="15188"/>
                    <a:pt x="3896" y="6330"/>
                    <a:pt x="11593" y="2234"/>
                  </a:cubicBezTo>
                  <a:cubicBezTo>
                    <a:pt x="19291" y="-1862"/>
                    <a:pt x="29364" y="-338"/>
                    <a:pt x="41812" y="6901"/>
                  </a:cubicBezTo>
                  <a:cubicBezTo>
                    <a:pt x="54413" y="14198"/>
                    <a:pt x="64923" y="24627"/>
                    <a:pt x="72316" y="37191"/>
                  </a:cubicBezTo>
                  <a:cubicBezTo>
                    <a:pt x="79842" y="49516"/>
                    <a:pt x="83824" y="63699"/>
                    <a:pt x="83814" y="78148"/>
                  </a:cubicBezTo>
                  <a:lnTo>
                    <a:pt x="83814" y="89197"/>
                  </a:lnTo>
                  <a:cubicBezTo>
                    <a:pt x="83814" y="103009"/>
                    <a:pt x="80013" y="111867"/>
                    <a:pt x="72316" y="115867"/>
                  </a:cubicBezTo>
                  <a:cubicBezTo>
                    <a:pt x="64619" y="119868"/>
                    <a:pt x="54546" y="118153"/>
                    <a:pt x="42097" y="110914"/>
                  </a:cubicBezTo>
                  <a:cubicBezTo>
                    <a:pt x="29478" y="103647"/>
                    <a:pt x="18958" y="93208"/>
                    <a:pt x="11593" y="80625"/>
                  </a:cubicBezTo>
                  <a:cubicBezTo>
                    <a:pt x="4039" y="68338"/>
                    <a:pt x="28" y="54193"/>
                    <a:pt x="0" y="39763"/>
                  </a:cubicBezTo>
                  <a:close/>
                  <a:moveTo>
                    <a:pt x="25467" y="55479"/>
                  </a:moveTo>
                  <a:cubicBezTo>
                    <a:pt x="25467" y="61584"/>
                    <a:pt x="27035" y="67585"/>
                    <a:pt x="30029" y="72910"/>
                  </a:cubicBezTo>
                  <a:cubicBezTo>
                    <a:pt x="32784" y="78158"/>
                    <a:pt x="36975" y="82520"/>
                    <a:pt x="42097" y="85483"/>
                  </a:cubicBezTo>
                  <a:cubicBezTo>
                    <a:pt x="47039" y="88340"/>
                    <a:pt x="50935" y="88721"/>
                    <a:pt x="53881" y="86626"/>
                  </a:cubicBezTo>
                  <a:cubicBezTo>
                    <a:pt x="57226" y="83311"/>
                    <a:pt x="58841" y="78634"/>
                    <a:pt x="58252" y="73957"/>
                  </a:cubicBezTo>
                  <a:lnTo>
                    <a:pt x="58252" y="62623"/>
                  </a:lnTo>
                  <a:cubicBezTo>
                    <a:pt x="58252" y="56536"/>
                    <a:pt x="56751" y="50554"/>
                    <a:pt x="53881" y="45192"/>
                  </a:cubicBezTo>
                  <a:cubicBezTo>
                    <a:pt x="51154" y="39896"/>
                    <a:pt x="46963" y="35496"/>
                    <a:pt x="41812" y="32524"/>
                  </a:cubicBezTo>
                  <a:cubicBezTo>
                    <a:pt x="38581" y="30000"/>
                    <a:pt x="34201" y="29523"/>
                    <a:pt x="30504" y="31285"/>
                  </a:cubicBezTo>
                  <a:cubicBezTo>
                    <a:pt x="27463" y="33286"/>
                    <a:pt x="25942" y="37572"/>
                    <a:pt x="25942" y="44239"/>
                  </a:cubicBezTo>
                  <a:close/>
                  <a:moveTo>
                    <a:pt x="49509" y="221785"/>
                  </a:moveTo>
                  <a:lnTo>
                    <a:pt x="30504" y="199306"/>
                  </a:lnTo>
                  <a:lnTo>
                    <a:pt x="125532" y="78910"/>
                  </a:lnTo>
                  <a:lnTo>
                    <a:pt x="144537" y="101389"/>
                  </a:lnTo>
                  <a:close/>
                  <a:moveTo>
                    <a:pt x="92177" y="208451"/>
                  </a:moveTo>
                  <a:cubicBezTo>
                    <a:pt x="92177" y="194639"/>
                    <a:pt x="96073" y="185781"/>
                    <a:pt x="103866" y="181780"/>
                  </a:cubicBezTo>
                  <a:cubicBezTo>
                    <a:pt x="111658" y="177780"/>
                    <a:pt x="121731" y="179494"/>
                    <a:pt x="134084" y="186638"/>
                  </a:cubicBezTo>
                  <a:cubicBezTo>
                    <a:pt x="146600" y="193934"/>
                    <a:pt x="157062" y="204288"/>
                    <a:pt x="164493" y="216737"/>
                  </a:cubicBezTo>
                  <a:cubicBezTo>
                    <a:pt x="172124" y="229129"/>
                    <a:pt x="176144" y="243417"/>
                    <a:pt x="176087" y="257980"/>
                  </a:cubicBezTo>
                  <a:lnTo>
                    <a:pt x="176087" y="269030"/>
                  </a:lnTo>
                  <a:cubicBezTo>
                    <a:pt x="176087" y="282650"/>
                    <a:pt x="172286" y="291604"/>
                    <a:pt x="164683" y="295604"/>
                  </a:cubicBezTo>
                  <a:cubicBezTo>
                    <a:pt x="157081" y="299605"/>
                    <a:pt x="147008" y="297985"/>
                    <a:pt x="134369" y="290651"/>
                  </a:cubicBezTo>
                  <a:cubicBezTo>
                    <a:pt x="121693" y="283374"/>
                    <a:pt x="111145" y="272906"/>
                    <a:pt x="103770" y="260266"/>
                  </a:cubicBezTo>
                  <a:cubicBezTo>
                    <a:pt x="96282" y="248093"/>
                    <a:pt x="92272" y="234092"/>
                    <a:pt x="92177" y="219785"/>
                  </a:cubicBezTo>
                  <a:close/>
                  <a:moveTo>
                    <a:pt x="117645" y="235120"/>
                  </a:moveTo>
                  <a:cubicBezTo>
                    <a:pt x="117768" y="241178"/>
                    <a:pt x="119403" y="247103"/>
                    <a:pt x="122396" y="252361"/>
                  </a:cubicBezTo>
                  <a:cubicBezTo>
                    <a:pt x="125142" y="257657"/>
                    <a:pt x="129285" y="262105"/>
                    <a:pt x="134369" y="265219"/>
                  </a:cubicBezTo>
                  <a:cubicBezTo>
                    <a:pt x="145108" y="271506"/>
                    <a:pt x="150524" y="267696"/>
                    <a:pt x="150524" y="253885"/>
                  </a:cubicBezTo>
                  <a:lnTo>
                    <a:pt x="150524" y="242169"/>
                  </a:lnTo>
                  <a:cubicBezTo>
                    <a:pt x="150524" y="236102"/>
                    <a:pt x="148985" y="230139"/>
                    <a:pt x="146058" y="224834"/>
                  </a:cubicBezTo>
                  <a:cubicBezTo>
                    <a:pt x="143302" y="219614"/>
                    <a:pt x="139159" y="215261"/>
                    <a:pt x="134084" y="212260"/>
                  </a:cubicBezTo>
                  <a:cubicBezTo>
                    <a:pt x="130720" y="209527"/>
                    <a:pt x="126064" y="209041"/>
                    <a:pt x="122206" y="211022"/>
                  </a:cubicBezTo>
                  <a:cubicBezTo>
                    <a:pt x="118671" y="214175"/>
                    <a:pt x="116960" y="218899"/>
                    <a:pt x="117645" y="223595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47"/>
            <p:cNvSpPr/>
            <p:nvPr/>
          </p:nvSpPr>
          <p:spPr>
            <a:xfrm>
              <a:off x="3417840" y="830009"/>
              <a:ext cx="336307" cy="520393"/>
            </a:xfrm>
            <a:custGeom>
              <a:avLst/>
              <a:gdLst/>
              <a:ahLst/>
              <a:cxnLst/>
              <a:rect l="l" t="t" r="r" b="b"/>
              <a:pathLst>
                <a:path w="336307" h="520393" extrusionOk="0">
                  <a:moveTo>
                    <a:pt x="294302" y="134154"/>
                  </a:moveTo>
                  <a:lnTo>
                    <a:pt x="70986" y="4900"/>
                  </a:lnTo>
                  <a:cubicBezTo>
                    <a:pt x="63640" y="-76"/>
                    <a:pt x="54403" y="-1344"/>
                    <a:pt x="45994" y="1471"/>
                  </a:cubicBezTo>
                  <a:lnTo>
                    <a:pt x="45994" y="1471"/>
                  </a:lnTo>
                  <a:cubicBezTo>
                    <a:pt x="44205" y="2253"/>
                    <a:pt x="42515" y="3245"/>
                    <a:pt x="40957" y="4424"/>
                  </a:cubicBezTo>
                  <a:lnTo>
                    <a:pt x="0" y="27951"/>
                  </a:lnTo>
                  <a:lnTo>
                    <a:pt x="28508" y="67575"/>
                  </a:lnTo>
                  <a:lnTo>
                    <a:pt x="28508" y="280268"/>
                  </a:lnTo>
                  <a:cubicBezTo>
                    <a:pt x="28508" y="311510"/>
                    <a:pt x="47514" y="347800"/>
                    <a:pt x="70796" y="361326"/>
                  </a:cubicBezTo>
                  <a:lnTo>
                    <a:pt x="267789" y="475626"/>
                  </a:lnTo>
                  <a:lnTo>
                    <a:pt x="274346" y="520393"/>
                  </a:lnTo>
                  <a:lnTo>
                    <a:pt x="320244" y="493818"/>
                  </a:lnTo>
                  <a:cubicBezTo>
                    <a:pt x="321261" y="493333"/>
                    <a:pt x="322240" y="492799"/>
                    <a:pt x="323190" y="492199"/>
                  </a:cubicBezTo>
                  <a:lnTo>
                    <a:pt x="323190" y="492199"/>
                  </a:lnTo>
                  <a:lnTo>
                    <a:pt x="323190" y="492199"/>
                  </a:lnTo>
                  <a:cubicBezTo>
                    <a:pt x="332551" y="483865"/>
                    <a:pt x="337359" y="471539"/>
                    <a:pt x="336114" y="459052"/>
                  </a:cubicBezTo>
                  <a:lnTo>
                    <a:pt x="336114" y="215212"/>
                  </a:lnTo>
                  <a:cubicBezTo>
                    <a:pt x="336684" y="183970"/>
                    <a:pt x="317679" y="147680"/>
                    <a:pt x="294302" y="134154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47"/>
            <p:cNvSpPr/>
            <p:nvPr/>
          </p:nvSpPr>
          <p:spPr>
            <a:xfrm>
              <a:off x="3400355" y="856397"/>
              <a:ext cx="307985" cy="495973"/>
            </a:xfrm>
            <a:custGeom>
              <a:avLst/>
              <a:gdLst/>
              <a:ahLst/>
              <a:cxnLst/>
              <a:rect l="l" t="t" r="r" b="b"/>
              <a:pathLst>
                <a:path w="307985" h="495973" extrusionOk="0">
                  <a:moveTo>
                    <a:pt x="265698" y="490766"/>
                  </a:moveTo>
                  <a:lnTo>
                    <a:pt x="42382" y="361702"/>
                  </a:lnTo>
                  <a:cubicBezTo>
                    <a:pt x="19006" y="348177"/>
                    <a:pt x="0" y="311886"/>
                    <a:pt x="0" y="280644"/>
                  </a:cubicBezTo>
                  <a:lnTo>
                    <a:pt x="0" y="37185"/>
                  </a:lnTo>
                  <a:cubicBezTo>
                    <a:pt x="0" y="5943"/>
                    <a:pt x="19006" y="-8439"/>
                    <a:pt x="42382" y="5086"/>
                  </a:cubicBezTo>
                  <a:lnTo>
                    <a:pt x="265698" y="134340"/>
                  </a:lnTo>
                  <a:cubicBezTo>
                    <a:pt x="289075" y="147866"/>
                    <a:pt x="307986" y="184156"/>
                    <a:pt x="307986" y="215398"/>
                  </a:cubicBezTo>
                  <a:lnTo>
                    <a:pt x="307986" y="458667"/>
                  </a:lnTo>
                  <a:cubicBezTo>
                    <a:pt x="307986" y="489909"/>
                    <a:pt x="289075" y="504577"/>
                    <a:pt x="265698" y="490766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47"/>
            <p:cNvSpPr/>
            <p:nvPr/>
          </p:nvSpPr>
          <p:spPr>
            <a:xfrm>
              <a:off x="3456326" y="989404"/>
              <a:ext cx="196042" cy="250697"/>
            </a:xfrm>
            <a:custGeom>
              <a:avLst/>
              <a:gdLst/>
              <a:ahLst/>
              <a:cxnLst/>
              <a:rect l="l" t="t" r="r" b="b"/>
              <a:pathLst>
                <a:path w="196042" h="250697" extrusionOk="0">
                  <a:moveTo>
                    <a:pt x="98069" y="0"/>
                  </a:moveTo>
                  <a:lnTo>
                    <a:pt x="128288" y="88487"/>
                  </a:lnTo>
                  <a:lnTo>
                    <a:pt x="196043" y="139065"/>
                  </a:lnTo>
                  <a:lnTo>
                    <a:pt x="147008" y="166021"/>
                  </a:lnTo>
                  <a:lnTo>
                    <a:pt x="158602" y="250698"/>
                  </a:lnTo>
                  <a:lnTo>
                    <a:pt x="98069" y="178879"/>
                  </a:lnTo>
                  <a:lnTo>
                    <a:pt x="37441" y="180594"/>
                  </a:lnTo>
                  <a:lnTo>
                    <a:pt x="49034" y="109252"/>
                  </a:lnTo>
                  <a:lnTo>
                    <a:pt x="0" y="25622"/>
                  </a:lnTo>
                  <a:lnTo>
                    <a:pt x="67755" y="53435"/>
                  </a:lnTo>
                  <a:lnTo>
                    <a:pt x="98069" y="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194010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Other Technologies</a:t>
            </a:r>
            <a:endParaRPr sz="2400" dirty="0"/>
          </a:p>
        </p:txBody>
      </p:sp>
      <p:sp>
        <p:nvSpPr>
          <p:cNvPr id="3813" name="Google Shape;3813;p47"/>
          <p:cNvSpPr txBox="1"/>
          <p:nvPr/>
        </p:nvSpPr>
        <p:spPr>
          <a:xfrm>
            <a:off x="381000" y="1466850"/>
            <a:ext cx="17826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arlow Light"/>
                <a:ea typeface="Barlow Light"/>
                <a:cs typeface="Barlow Light"/>
                <a:sym typeface="Barlow Light"/>
              </a:rPr>
              <a:t>We will interact with quite a few Azure Services along the journey.</a:t>
            </a:r>
            <a:endParaRPr sz="1200" dirty="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  <p:extLst>
      <p:ext uri="{BB962C8B-B14F-4D97-AF65-F5344CB8AC3E}">
        <p14:creationId xmlns:p14="http://schemas.microsoft.com/office/powerpoint/2010/main" val="1503145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3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40</a:t>
            </a:fld>
            <a:endParaRPr>
              <a:solidFill>
                <a:schemeClr val="accent2"/>
              </a:solidFill>
            </a:endParaRPr>
          </a:p>
        </p:txBody>
      </p:sp>
      <p:sp>
        <p:nvSpPr>
          <p:cNvPr id="2043" name="Google Shape;2043;p33"/>
          <p:cNvSpPr txBox="1">
            <a:spLocks noGrp="1"/>
          </p:cNvSpPr>
          <p:nvPr>
            <p:ph type="body" idx="4294967295"/>
          </p:nvPr>
        </p:nvSpPr>
        <p:spPr>
          <a:xfrm>
            <a:off x="476249" y="1528175"/>
            <a:ext cx="3454133" cy="208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Section Overview</a:t>
            </a:r>
            <a:endParaRPr sz="3000" dirty="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marL="342900"/>
            <a:r>
              <a:rPr lang="en" sz="2400" dirty="0">
                <a:solidFill>
                  <a:schemeClr val="lt1"/>
                </a:solidFill>
              </a:rPr>
              <a:t>Discuss Agile vs Waterfall</a:t>
            </a:r>
          </a:p>
          <a:p>
            <a:pPr marL="342900"/>
            <a:r>
              <a:rPr lang="en" sz="2400" dirty="0">
                <a:solidFill>
                  <a:schemeClr val="lt1"/>
                </a:solidFill>
              </a:rPr>
              <a:t>Setup Azure DevOps Account</a:t>
            </a:r>
          </a:p>
          <a:p>
            <a:pPr marL="342900"/>
            <a:r>
              <a:rPr lang="en" sz="2400" dirty="0">
                <a:solidFill>
                  <a:schemeClr val="lt1"/>
                </a:solidFill>
              </a:rPr>
              <a:t>Discuss Azure Devops main fetures</a:t>
            </a:r>
          </a:p>
        </p:txBody>
      </p:sp>
      <p:grpSp>
        <p:nvGrpSpPr>
          <p:cNvPr id="2044" name="Google Shape;2044;p33"/>
          <p:cNvGrpSpPr/>
          <p:nvPr/>
        </p:nvGrpSpPr>
        <p:grpSpPr>
          <a:xfrm>
            <a:off x="7531343" y="3648583"/>
            <a:ext cx="748204" cy="1061422"/>
            <a:chOff x="6492887" y="4126007"/>
            <a:chExt cx="271993" cy="422295"/>
          </a:xfrm>
        </p:grpSpPr>
        <p:sp>
          <p:nvSpPr>
            <p:cNvPr id="2045" name="Google Shape;2045;p33"/>
            <p:cNvSpPr/>
            <p:nvPr/>
          </p:nvSpPr>
          <p:spPr>
            <a:xfrm rot="10800000">
              <a:off x="6492887" y="4392220"/>
              <a:ext cx="271993" cy="156082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33"/>
            <p:cNvSpPr/>
            <p:nvPr/>
          </p:nvSpPr>
          <p:spPr>
            <a:xfrm flipH="1">
              <a:off x="6563431" y="4299082"/>
              <a:ext cx="180447" cy="104443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33"/>
            <p:cNvSpPr/>
            <p:nvPr/>
          </p:nvSpPr>
          <p:spPr>
            <a:xfrm flipH="1">
              <a:off x="6653655" y="4351284"/>
              <a:ext cx="90223" cy="156685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33"/>
            <p:cNvSpPr/>
            <p:nvPr/>
          </p:nvSpPr>
          <p:spPr>
            <a:xfrm flipH="1">
              <a:off x="6563431" y="4351284"/>
              <a:ext cx="90223" cy="156685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33"/>
            <p:cNvSpPr/>
            <p:nvPr/>
          </p:nvSpPr>
          <p:spPr>
            <a:xfrm>
              <a:off x="6631565" y="4127172"/>
              <a:ext cx="91680" cy="134039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33"/>
            <p:cNvSpPr/>
            <p:nvPr/>
          </p:nvSpPr>
          <p:spPr>
            <a:xfrm>
              <a:off x="6638516" y="4126007"/>
              <a:ext cx="43914" cy="5411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33"/>
            <p:cNvSpPr/>
            <p:nvPr/>
          </p:nvSpPr>
          <p:spPr>
            <a:xfrm>
              <a:off x="6647100" y="4184749"/>
              <a:ext cx="54168" cy="6062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33"/>
            <p:cNvSpPr/>
            <p:nvPr/>
          </p:nvSpPr>
          <p:spPr>
            <a:xfrm>
              <a:off x="6554604" y="4208935"/>
              <a:ext cx="102224" cy="145520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33"/>
            <p:cNvSpPr/>
            <p:nvPr/>
          </p:nvSpPr>
          <p:spPr>
            <a:xfrm>
              <a:off x="6631332" y="4204595"/>
              <a:ext cx="78964" cy="10415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33"/>
            <p:cNvSpPr/>
            <p:nvPr/>
          </p:nvSpPr>
          <p:spPr>
            <a:xfrm>
              <a:off x="6645396" y="4130153"/>
              <a:ext cx="58090" cy="71561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33"/>
            <p:cNvSpPr/>
            <p:nvPr/>
          </p:nvSpPr>
          <p:spPr>
            <a:xfrm>
              <a:off x="6647754" y="4129873"/>
              <a:ext cx="58319" cy="5488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33"/>
            <p:cNvSpPr/>
            <p:nvPr/>
          </p:nvSpPr>
          <p:spPr>
            <a:xfrm>
              <a:off x="6577749" y="4490229"/>
              <a:ext cx="45861" cy="34982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33"/>
            <p:cNvSpPr/>
            <p:nvPr/>
          </p:nvSpPr>
          <p:spPr>
            <a:xfrm>
              <a:off x="6577951" y="4501389"/>
              <a:ext cx="45653" cy="2383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33"/>
            <p:cNvSpPr/>
            <p:nvPr/>
          </p:nvSpPr>
          <p:spPr>
            <a:xfrm>
              <a:off x="6554804" y="4475155"/>
              <a:ext cx="41980" cy="32521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33"/>
            <p:cNvSpPr/>
            <p:nvPr/>
          </p:nvSpPr>
          <p:spPr>
            <a:xfrm>
              <a:off x="6554997" y="4485886"/>
              <a:ext cx="41814" cy="21828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33"/>
            <p:cNvSpPr/>
            <p:nvPr/>
          </p:nvSpPr>
          <p:spPr>
            <a:xfrm>
              <a:off x="6570371" y="4307401"/>
              <a:ext cx="99964" cy="172414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33"/>
            <p:cNvSpPr/>
            <p:nvPr/>
          </p:nvSpPr>
          <p:spPr>
            <a:xfrm>
              <a:off x="6597627" y="4307742"/>
              <a:ext cx="99521" cy="186686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33"/>
            <p:cNvSpPr/>
            <p:nvPr/>
          </p:nvSpPr>
          <p:spPr>
            <a:xfrm>
              <a:off x="6560564" y="4295988"/>
              <a:ext cx="148825" cy="136991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33"/>
            <p:cNvSpPr/>
            <p:nvPr/>
          </p:nvSpPr>
          <p:spPr>
            <a:xfrm>
              <a:off x="6680201" y="4215053"/>
              <a:ext cx="51721" cy="181324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33"/>
            <p:cNvSpPr/>
            <p:nvPr/>
          </p:nvSpPr>
          <p:spPr>
            <a:xfrm>
              <a:off x="6690335" y="4212768"/>
              <a:ext cx="31273" cy="39773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33"/>
            <p:cNvSpPr/>
            <p:nvPr/>
          </p:nvSpPr>
          <p:spPr>
            <a:xfrm>
              <a:off x="6629015" y="4204538"/>
              <a:ext cx="26751" cy="28086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66" name="Google Shape;2066;p33"/>
            <p:cNvGrpSpPr/>
            <p:nvPr/>
          </p:nvGrpSpPr>
          <p:grpSpPr>
            <a:xfrm>
              <a:off x="6551528" y="4270928"/>
              <a:ext cx="147953" cy="112133"/>
              <a:chOff x="6621095" y="1452181"/>
              <a:chExt cx="330894" cy="250785"/>
            </a:xfrm>
          </p:grpSpPr>
          <p:sp>
            <p:nvSpPr>
              <p:cNvPr id="2067" name="Google Shape;2067;p3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3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3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3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3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" name="Google Shape;408;p15">
            <a:extLst>
              <a:ext uri="{FF2B5EF4-FFF2-40B4-BE49-F238E27FC236}">
                <a16:creationId xmlns:a16="http://schemas.microsoft.com/office/drawing/2014/main" id="{BF1ACABD-1D67-4B94-AFDE-922FB2D176C2}"/>
              </a:ext>
            </a:extLst>
          </p:cNvPr>
          <p:cNvGrpSpPr/>
          <p:nvPr/>
        </p:nvGrpSpPr>
        <p:grpSpPr>
          <a:xfrm>
            <a:off x="4770102" y="305735"/>
            <a:ext cx="3239723" cy="3318665"/>
            <a:chOff x="2270525" y="117216"/>
            <a:chExt cx="4650765" cy="4762722"/>
          </a:xfrm>
        </p:grpSpPr>
        <p:sp>
          <p:nvSpPr>
            <p:cNvPr id="39" name="Google Shape;409;p15">
              <a:extLst>
                <a:ext uri="{FF2B5EF4-FFF2-40B4-BE49-F238E27FC236}">
                  <a16:creationId xmlns:a16="http://schemas.microsoft.com/office/drawing/2014/main" id="{94D57340-DCE0-4111-BD21-DFAFAF756D60}"/>
                </a:ext>
              </a:extLst>
            </p:cNvPr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10;p15">
              <a:extLst>
                <a:ext uri="{FF2B5EF4-FFF2-40B4-BE49-F238E27FC236}">
                  <a16:creationId xmlns:a16="http://schemas.microsoft.com/office/drawing/2014/main" id="{342832E3-C612-4021-B214-522FB06BC982}"/>
                </a:ext>
              </a:extLst>
            </p:cNvPr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1;p15">
              <a:extLst>
                <a:ext uri="{FF2B5EF4-FFF2-40B4-BE49-F238E27FC236}">
                  <a16:creationId xmlns:a16="http://schemas.microsoft.com/office/drawing/2014/main" id="{77135C29-C700-4D63-AD0D-7A98DC1D04D5}"/>
                </a:ext>
              </a:extLst>
            </p:cNvPr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12;p15">
              <a:extLst>
                <a:ext uri="{FF2B5EF4-FFF2-40B4-BE49-F238E27FC236}">
                  <a16:creationId xmlns:a16="http://schemas.microsoft.com/office/drawing/2014/main" id="{7B144E79-8F1A-496C-981B-47E1FE97088E}"/>
                </a:ext>
              </a:extLst>
            </p:cNvPr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13;p15">
              <a:extLst>
                <a:ext uri="{FF2B5EF4-FFF2-40B4-BE49-F238E27FC236}">
                  <a16:creationId xmlns:a16="http://schemas.microsoft.com/office/drawing/2014/main" id="{5A6CD40D-C1CB-4A5D-8477-13C2C13AC45D}"/>
                </a:ext>
              </a:extLst>
            </p:cNvPr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14;p15">
              <a:extLst>
                <a:ext uri="{FF2B5EF4-FFF2-40B4-BE49-F238E27FC236}">
                  <a16:creationId xmlns:a16="http://schemas.microsoft.com/office/drawing/2014/main" id="{4F5B9332-BE68-4937-A9BD-D9BA67CACF30}"/>
                </a:ext>
              </a:extLst>
            </p:cNvPr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15;p15">
              <a:extLst>
                <a:ext uri="{FF2B5EF4-FFF2-40B4-BE49-F238E27FC236}">
                  <a16:creationId xmlns:a16="http://schemas.microsoft.com/office/drawing/2014/main" id="{EC268AF0-8885-4A13-AE65-B8C8677B25A1}"/>
                </a:ext>
              </a:extLst>
            </p:cNvPr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16;p15">
              <a:extLst>
                <a:ext uri="{FF2B5EF4-FFF2-40B4-BE49-F238E27FC236}">
                  <a16:creationId xmlns:a16="http://schemas.microsoft.com/office/drawing/2014/main" id="{CA283CB5-4FF2-46AD-9B34-395E589407DD}"/>
                </a:ext>
              </a:extLst>
            </p:cNvPr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17;p15">
              <a:extLst>
                <a:ext uri="{FF2B5EF4-FFF2-40B4-BE49-F238E27FC236}">
                  <a16:creationId xmlns:a16="http://schemas.microsoft.com/office/drawing/2014/main" id="{D4C35CC7-AC40-46BD-B95C-BA67795F99BD}"/>
                </a:ext>
              </a:extLst>
            </p:cNvPr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18;p15">
              <a:extLst>
                <a:ext uri="{FF2B5EF4-FFF2-40B4-BE49-F238E27FC236}">
                  <a16:creationId xmlns:a16="http://schemas.microsoft.com/office/drawing/2014/main" id="{943AFE73-66CD-41FD-8D80-7CDBE3C37EAF}"/>
                </a:ext>
              </a:extLst>
            </p:cNvPr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19;p15">
              <a:extLst>
                <a:ext uri="{FF2B5EF4-FFF2-40B4-BE49-F238E27FC236}">
                  <a16:creationId xmlns:a16="http://schemas.microsoft.com/office/drawing/2014/main" id="{410606EF-4360-4D37-908B-950567CE60FB}"/>
                </a:ext>
              </a:extLst>
            </p:cNvPr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420;p15">
              <a:extLst>
                <a:ext uri="{FF2B5EF4-FFF2-40B4-BE49-F238E27FC236}">
                  <a16:creationId xmlns:a16="http://schemas.microsoft.com/office/drawing/2014/main" id="{47B7BB63-C0F6-48AC-B3D6-6F430BB52675}"/>
                </a:ext>
              </a:extLst>
            </p:cNvPr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421;p15">
              <a:extLst>
                <a:ext uri="{FF2B5EF4-FFF2-40B4-BE49-F238E27FC236}">
                  <a16:creationId xmlns:a16="http://schemas.microsoft.com/office/drawing/2014/main" id="{346E5C05-8BC1-4513-98FD-4409F100FB2E}"/>
                </a:ext>
              </a:extLst>
            </p:cNvPr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422;p15">
              <a:extLst>
                <a:ext uri="{FF2B5EF4-FFF2-40B4-BE49-F238E27FC236}">
                  <a16:creationId xmlns:a16="http://schemas.microsoft.com/office/drawing/2014/main" id="{02D8F27B-3A9D-4D8F-877D-3C98F808A3C3}"/>
                </a:ext>
              </a:extLst>
            </p:cNvPr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423;p15">
              <a:extLst>
                <a:ext uri="{FF2B5EF4-FFF2-40B4-BE49-F238E27FC236}">
                  <a16:creationId xmlns:a16="http://schemas.microsoft.com/office/drawing/2014/main" id="{39B4DAA9-833B-4463-9BD8-9FDE1D043D7D}"/>
                </a:ext>
              </a:extLst>
            </p:cNvPr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424;p15">
              <a:extLst>
                <a:ext uri="{FF2B5EF4-FFF2-40B4-BE49-F238E27FC236}">
                  <a16:creationId xmlns:a16="http://schemas.microsoft.com/office/drawing/2014/main" id="{113BF7B0-B73B-4EE2-8BD5-2707C6961C11}"/>
                </a:ext>
              </a:extLst>
            </p:cNvPr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425;p15">
              <a:extLst>
                <a:ext uri="{FF2B5EF4-FFF2-40B4-BE49-F238E27FC236}">
                  <a16:creationId xmlns:a16="http://schemas.microsoft.com/office/drawing/2014/main" id="{41E24DEB-E49E-486B-8B46-CA3F8E692ABB}"/>
                </a:ext>
              </a:extLst>
            </p:cNvPr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426;p15">
              <a:extLst>
                <a:ext uri="{FF2B5EF4-FFF2-40B4-BE49-F238E27FC236}">
                  <a16:creationId xmlns:a16="http://schemas.microsoft.com/office/drawing/2014/main" id="{B02871E3-93E4-458D-9B65-1F68C8D0D74E}"/>
                </a:ext>
              </a:extLst>
            </p:cNvPr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427;p15">
              <a:extLst>
                <a:ext uri="{FF2B5EF4-FFF2-40B4-BE49-F238E27FC236}">
                  <a16:creationId xmlns:a16="http://schemas.microsoft.com/office/drawing/2014/main" id="{6353E3F0-ED86-4AA1-A250-DC26B13C8EDA}"/>
                </a:ext>
              </a:extLst>
            </p:cNvPr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428;p15">
              <a:extLst>
                <a:ext uri="{FF2B5EF4-FFF2-40B4-BE49-F238E27FC236}">
                  <a16:creationId xmlns:a16="http://schemas.microsoft.com/office/drawing/2014/main" id="{1D0799DF-CFEF-416B-B45A-EC3A308836C9}"/>
                </a:ext>
              </a:extLst>
            </p:cNvPr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429;p15">
              <a:extLst>
                <a:ext uri="{FF2B5EF4-FFF2-40B4-BE49-F238E27FC236}">
                  <a16:creationId xmlns:a16="http://schemas.microsoft.com/office/drawing/2014/main" id="{43F5E640-1175-4B9C-9EA2-56FF1AD60BAB}"/>
                </a:ext>
              </a:extLst>
            </p:cNvPr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" name="Google Shape;430;p15">
              <a:extLst>
                <a:ext uri="{FF2B5EF4-FFF2-40B4-BE49-F238E27FC236}">
                  <a16:creationId xmlns:a16="http://schemas.microsoft.com/office/drawing/2014/main" id="{024D70B8-123F-4E36-B2B0-D446D9562DC2}"/>
                </a:ext>
              </a:extLst>
            </p:cNvPr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104" name="Google Shape;431;p15">
                <a:extLst>
                  <a:ext uri="{FF2B5EF4-FFF2-40B4-BE49-F238E27FC236}">
                    <a16:creationId xmlns:a16="http://schemas.microsoft.com/office/drawing/2014/main" id="{C2315FB3-8AB3-4830-8C2A-41FD517D8A97}"/>
                  </a:ext>
                </a:extLst>
              </p:cNvPr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432;p15">
                <a:extLst>
                  <a:ext uri="{FF2B5EF4-FFF2-40B4-BE49-F238E27FC236}">
                    <a16:creationId xmlns:a16="http://schemas.microsoft.com/office/drawing/2014/main" id="{6B6259C9-9C0D-449A-A2E5-D78C79905F7E}"/>
                  </a:ext>
                </a:extLst>
              </p:cNvPr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433;p15">
                <a:extLst>
                  <a:ext uri="{FF2B5EF4-FFF2-40B4-BE49-F238E27FC236}">
                    <a16:creationId xmlns:a16="http://schemas.microsoft.com/office/drawing/2014/main" id="{8AB2D537-C4D0-4FE4-8FEB-03DDCAADB4FF}"/>
                  </a:ext>
                </a:extLst>
              </p:cNvPr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434;p15">
                <a:extLst>
                  <a:ext uri="{FF2B5EF4-FFF2-40B4-BE49-F238E27FC236}">
                    <a16:creationId xmlns:a16="http://schemas.microsoft.com/office/drawing/2014/main" id="{55515F6F-3B4B-43F8-A287-DB1596BD657A}"/>
                  </a:ext>
                </a:extLst>
              </p:cNvPr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435;p15">
                <a:extLst>
                  <a:ext uri="{FF2B5EF4-FFF2-40B4-BE49-F238E27FC236}">
                    <a16:creationId xmlns:a16="http://schemas.microsoft.com/office/drawing/2014/main" id="{AD25515F-F3BD-434E-91CC-DF9D784845E5}"/>
                  </a:ext>
                </a:extLst>
              </p:cNvPr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436;p15">
                <a:extLst>
                  <a:ext uri="{FF2B5EF4-FFF2-40B4-BE49-F238E27FC236}">
                    <a16:creationId xmlns:a16="http://schemas.microsoft.com/office/drawing/2014/main" id="{15EF0571-CD51-4264-9D94-3F5459EA3320}"/>
                  </a:ext>
                </a:extLst>
              </p:cNvPr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437;p15">
                <a:extLst>
                  <a:ext uri="{FF2B5EF4-FFF2-40B4-BE49-F238E27FC236}">
                    <a16:creationId xmlns:a16="http://schemas.microsoft.com/office/drawing/2014/main" id="{0672A6A7-3759-48F7-85FC-C85113AE4573}"/>
                  </a:ext>
                </a:extLst>
              </p:cNvPr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438;p15">
                <a:extLst>
                  <a:ext uri="{FF2B5EF4-FFF2-40B4-BE49-F238E27FC236}">
                    <a16:creationId xmlns:a16="http://schemas.microsoft.com/office/drawing/2014/main" id="{7CFA9035-4B06-414E-A382-CD78F3D2BDC9}"/>
                  </a:ext>
                </a:extLst>
              </p:cNvPr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439;p15">
                <a:extLst>
                  <a:ext uri="{FF2B5EF4-FFF2-40B4-BE49-F238E27FC236}">
                    <a16:creationId xmlns:a16="http://schemas.microsoft.com/office/drawing/2014/main" id="{D934B465-758E-4A66-BD06-75E9A93662C9}"/>
                  </a:ext>
                </a:extLst>
              </p:cNvPr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440;p15">
                <a:extLst>
                  <a:ext uri="{FF2B5EF4-FFF2-40B4-BE49-F238E27FC236}">
                    <a16:creationId xmlns:a16="http://schemas.microsoft.com/office/drawing/2014/main" id="{E3653A7A-E0A5-406B-B660-695AE6EBB2FE}"/>
                  </a:ext>
                </a:extLst>
              </p:cNvPr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441;p15">
                <a:extLst>
                  <a:ext uri="{FF2B5EF4-FFF2-40B4-BE49-F238E27FC236}">
                    <a16:creationId xmlns:a16="http://schemas.microsoft.com/office/drawing/2014/main" id="{67F8958F-8B40-4FEC-A9EB-446A3CDA3E1F}"/>
                  </a:ext>
                </a:extLst>
              </p:cNvPr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442;p15">
                <a:extLst>
                  <a:ext uri="{FF2B5EF4-FFF2-40B4-BE49-F238E27FC236}">
                    <a16:creationId xmlns:a16="http://schemas.microsoft.com/office/drawing/2014/main" id="{91FF91EE-CBD9-4CB4-9D0A-E987811A1970}"/>
                  </a:ext>
                </a:extLst>
              </p:cNvPr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443;p15">
                <a:extLst>
                  <a:ext uri="{FF2B5EF4-FFF2-40B4-BE49-F238E27FC236}">
                    <a16:creationId xmlns:a16="http://schemas.microsoft.com/office/drawing/2014/main" id="{C673132F-73FF-481A-8AA1-E79A1B9B0933}"/>
                  </a:ext>
                </a:extLst>
              </p:cNvPr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444;p15">
                <a:extLst>
                  <a:ext uri="{FF2B5EF4-FFF2-40B4-BE49-F238E27FC236}">
                    <a16:creationId xmlns:a16="http://schemas.microsoft.com/office/drawing/2014/main" id="{D55B354A-FF98-4738-9F3B-D88B67C4EF01}"/>
                  </a:ext>
                </a:extLst>
              </p:cNvPr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445;p15">
                <a:extLst>
                  <a:ext uri="{FF2B5EF4-FFF2-40B4-BE49-F238E27FC236}">
                    <a16:creationId xmlns:a16="http://schemas.microsoft.com/office/drawing/2014/main" id="{556C6FA8-DE39-4CDB-8F32-CB9B15C83EA2}"/>
                  </a:ext>
                </a:extLst>
              </p:cNvPr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446;p15">
                <a:extLst>
                  <a:ext uri="{FF2B5EF4-FFF2-40B4-BE49-F238E27FC236}">
                    <a16:creationId xmlns:a16="http://schemas.microsoft.com/office/drawing/2014/main" id="{66A6D7B2-45A9-4716-B19E-059C8F71FE6C}"/>
                  </a:ext>
                </a:extLst>
              </p:cNvPr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447;p15">
                <a:extLst>
                  <a:ext uri="{FF2B5EF4-FFF2-40B4-BE49-F238E27FC236}">
                    <a16:creationId xmlns:a16="http://schemas.microsoft.com/office/drawing/2014/main" id="{EF4205E8-BB1D-4E7A-94B9-E8A5F17B2A47}"/>
                  </a:ext>
                </a:extLst>
              </p:cNvPr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448;p15">
                <a:extLst>
                  <a:ext uri="{FF2B5EF4-FFF2-40B4-BE49-F238E27FC236}">
                    <a16:creationId xmlns:a16="http://schemas.microsoft.com/office/drawing/2014/main" id="{AFA8D688-E350-4D08-BCA6-83945AA1F9F0}"/>
                  </a:ext>
                </a:extLst>
              </p:cNvPr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449;p15">
                <a:extLst>
                  <a:ext uri="{FF2B5EF4-FFF2-40B4-BE49-F238E27FC236}">
                    <a16:creationId xmlns:a16="http://schemas.microsoft.com/office/drawing/2014/main" id="{DD1B2B95-3EA2-43BA-97FC-DC4A8C744F89}"/>
                  </a:ext>
                </a:extLst>
              </p:cNvPr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450;p15">
                <a:extLst>
                  <a:ext uri="{FF2B5EF4-FFF2-40B4-BE49-F238E27FC236}">
                    <a16:creationId xmlns:a16="http://schemas.microsoft.com/office/drawing/2014/main" id="{14A2BA7C-020A-44C3-B8C9-12119CC0FBB0}"/>
                  </a:ext>
                </a:extLst>
              </p:cNvPr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451;p15">
                <a:extLst>
                  <a:ext uri="{FF2B5EF4-FFF2-40B4-BE49-F238E27FC236}">
                    <a16:creationId xmlns:a16="http://schemas.microsoft.com/office/drawing/2014/main" id="{CCF7AA8C-8E86-4A50-ACFA-B78C5232F6E6}"/>
                  </a:ext>
                </a:extLst>
              </p:cNvPr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452;p15">
                <a:extLst>
                  <a:ext uri="{FF2B5EF4-FFF2-40B4-BE49-F238E27FC236}">
                    <a16:creationId xmlns:a16="http://schemas.microsoft.com/office/drawing/2014/main" id="{DB2F1D77-0177-4F4A-B5C1-909BE3A91456}"/>
                  </a:ext>
                </a:extLst>
              </p:cNvPr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453;p15">
                <a:extLst>
                  <a:ext uri="{FF2B5EF4-FFF2-40B4-BE49-F238E27FC236}">
                    <a16:creationId xmlns:a16="http://schemas.microsoft.com/office/drawing/2014/main" id="{A904490D-1603-4A4A-8A0B-678499D9C7E1}"/>
                  </a:ext>
                </a:extLst>
              </p:cNvPr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454;p15">
                <a:extLst>
                  <a:ext uri="{FF2B5EF4-FFF2-40B4-BE49-F238E27FC236}">
                    <a16:creationId xmlns:a16="http://schemas.microsoft.com/office/drawing/2014/main" id="{717CC591-42FF-4730-A829-2453C622FEC4}"/>
                  </a:ext>
                </a:extLst>
              </p:cNvPr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455;p15">
                <a:extLst>
                  <a:ext uri="{FF2B5EF4-FFF2-40B4-BE49-F238E27FC236}">
                    <a16:creationId xmlns:a16="http://schemas.microsoft.com/office/drawing/2014/main" id="{FE3D5CC6-1533-4F28-BEE6-FBBE64B9E57F}"/>
                  </a:ext>
                </a:extLst>
              </p:cNvPr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456;p15">
                <a:extLst>
                  <a:ext uri="{FF2B5EF4-FFF2-40B4-BE49-F238E27FC236}">
                    <a16:creationId xmlns:a16="http://schemas.microsoft.com/office/drawing/2014/main" id="{D2199A7A-FA18-4257-9294-4B782569A77B}"/>
                  </a:ext>
                </a:extLst>
              </p:cNvPr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457;p15">
                <a:extLst>
                  <a:ext uri="{FF2B5EF4-FFF2-40B4-BE49-F238E27FC236}">
                    <a16:creationId xmlns:a16="http://schemas.microsoft.com/office/drawing/2014/main" id="{4C54854D-61A8-4C63-BD15-6F0FF6058792}"/>
                  </a:ext>
                </a:extLst>
              </p:cNvPr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458;p15">
                <a:extLst>
                  <a:ext uri="{FF2B5EF4-FFF2-40B4-BE49-F238E27FC236}">
                    <a16:creationId xmlns:a16="http://schemas.microsoft.com/office/drawing/2014/main" id="{1DEF6E02-D292-4557-84AA-5407C24541FC}"/>
                  </a:ext>
                </a:extLst>
              </p:cNvPr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459;p15">
                <a:extLst>
                  <a:ext uri="{FF2B5EF4-FFF2-40B4-BE49-F238E27FC236}">
                    <a16:creationId xmlns:a16="http://schemas.microsoft.com/office/drawing/2014/main" id="{A2B46E23-DFFC-4302-AF39-BD7BFD82C289}"/>
                  </a:ext>
                </a:extLst>
              </p:cNvPr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460;p15">
                <a:extLst>
                  <a:ext uri="{FF2B5EF4-FFF2-40B4-BE49-F238E27FC236}">
                    <a16:creationId xmlns:a16="http://schemas.microsoft.com/office/drawing/2014/main" id="{718E1240-DACF-497F-BEF6-587AC60FF9D5}"/>
                  </a:ext>
                </a:extLst>
              </p:cNvPr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461;p15">
                <a:extLst>
                  <a:ext uri="{FF2B5EF4-FFF2-40B4-BE49-F238E27FC236}">
                    <a16:creationId xmlns:a16="http://schemas.microsoft.com/office/drawing/2014/main" id="{7BE93451-1FBB-4645-996C-AEFF7BB14C44}"/>
                  </a:ext>
                </a:extLst>
              </p:cNvPr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462;p15">
                <a:extLst>
                  <a:ext uri="{FF2B5EF4-FFF2-40B4-BE49-F238E27FC236}">
                    <a16:creationId xmlns:a16="http://schemas.microsoft.com/office/drawing/2014/main" id="{A2E59FE4-1168-4CC8-A959-DBF6C62047FE}"/>
                  </a:ext>
                </a:extLst>
              </p:cNvPr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463;p15">
                <a:extLst>
                  <a:ext uri="{FF2B5EF4-FFF2-40B4-BE49-F238E27FC236}">
                    <a16:creationId xmlns:a16="http://schemas.microsoft.com/office/drawing/2014/main" id="{3C0C9EEB-D66A-4467-8262-B566D3E7091C}"/>
                  </a:ext>
                </a:extLst>
              </p:cNvPr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464;p15">
                <a:extLst>
                  <a:ext uri="{FF2B5EF4-FFF2-40B4-BE49-F238E27FC236}">
                    <a16:creationId xmlns:a16="http://schemas.microsoft.com/office/drawing/2014/main" id="{77804B52-C23D-4CEB-B4A8-B98CBFC1464F}"/>
                  </a:ext>
                </a:extLst>
              </p:cNvPr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465;p15">
                <a:extLst>
                  <a:ext uri="{FF2B5EF4-FFF2-40B4-BE49-F238E27FC236}">
                    <a16:creationId xmlns:a16="http://schemas.microsoft.com/office/drawing/2014/main" id="{CFFA318D-B034-4532-AB1B-A2DF9DCE90C4}"/>
                  </a:ext>
                </a:extLst>
              </p:cNvPr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466;p15">
                <a:extLst>
                  <a:ext uri="{FF2B5EF4-FFF2-40B4-BE49-F238E27FC236}">
                    <a16:creationId xmlns:a16="http://schemas.microsoft.com/office/drawing/2014/main" id="{744396BB-89EE-456F-9D03-2DC1ACBE1320}"/>
                  </a:ext>
                </a:extLst>
              </p:cNvPr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467;p15">
                <a:extLst>
                  <a:ext uri="{FF2B5EF4-FFF2-40B4-BE49-F238E27FC236}">
                    <a16:creationId xmlns:a16="http://schemas.microsoft.com/office/drawing/2014/main" id="{242756F0-F0C8-4F9E-8B45-C2A0D639DF52}"/>
                  </a:ext>
                </a:extLst>
              </p:cNvPr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468;p15">
                <a:extLst>
                  <a:ext uri="{FF2B5EF4-FFF2-40B4-BE49-F238E27FC236}">
                    <a16:creationId xmlns:a16="http://schemas.microsoft.com/office/drawing/2014/main" id="{9D15741E-695F-4BEA-883D-0699A5DF66D1}"/>
                  </a:ext>
                </a:extLst>
              </p:cNvPr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469;p15">
                <a:extLst>
                  <a:ext uri="{FF2B5EF4-FFF2-40B4-BE49-F238E27FC236}">
                    <a16:creationId xmlns:a16="http://schemas.microsoft.com/office/drawing/2014/main" id="{DF200978-E975-4FE7-AF77-E8C1E9D4B094}"/>
                  </a:ext>
                </a:extLst>
              </p:cNvPr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470;p15">
                <a:extLst>
                  <a:ext uri="{FF2B5EF4-FFF2-40B4-BE49-F238E27FC236}">
                    <a16:creationId xmlns:a16="http://schemas.microsoft.com/office/drawing/2014/main" id="{717A7CF0-C7FE-4D81-9DEB-2AC09D9C07DA}"/>
                  </a:ext>
                </a:extLst>
              </p:cNvPr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" name="Google Shape;471;p15">
              <a:extLst>
                <a:ext uri="{FF2B5EF4-FFF2-40B4-BE49-F238E27FC236}">
                  <a16:creationId xmlns:a16="http://schemas.microsoft.com/office/drawing/2014/main" id="{7A1D7C2A-A6E6-44E6-98DF-3A787ED69EC3}"/>
                </a:ext>
              </a:extLst>
            </p:cNvPr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472;p15">
              <a:extLst>
                <a:ext uri="{FF2B5EF4-FFF2-40B4-BE49-F238E27FC236}">
                  <a16:creationId xmlns:a16="http://schemas.microsoft.com/office/drawing/2014/main" id="{5167937F-D850-48E6-80EA-2970AFCCE677}"/>
                </a:ext>
              </a:extLst>
            </p:cNvPr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473;p15">
              <a:extLst>
                <a:ext uri="{FF2B5EF4-FFF2-40B4-BE49-F238E27FC236}">
                  <a16:creationId xmlns:a16="http://schemas.microsoft.com/office/drawing/2014/main" id="{347C19A0-A2A6-4E53-B272-09C264BCEBA7}"/>
                </a:ext>
              </a:extLst>
            </p:cNvPr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474;p15">
              <a:extLst>
                <a:ext uri="{FF2B5EF4-FFF2-40B4-BE49-F238E27FC236}">
                  <a16:creationId xmlns:a16="http://schemas.microsoft.com/office/drawing/2014/main" id="{BD3A1F4D-D8E2-4F7D-ABEA-5AE003FCFA85}"/>
                </a:ext>
              </a:extLst>
            </p:cNvPr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475;p15">
              <a:extLst>
                <a:ext uri="{FF2B5EF4-FFF2-40B4-BE49-F238E27FC236}">
                  <a16:creationId xmlns:a16="http://schemas.microsoft.com/office/drawing/2014/main" id="{7537AD1F-9A23-4A8F-9445-B2797FBC03AA}"/>
                </a:ext>
              </a:extLst>
            </p:cNvPr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476;p15">
              <a:extLst>
                <a:ext uri="{FF2B5EF4-FFF2-40B4-BE49-F238E27FC236}">
                  <a16:creationId xmlns:a16="http://schemas.microsoft.com/office/drawing/2014/main" id="{91D76F5C-FD13-4D3C-8B6A-088AA3420434}"/>
                </a:ext>
              </a:extLst>
            </p:cNvPr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477;p15">
              <a:extLst>
                <a:ext uri="{FF2B5EF4-FFF2-40B4-BE49-F238E27FC236}">
                  <a16:creationId xmlns:a16="http://schemas.microsoft.com/office/drawing/2014/main" id="{B1E7FFC3-4447-4DA6-B5A9-5ECCC003D850}"/>
                </a:ext>
              </a:extLst>
            </p:cNvPr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478;p15">
              <a:extLst>
                <a:ext uri="{FF2B5EF4-FFF2-40B4-BE49-F238E27FC236}">
                  <a16:creationId xmlns:a16="http://schemas.microsoft.com/office/drawing/2014/main" id="{C02288BB-8644-4B62-BAA9-9DAFAB2F884C}"/>
                </a:ext>
              </a:extLst>
            </p:cNvPr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479;p15">
              <a:extLst>
                <a:ext uri="{FF2B5EF4-FFF2-40B4-BE49-F238E27FC236}">
                  <a16:creationId xmlns:a16="http://schemas.microsoft.com/office/drawing/2014/main" id="{741E3910-04AE-48ED-99FC-5CE9A79B2224}"/>
                </a:ext>
              </a:extLst>
            </p:cNvPr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480;p15">
              <a:extLst>
                <a:ext uri="{FF2B5EF4-FFF2-40B4-BE49-F238E27FC236}">
                  <a16:creationId xmlns:a16="http://schemas.microsoft.com/office/drawing/2014/main" id="{798900A0-DDE3-4BEB-8729-3E3628FA1523}"/>
                </a:ext>
              </a:extLst>
            </p:cNvPr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481;p15">
              <a:extLst>
                <a:ext uri="{FF2B5EF4-FFF2-40B4-BE49-F238E27FC236}">
                  <a16:creationId xmlns:a16="http://schemas.microsoft.com/office/drawing/2014/main" id="{F78DC722-090F-4019-9FDA-392D3B5E508D}"/>
                </a:ext>
              </a:extLst>
            </p:cNvPr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482;p15">
              <a:extLst>
                <a:ext uri="{FF2B5EF4-FFF2-40B4-BE49-F238E27FC236}">
                  <a16:creationId xmlns:a16="http://schemas.microsoft.com/office/drawing/2014/main" id="{2BCB8989-AC9B-4D63-A8AF-0F1664E7629B}"/>
                </a:ext>
              </a:extLst>
            </p:cNvPr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83;p15">
              <a:extLst>
                <a:ext uri="{FF2B5EF4-FFF2-40B4-BE49-F238E27FC236}">
                  <a16:creationId xmlns:a16="http://schemas.microsoft.com/office/drawing/2014/main" id="{EA3BC208-FC98-4252-B4AD-A7D7AC0BED25}"/>
                </a:ext>
              </a:extLst>
            </p:cNvPr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484;p15">
              <a:extLst>
                <a:ext uri="{FF2B5EF4-FFF2-40B4-BE49-F238E27FC236}">
                  <a16:creationId xmlns:a16="http://schemas.microsoft.com/office/drawing/2014/main" id="{BCF57472-6214-4978-A881-D78608B8823A}"/>
                </a:ext>
              </a:extLst>
            </p:cNvPr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485;p15">
              <a:extLst>
                <a:ext uri="{FF2B5EF4-FFF2-40B4-BE49-F238E27FC236}">
                  <a16:creationId xmlns:a16="http://schemas.microsoft.com/office/drawing/2014/main" id="{A2EAE98C-F988-44B1-B4E3-8984C3CA28E7}"/>
                </a:ext>
              </a:extLst>
            </p:cNvPr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486;p15">
              <a:extLst>
                <a:ext uri="{FF2B5EF4-FFF2-40B4-BE49-F238E27FC236}">
                  <a16:creationId xmlns:a16="http://schemas.microsoft.com/office/drawing/2014/main" id="{7A559AB6-63C3-4941-8CF1-BEB557F065E6}"/>
                </a:ext>
              </a:extLst>
            </p:cNvPr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487;p15">
              <a:extLst>
                <a:ext uri="{FF2B5EF4-FFF2-40B4-BE49-F238E27FC236}">
                  <a16:creationId xmlns:a16="http://schemas.microsoft.com/office/drawing/2014/main" id="{5A5DA3B1-9AEE-4247-8770-461BFFD4F36D}"/>
                </a:ext>
              </a:extLst>
            </p:cNvPr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488;p15">
              <a:extLst>
                <a:ext uri="{FF2B5EF4-FFF2-40B4-BE49-F238E27FC236}">
                  <a16:creationId xmlns:a16="http://schemas.microsoft.com/office/drawing/2014/main" id="{D2B6C779-4705-4755-82E9-A2EA06CC1057}"/>
                </a:ext>
              </a:extLst>
            </p:cNvPr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489;p15">
              <a:extLst>
                <a:ext uri="{FF2B5EF4-FFF2-40B4-BE49-F238E27FC236}">
                  <a16:creationId xmlns:a16="http://schemas.microsoft.com/office/drawing/2014/main" id="{37462D54-33E5-4A2A-8D02-01D2426BAF37}"/>
                </a:ext>
              </a:extLst>
            </p:cNvPr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490;p15">
              <a:extLst>
                <a:ext uri="{FF2B5EF4-FFF2-40B4-BE49-F238E27FC236}">
                  <a16:creationId xmlns:a16="http://schemas.microsoft.com/office/drawing/2014/main" id="{73952F8A-76E8-420C-8D53-5FDAF3C35D7E}"/>
                </a:ext>
              </a:extLst>
            </p:cNvPr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491;p15">
              <a:extLst>
                <a:ext uri="{FF2B5EF4-FFF2-40B4-BE49-F238E27FC236}">
                  <a16:creationId xmlns:a16="http://schemas.microsoft.com/office/drawing/2014/main" id="{9823C9FF-176E-470A-9769-6933C107F038}"/>
                </a:ext>
              </a:extLst>
            </p:cNvPr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492;p15">
              <a:extLst>
                <a:ext uri="{FF2B5EF4-FFF2-40B4-BE49-F238E27FC236}">
                  <a16:creationId xmlns:a16="http://schemas.microsoft.com/office/drawing/2014/main" id="{5ADBF55D-707E-4A3A-8BC6-53E948D61585}"/>
                </a:ext>
              </a:extLst>
            </p:cNvPr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493;p15">
              <a:extLst>
                <a:ext uri="{FF2B5EF4-FFF2-40B4-BE49-F238E27FC236}">
                  <a16:creationId xmlns:a16="http://schemas.microsoft.com/office/drawing/2014/main" id="{62DE55FB-DFE4-4A79-8A11-2BA50A39CC55}"/>
                </a:ext>
              </a:extLst>
            </p:cNvPr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494;p15">
              <a:extLst>
                <a:ext uri="{FF2B5EF4-FFF2-40B4-BE49-F238E27FC236}">
                  <a16:creationId xmlns:a16="http://schemas.microsoft.com/office/drawing/2014/main" id="{B47EA584-3EF9-476B-8AAD-A70428C5DD5D}"/>
                </a:ext>
              </a:extLst>
            </p:cNvPr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495;p15">
              <a:extLst>
                <a:ext uri="{FF2B5EF4-FFF2-40B4-BE49-F238E27FC236}">
                  <a16:creationId xmlns:a16="http://schemas.microsoft.com/office/drawing/2014/main" id="{5D1094DB-A888-4181-8813-2E83288B9233}"/>
                </a:ext>
              </a:extLst>
            </p:cNvPr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496;p15">
              <a:extLst>
                <a:ext uri="{FF2B5EF4-FFF2-40B4-BE49-F238E27FC236}">
                  <a16:creationId xmlns:a16="http://schemas.microsoft.com/office/drawing/2014/main" id="{7209FC00-ABBC-435E-BA13-2A9F34735C70}"/>
                </a:ext>
              </a:extLst>
            </p:cNvPr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497;p15">
              <a:extLst>
                <a:ext uri="{FF2B5EF4-FFF2-40B4-BE49-F238E27FC236}">
                  <a16:creationId xmlns:a16="http://schemas.microsoft.com/office/drawing/2014/main" id="{F59B4A69-B56F-4B1C-8BE2-2A3DD7D91F9E}"/>
                </a:ext>
              </a:extLst>
            </p:cNvPr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498;p15">
              <a:extLst>
                <a:ext uri="{FF2B5EF4-FFF2-40B4-BE49-F238E27FC236}">
                  <a16:creationId xmlns:a16="http://schemas.microsoft.com/office/drawing/2014/main" id="{EF9D99DF-5000-47FF-97E1-40EF6E39A650}"/>
                </a:ext>
              </a:extLst>
            </p:cNvPr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499;p15">
              <a:extLst>
                <a:ext uri="{FF2B5EF4-FFF2-40B4-BE49-F238E27FC236}">
                  <a16:creationId xmlns:a16="http://schemas.microsoft.com/office/drawing/2014/main" id="{B996DE84-CD2E-4344-8388-1C707A784D64}"/>
                </a:ext>
              </a:extLst>
            </p:cNvPr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500;p15">
              <a:extLst>
                <a:ext uri="{FF2B5EF4-FFF2-40B4-BE49-F238E27FC236}">
                  <a16:creationId xmlns:a16="http://schemas.microsoft.com/office/drawing/2014/main" id="{D2A5008B-F0CB-4C59-9A68-CFF39C03D5A8}"/>
                </a:ext>
              </a:extLst>
            </p:cNvPr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91" name="Google Shape;501;p15">
                <a:extLst>
                  <a:ext uri="{FF2B5EF4-FFF2-40B4-BE49-F238E27FC236}">
                    <a16:creationId xmlns:a16="http://schemas.microsoft.com/office/drawing/2014/main" id="{B13EA5FC-7C5B-4B1F-A912-F086DADF8A17}"/>
                  </a:ext>
                </a:extLst>
              </p:cNvPr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502;p15">
                <a:extLst>
                  <a:ext uri="{FF2B5EF4-FFF2-40B4-BE49-F238E27FC236}">
                    <a16:creationId xmlns:a16="http://schemas.microsoft.com/office/drawing/2014/main" id="{9CF1BEE7-4C6D-4FFF-9842-8CBF66BAFFA5}"/>
                  </a:ext>
                </a:extLst>
              </p:cNvPr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503;p15">
                <a:extLst>
                  <a:ext uri="{FF2B5EF4-FFF2-40B4-BE49-F238E27FC236}">
                    <a16:creationId xmlns:a16="http://schemas.microsoft.com/office/drawing/2014/main" id="{490361CC-BD34-44DB-B734-5FC625D485BA}"/>
                  </a:ext>
                </a:extLst>
              </p:cNvPr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504;p15">
                <a:extLst>
                  <a:ext uri="{FF2B5EF4-FFF2-40B4-BE49-F238E27FC236}">
                    <a16:creationId xmlns:a16="http://schemas.microsoft.com/office/drawing/2014/main" id="{4719EDB9-4BEC-4353-B737-8B9D69C1E664}"/>
                  </a:ext>
                </a:extLst>
              </p:cNvPr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505;p15">
                <a:extLst>
                  <a:ext uri="{FF2B5EF4-FFF2-40B4-BE49-F238E27FC236}">
                    <a16:creationId xmlns:a16="http://schemas.microsoft.com/office/drawing/2014/main" id="{A1351BBB-33A9-41CD-A211-ECE82DA2CF45}"/>
                  </a:ext>
                </a:extLst>
              </p:cNvPr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506;p15">
                <a:extLst>
                  <a:ext uri="{FF2B5EF4-FFF2-40B4-BE49-F238E27FC236}">
                    <a16:creationId xmlns:a16="http://schemas.microsoft.com/office/drawing/2014/main" id="{7F8A440F-7B8D-40E2-9C0C-C3ACAA759A25}"/>
                  </a:ext>
                </a:extLst>
              </p:cNvPr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507;p15">
                <a:extLst>
                  <a:ext uri="{FF2B5EF4-FFF2-40B4-BE49-F238E27FC236}">
                    <a16:creationId xmlns:a16="http://schemas.microsoft.com/office/drawing/2014/main" id="{3841F395-79D1-4914-A931-B9C8C36C56A9}"/>
                  </a:ext>
                </a:extLst>
              </p:cNvPr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508;p15">
                <a:extLst>
                  <a:ext uri="{FF2B5EF4-FFF2-40B4-BE49-F238E27FC236}">
                    <a16:creationId xmlns:a16="http://schemas.microsoft.com/office/drawing/2014/main" id="{F97C1E09-EAB1-4E74-B453-05F032422693}"/>
                  </a:ext>
                </a:extLst>
              </p:cNvPr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509;p15">
                <a:extLst>
                  <a:ext uri="{FF2B5EF4-FFF2-40B4-BE49-F238E27FC236}">
                    <a16:creationId xmlns:a16="http://schemas.microsoft.com/office/drawing/2014/main" id="{B2DE7690-8972-415D-8B90-799464B668FE}"/>
                  </a:ext>
                </a:extLst>
              </p:cNvPr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510;p15">
                <a:extLst>
                  <a:ext uri="{FF2B5EF4-FFF2-40B4-BE49-F238E27FC236}">
                    <a16:creationId xmlns:a16="http://schemas.microsoft.com/office/drawing/2014/main" id="{2CEFB704-8401-4D04-A50C-C156957F4D9A}"/>
                  </a:ext>
                </a:extLst>
              </p:cNvPr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511;p15">
                <a:extLst>
                  <a:ext uri="{FF2B5EF4-FFF2-40B4-BE49-F238E27FC236}">
                    <a16:creationId xmlns:a16="http://schemas.microsoft.com/office/drawing/2014/main" id="{D857A81F-AD18-4B7B-B02F-979CA57FC5AF}"/>
                  </a:ext>
                </a:extLst>
              </p:cNvPr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512;p15">
                <a:extLst>
                  <a:ext uri="{FF2B5EF4-FFF2-40B4-BE49-F238E27FC236}">
                    <a16:creationId xmlns:a16="http://schemas.microsoft.com/office/drawing/2014/main" id="{DC45158E-7295-4053-9AA1-52B01B32CCCF}"/>
                  </a:ext>
                </a:extLst>
              </p:cNvPr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513;p15">
                <a:extLst>
                  <a:ext uri="{FF2B5EF4-FFF2-40B4-BE49-F238E27FC236}">
                    <a16:creationId xmlns:a16="http://schemas.microsoft.com/office/drawing/2014/main" id="{CFD617AF-827E-465B-B198-9B84DAD01C94}"/>
                  </a:ext>
                </a:extLst>
              </p:cNvPr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375587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Agile Methodology</a:t>
            </a:r>
            <a:endParaRPr sz="2400" dirty="0"/>
          </a:p>
        </p:txBody>
      </p:sp>
      <p:grpSp>
        <p:nvGrpSpPr>
          <p:cNvPr id="1288" name="Google Shape;2529;p47">
            <a:extLst>
              <a:ext uri="{FF2B5EF4-FFF2-40B4-BE49-F238E27FC236}">
                <a16:creationId xmlns:a16="http://schemas.microsoft.com/office/drawing/2014/main" id="{115DC73A-8A99-4F7E-8272-69402442FE9A}"/>
              </a:ext>
            </a:extLst>
          </p:cNvPr>
          <p:cNvGrpSpPr/>
          <p:nvPr/>
        </p:nvGrpSpPr>
        <p:grpSpPr>
          <a:xfrm>
            <a:off x="1348844" y="1646468"/>
            <a:ext cx="1782756" cy="1850564"/>
            <a:chOff x="2012475" y="393272"/>
            <a:chExt cx="4440240" cy="4609126"/>
          </a:xfrm>
        </p:grpSpPr>
        <p:sp>
          <p:nvSpPr>
            <p:cNvPr id="1289" name="Google Shape;2530;p47">
              <a:extLst>
                <a:ext uri="{FF2B5EF4-FFF2-40B4-BE49-F238E27FC236}">
                  <a16:creationId xmlns:a16="http://schemas.microsoft.com/office/drawing/2014/main" id="{5A1C742A-B46E-4393-AF6B-F78F12B40698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2531;p47">
              <a:extLst>
                <a:ext uri="{FF2B5EF4-FFF2-40B4-BE49-F238E27FC236}">
                  <a16:creationId xmlns:a16="http://schemas.microsoft.com/office/drawing/2014/main" id="{5CE8E51F-DEEC-435A-B95B-062C7179C383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2532;p47">
              <a:extLst>
                <a:ext uri="{FF2B5EF4-FFF2-40B4-BE49-F238E27FC236}">
                  <a16:creationId xmlns:a16="http://schemas.microsoft.com/office/drawing/2014/main" id="{CAD73A55-987C-4D9D-8BD0-B75C5A888F03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2533;p47">
              <a:extLst>
                <a:ext uri="{FF2B5EF4-FFF2-40B4-BE49-F238E27FC236}">
                  <a16:creationId xmlns:a16="http://schemas.microsoft.com/office/drawing/2014/main" id="{D16C2235-EFF0-4C12-8F61-EB9820B2A9B5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2534;p47">
              <a:extLst>
                <a:ext uri="{FF2B5EF4-FFF2-40B4-BE49-F238E27FC236}">
                  <a16:creationId xmlns:a16="http://schemas.microsoft.com/office/drawing/2014/main" id="{4FC2B21F-5A8D-4F8A-BB21-F9E86B773DF1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2535;p47">
              <a:extLst>
                <a:ext uri="{FF2B5EF4-FFF2-40B4-BE49-F238E27FC236}">
                  <a16:creationId xmlns:a16="http://schemas.microsoft.com/office/drawing/2014/main" id="{6B706A4D-A37C-46CE-9DBA-0FC0958AC79E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2536;p47">
              <a:extLst>
                <a:ext uri="{FF2B5EF4-FFF2-40B4-BE49-F238E27FC236}">
                  <a16:creationId xmlns:a16="http://schemas.microsoft.com/office/drawing/2014/main" id="{B448EE38-F8EF-4377-89ED-D43760183CDC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2537;p47">
              <a:extLst>
                <a:ext uri="{FF2B5EF4-FFF2-40B4-BE49-F238E27FC236}">
                  <a16:creationId xmlns:a16="http://schemas.microsoft.com/office/drawing/2014/main" id="{FF43AACE-17C5-4473-9F25-CC6193BF4FD8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2538;p47">
              <a:extLst>
                <a:ext uri="{FF2B5EF4-FFF2-40B4-BE49-F238E27FC236}">
                  <a16:creationId xmlns:a16="http://schemas.microsoft.com/office/drawing/2014/main" id="{9E320632-9D81-428C-810A-08FEDB25E0D8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2539;p47">
              <a:extLst>
                <a:ext uri="{FF2B5EF4-FFF2-40B4-BE49-F238E27FC236}">
                  <a16:creationId xmlns:a16="http://schemas.microsoft.com/office/drawing/2014/main" id="{C1763619-13FF-45A4-AA45-EA142454BF56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2540;p47">
              <a:extLst>
                <a:ext uri="{FF2B5EF4-FFF2-40B4-BE49-F238E27FC236}">
                  <a16:creationId xmlns:a16="http://schemas.microsoft.com/office/drawing/2014/main" id="{D42647F0-CEBE-46F9-8F1C-695CD304EA3E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2541;p47">
              <a:extLst>
                <a:ext uri="{FF2B5EF4-FFF2-40B4-BE49-F238E27FC236}">
                  <a16:creationId xmlns:a16="http://schemas.microsoft.com/office/drawing/2014/main" id="{60F97520-1580-49AC-B9EC-B97EB9D3F41E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2542;p47">
              <a:extLst>
                <a:ext uri="{FF2B5EF4-FFF2-40B4-BE49-F238E27FC236}">
                  <a16:creationId xmlns:a16="http://schemas.microsoft.com/office/drawing/2014/main" id="{B60BB7AA-3676-4E97-8B27-3299E0DB3D4E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2543;p47">
              <a:extLst>
                <a:ext uri="{FF2B5EF4-FFF2-40B4-BE49-F238E27FC236}">
                  <a16:creationId xmlns:a16="http://schemas.microsoft.com/office/drawing/2014/main" id="{EC748771-57A5-4422-ADA0-3F18B053AC7E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2544;p47">
              <a:extLst>
                <a:ext uri="{FF2B5EF4-FFF2-40B4-BE49-F238E27FC236}">
                  <a16:creationId xmlns:a16="http://schemas.microsoft.com/office/drawing/2014/main" id="{220560FE-D180-4C66-BBB5-CFD898F976F4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2545;p47">
              <a:extLst>
                <a:ext uri="{FF2B5EF4-FFF2-40B4-BE49-F238E27FC236}">
                  <a16:creationId xmlns:a16="http://schemas.microsoft.com/office/drawing/2014/main" id="{00BAF259-A661-4E79-91CE-11D6AE2AC9F8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2546;p47">
              <a:extLst>
                <a:ext uri="{FF2B5EF4-FFF2-40B4-BE49-F238E27FC236}">
                  <a16:creationId xmlns:a16="http://schemas.microsoft.com/office/drawing/2014/main" id="{3E1B4A09-F33B-4017-AF2F-924EA35BDA5B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2547;p47">
              <a:extLst>
                <a:ext uri="{FF2B5EF4-FFF2-40B4-BE49-F238E27FC236}">
                  <a16:creationId xmlns:a16="http://schemas.microsoft.com/office/drawing/2014/main" id="{E7F50EC4-89A3-4A78-A737-A9AE2DD76B26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2548;p47">
              <a:extLst>
                <a:ext uri="{FF2B5EF4-FFF2-40B4-BE49-F238E27FC236}">
                  <a16:creationId xmlns:a16="http://schemas.microsoft.com/office/drawing/2014/main" id="{E08BF426-DF93-4472-9A37-8AD2553C5CC4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2549;p47">
              <a:extLst>
                <a:ext uri="{FF2B5EF4-FFF2-40B4-BE49-F238E27FC236}">
                  <a16:creationId xmlns:a16="http://schemas.microsoft.com/office/drawing/2014/main" id="{483833D8-9897-434B-9263-EBC3A1F53B92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2550;p47">
              <a:extLst>
                <a:ext uri="{FF2B5EF4-FFF2-40B4-BE49-F238E27FC236}">
                  <a16:creationId xmlns:a16="http://schemas.microsoft.com/office/drawing/2014/main" id="{DC4B1925-96BF-483A-A38B-283AE36AF553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2551;p47">
              <a:extLst>
                <a:ext uri="{FF2B5EF4-FFF2-40B4-BE49-F238E27FC236}">
                  <a16:creationId xmlns:a16="http://schemas.microsoft.com/office/drawing/2014/main" id="{21DC2B8E-A407-4A3D-B611-3FE47A2D34F4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2552;p47">
              <a:extLst>
                <a:ext uri="{FF2B5EF4-FFF2-40B4-BE49-F238E27FC236}">
                  <a16:creationId xmlns:a16="http://schemas.microsoft.com/office/drawing/2014/main" id="{E15EEBD5-3BA3-4ECE-918A-1274235BD41E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2553;p47">
              <a:extLst>
                <a:ext uri="{FF2B5EF4-FFF2-40B4-BE49-F238E27FC236}">
                  <a16:creationId xmlns:a16="http://schemas.microsoft.com/office/drawing/2014/main" id="{D06259D4-FD42-4BCA-B995-4828B21FE498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2554;p47">
              <a:extLst>
                <a:ext uri="{FF2B5EF4-FFF2-40B4-BE49-F238E27FC236}">
                  <a16:creationId xmlns:a16="http://schemas.microsoft.com/office/drawing/2014/main" id="{8AAA4458-97DA-4190-9466-8285CDDB288E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2555;p47">
              <a:extLst>
                <a:ext uri="{FF2B5EF4-FFF2-40B4-BE49-F238E27FC236}">
                  <a16:creationId xmlns:a16="http://schemas.microsoft.com/office/drawing/2014/main" id="{E70C536F-D1C9-405D-9C4D-45A520FD733C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2556;p47">
              <a:extLst>
                <a:ext uri="{FF2B5EF4-FFF2-40B4-BE49-F238E27FC236}">
                  <a16:creationId xmlns:a16="http://schemas.microsoft.com/office/drawing/2014/main" id="{73996E58-3F7C-4317-956F-5B0A872D6BC2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2557;p47">
              <a:extLst>
                <a:ext uri="{FF2B5EF4-FFF2-40B4-BE49-F238E27FC236}">
                  <a16:creationId xmlns:a16="http://schemas.microsoft.com/office/drawing/2014/main" id="{E67A1457-577F-48A0-9A65-ECB520F4CC80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2558;p47">
              <a:extLst>
                <a:ext uri="{FF2B5EF4-FFF2-40B4-BE49-F238E27FC236}">
                  <a16:creationId xmlns:a16="http://schemas.microsoft.com/office/drawing/2014/main" id="{D32A5F00-5F74-4BDA-BF67-9F926AE751F3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2559;p47">
              <a:extLst>
                <a:ext uri="{FF2B5EF4-FFF2-40B4-BE49-F238E27FC236}">
                  <a16:creationId xmlns:a16="http://schemas.microsoft.com/office/drawing/2014/main" id="{7878B460-F520-41A0-9CEA-A479EC1ED206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2560;p47">
              <a:extLst>
                <a:ext uri="{FF2B5EF4-FFF2-40B4-BE49-F238E27FC236}">
                  <a16:creationId xmlns:a16="http://schemas.microsoft.com/office/drawing/2014/main" id="{6B703CC3-BE6C-443F-92F1-DE14FD6BF906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2561;p47">
              <a:extLst>
                <a:ext uri="{FF2B5EF4-FFF2-40B4-BE49-F238E27FC236}">
                  <a16:creationId xmlns:a16="http://schemas.microsoft.com/office/drawing/2014/main" id="{3892EAE2-9F51-4950-AC6A-9D0323374F97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2562;p47">
              <a:extLst>
                <a:ext uri="{FF2B5EF4-FFF2-40B4-BE49-F238E27FC236}">
                  <a16:creationId xmlns:a16="http://schemas.microsoft.com/office/drawing/2014/main" id="{DE54338F-9A16-4F4B-89DA-83E85176D1DB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2563;p47">
              <a:extLst>
                <a:ext uri="{FF2B5EF4-FFF2-40B4-BE49-F238E27FC236}">
                  <a16:creationId xmlns:a16="http://schemas.microsoft.com/office/drawing/2014/main" id="{DED24D33-A0E5-417A-BE8C-40DD2DFDA95D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2564;p47">
              <a:extLst>
                <a:ext uri="{FF2B5EF4-FFF2-40B4-BE49-F238E27FC236}">
                  <a16:creationId xmlns:a16="http://schemas.microsoft.com/office/drawing/2014/main" id="{57DF5286-DB4F-4E57-BB5F-228FBD20C162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2565;p47">
              <a:extLst>
                <a:ext uri="{FF2B5EF4-FFF2-40B4-BE49-F238E27FC236}">
                  <a16:creationId xmlns:a16="http://schemas.microsoft.com/office/drawing/2014/main" id="{0068EBA2-176D-4E19-B80D-5A9352C24F5D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2566;p47">
              <a:extLst>
                <a:ext uri="{FF2B5EF4-FFF2-40B4-BE49-F238E27FC236}">
                  <a16:creationId xmlns:a16="http://schemas.microsoft.com/office/drawing/2014/main" id="{B300901F-F9D5-4421-9945-3AB182CAA12F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2567;p47">
              <a:extLst>
                <a:ext uri="{FF2B5EF4-FFF2-40B4-BE49-F238E27FC236}">
                  <a16:creationId xmlns:a16="http://schemas.microsoft.com/office/drawing/2014/main" id="{6434CF56-8234-4049-AC78-0A3B05C49771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2568;p47">
              <a:extLst>
                <a:ext uri="{FF2B5EF4-FFF2-40B4-BE49-F238E27FC236}">
                  <a16:creationId xmlns:a16="http://schemas.microsoft.com/office/drawing/2014/main" id="{3770BBB1-BB67-4C07-8689-74BDF12C676A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2569;p47">
              <a:extLst>
                <a:ext uri="{FF2B5EF4-FFF2-40B4-BE49-F238E27FC236}">
                  <a16:creationId xmlns:a16="http://schemas.microsoft.com/office/drawing/2014/main" id="{922BD070-2535-4A42-9041-017EC03B2FFA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2570;p47">
              <a:extLst>
                <a:ext uri="{FF2B5EF4-FFF2-40B4-BE49-F238E27FC236}">
                  <a16:creationId xmlns:a16="http://schemas.microsoft.com/office/drawing/2014/main" id="{3E606229-1754-4328-B7B1-CEEBF7075CA2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2571;p47">
              <a:extLst>
                <a:ext uri="{FF2B5EF4-FFF2-40B4-BE49-F238E27FC236}">
                  <a16:creationId xmlns:a16="http://schemas.microsoft.com/office/drawing/2014/main" id="{7B42B26F-057D-47D1-880D-D02DF5977455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2572;p47">
              <a:extLst>
                <a:ext uri="{FF2B5EF4-FFF2-40B4-BE49-F238E27FC236}">
                  <a16:creationId xmlns:a16="http://schemas.microsoft.com/office/drawing/2014/main" id="{E0E71BD3-F89F-4B88-9769-1A460FB40A00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2573;p47">
              <a:extLst>
                <a:ext uri="{FF2B5EF4-FFF2-40B4-BE49-F238E27FC236}">
                  <a16:creationId xmlns:a16="http://schemas.microsoft.com/office/drawing/2014/main" id="{EA8534B3-6197-4E5D-88D8-BD7E1DEB397E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2574;p47">
              <a:extLst>
                <a:ext uri="{FF2B5EF4-FFF2-40B4-BE49-F238E27FC236}">
                  <a16:creationId xmlns:a16="http://schemas.microsoft.com/office/drawing/2014/main" id="{99858564-6732-49EA-9AD4-BE164028E3D1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2575;p47">
              <a:extLst>
                <a:ext uri="{FF2B5EF4-FFF2-40B4-BE49-F238E27FC236}">
                  <a16:creationId xmlns:a16="http://schemas.microsoft.com/office/drawing/2014/main" id="{9B161261-214A-4520-A31E-A67BCE986068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2576;p47">
              <a:extLst>
                <a:ext uri="{FF2B5EF4-FFF2-40B4-BE49-F238E27FC236}">
                  <a16:creationId xmlns:a16="http://schemas.microsoft.com/office/drawing/2014/main" id="{6398A44B-1F5D-4D74-999E-5084227E77B0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2577;p47">
              <a:extLst>
                <a:ext uri="{FF2B5EF4-FFF2-40B4-BE49-F238E27FC236}">
                  <a16:creationId xmlns:a16="http://schemas.microsoft.com/office/drawing/2014/main" id="{0D633449-4577-45C2-857E-4A8E5034E76F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2578;p47">
              <a:extLst>
                <a:ext uri="{FF2B5EF4-FFF2-40B4-BE49-F238E27FC236}">
                  <a16:creationId xmlns:a16="http://schemas.microsoft.com/office/drawing/2014/main" id="{BE52BBF1-5B3F-444E-B650-2DB87BA033BC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2579;p47">
              <a:extLst>
                <a:ext uri="{FF2B5EF4-FFF2-40B4-BE49-F238E27FC236}">
                  <a16:creationId xmlns:a16="http://schemas.microsoft.com/office/drawing/2014/main" id="{0DBED1FB-0A06-43CF-8F7D-86C1F2456374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2580;p47">
              <a:extLst>
                <a:ext uri="{FF2B5EF4-FFF2-40B4-BE49-F238E27FC236}">
                  <a16:creationId xmlns:a16="http://schemas.microsoft.com/office/drawing/2014/main" id="{B3899BFD-C89B-4B87-B868-D0AE2EB0E101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2581;p47">
              <a:extLst>
                <a:ext uri="{FF2B5EF4-FFF2-40B4-BE49-F238E27FC236}">
                  <a16:creationId xmlns:a16="http://schemas.microsoft.com/office/drawing/2014/main" id="{2C47BD8E-2690-4F6D-A495-D3F313324E11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2582;p47">
              <a:extLst>
                <a:ext uri="{FF2B5EF4-FFF2-40B4-BE49-F238E27FC236}">
                  <a16:creationId xmlns:a16="http://schemas.microsoft.com/office/drawing/2014/main" id="{4B3CE257-8E6B-482C-8B2A-B7044CE96986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2583;p47">
              <a:extLst>
                <a:ext uri="{FF2B5EF4-FFF2-40B4-BE49-F238E27FC236}">
                  <a16:creationId xmlns:a16="http://schemas.microsoft.com/office/drawing/2014/main" id="{918FE7FB-52C8-4176-8044-B68F9D620973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2584;p47">
              <a:extLst>
                <a:ext uri="{FF2B5EF4-FFF2-40B4-BE49-F238E27FC236}">
                  <a16:creationId xmlns:a16="http://schemas.microsoft.com/office/drawing/2014/main" id="{94FD02B7-8E9B-4B5E-A412-0777BFF00286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2585;p47">
              <a:extLst>
                <a:ext uri="{FF2B5EF4-FFF2-40B4-BE49-F238E27FC236}">
                  <a16:creationId xmlns:a16="http://schemas.microsoft.com/office/drawing/2014/main" id="{C5443264-EAA4-4CC8-BCA7-0D047C266EBC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2586;p47">
              <a:extLst>
                <a:ext uri="{FF2B5EF4-FFF2-40B4-BE49-F238E27FC236}">
                  <a16:creationId xmlns:a16="http://schemas.microsoft.com/office/drawing/2014/main" id="{CF4B30FF-DD0E-4367-9683-544FB2A482E5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2587;p47">
              <a:extLst>
                <a:ext uri="{FF2B5EF4-FFF2-40B4-BE49-F238E27FC236}">
                  <a16:creationId xmlns:a16="http://schemas.microsoft.com/office/drawing/2014/main" id="{43FE14F8-1F20-4505-8D10-D08D80347084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2588;p47">
              <a:extLst>
                <a:ext uri="{FF2B5EF4-FFF2-40B4-BE49-F238E27FC236}">
                  <a16:creationId xmlns:a16="http://schemas.microsoft.com/office/drawing/2014/main" id="{BE6ADE2C-A4C6-48E3-938F-0136E464D2C5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2589;p47">
              <a:extLst>
                <a:ext uri="{FF2B5EF4-FFF2-40B4-BE49-F238E27FC236}">
                  <a16:creationId xmlns:a16="http://schemas.microsoft.com/office/drawing/2014/main" id="{0789B1D9-E407-467D-9446-6B4DB1F45E3A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2590;p47">
              <a:extLst>
                <a:ext uri="{FF2B5EF4-FFF2-40B4-BE49-F238E27FC236}">
                  <a16:creationId xmlns:a16="http://schemas.microsoft.com/office/drawing/2014/main" id="{BC964E67-4112-4531-B104-413C581D3275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2591;p47">
              <a:extLst>
                <a:ext uri="{FF2B5EF4-FFF2-40B4-BE49-F238E27FC236}">
                  <a16:creationId xmlns:a16="http://schemas.microsoft.com/office/drawing/2014/main" id="{36021405-A310-45DA-A9B0-B3C7B5FE476D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2592;p47">
              <a:extLst>
                <a:ext uri="{FF2B5EF4-FFF2-40B4-BE49-F238E27FC236}">
                  <a16:creationId xmlns:a16="http://schemas.microsoft.com/office/drawing/2014/main" id="{A42BFA4F-1A8B-43B0-BA2B-30D286CAFA4F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2593;p47">
              <a:extLst>
                <a:ext uri="{FF2B5EF4-FFF2-40B4-BE49-F238E27FC236}">
                  <a16:creationId xmlns:a16="http://schemas.microsoft.com/office/drawing/2014/main" id="{FD9B3D6C-D584-4585-B343-551205C6933D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2594;p47">
              <a:extLst>
                <a:ext uri="{FF2B5EF4-FFF2-40B4-BE49-F238E27FC236}">
                  <a16:creationId xmlns:a16="http://schemas.microsoft.com/office/drawing/2014/main" id="{2FB3A079-C076-4354-BC9A-0B556269C1D5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2595;p47">
              <a:extLst>
                <a:ext uri="{FF2B5EF4-FFF2-40B4-BE49-F238E27FC236}">
                  <a16:creationId xmlns:a16="http://schemas.microsoft.com/office/drawing/2014/main" id="{6BA7C744-CE1F-45B8-A766-E92761DB6B8E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2596;p47">
              <a:extLst>
                <a:ext uri="{FF2B5EF4-FFF2-40B4-BE49-F238E27FC236}">
                  <a16:creationId xmlns:a16="http://schemas.microsoft.com/office/drawing/2014/main" id="{094EE81D-100D-48E0-8795-6B036E3DCE5F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2597;p47">
              <a:extLst>
                <a:ext uri="{FF2B5EF4-FFF2-40B4-BE49-F238E27FC236}">
                  <a16:creationId xmlns:a16="http://schemas.microsoft.com/office/drawing/2014/main" id="{CC4AE815-F5AD-44BA-A58B-08F502D3B18C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2598;p47">
              <a:extLst>
                <a:ext uri="{FF2B5EF4-FFF2-40B4-BE49-F238E27FC236}">
                  <a16:creationId xmlns:a16="http://schemas.microsoft.com/office/drawing/2014/main" id="{B93EFD37-B4B8-4877-8CA5-7E2BB0CC75FE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2599;p47">
              <a:extLst>
                <a:ext uri="{FF2B5EF4-FFF2-40B4-BE49-F238E27FC236}">
                  <a16:creationId xmlns:a16="http://schemas.microsoft.com/office/drawing/2014/main" id="{22C5115A-DE50-4E71-A661-8F0A49B816D9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2600;p47">
              <a:extLst>
                <a:ext uri="{FF2B5EF4-FFF2-40B4-BE49-F238E27FC236}">
                  <a16:creationId xmlns:a16="http://schemas.microsoft.com/office/drawing/2014/main" id="{BA6ABBA0-F44A-4F8B-93BB-80A17AA10A6D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2601;p47">
              <a:extLst>
                <a:ext uri="{FF2B5EF4-FFF2-40B4-BE49-F238E27FC236}">
                  <a16:creationId xmlns:a16="http://schemas.microsoft.com/office/drawing/2014/main" id="{E9BCB752-8AA8-4A1A-A8B8-5F1BC667B82B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2602;p47">
              <a:extLst>
                <a:ext uri="{FF2B5EF4-FFF2-40B4-BE49-F238E27FC236}">
                  <a16:creationId xmlns:a16="http://schemas.microsoft.com/office/drawing/2014/main" id="{2B179513-0E21-4D65-AAFC-22AA15C9CBFB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2603;p47">
              <a:extLst>
                <a:ext uri="{FF2B5EF4-FFF2-40B4-BE49-F238E27FC236}">
                  <a16:creationId xmlns:a16="http://schemas.microsoft.com/office/drawing/2014/main" id="{2C759B9C-F07C-4D20-BDF5-4DE5B49AFEEC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2604;p47">
              <a:extLst>
                <a:ext uri="{FF2B5EF4-FFF2-40B4-BE49-F238E27FC236}">
                  <a16:creationId xmlns:a16="http://schemas.microsoft.com/office/drawing/2014/main" id="{88F47EA4-27EA-459A-A2D5-BD096646A1D2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2605;p47">
              <a:extLst>
                <a:ext uri="{FF2B5EF4-FFF2-40B4-BE49-F238E27FC236}">
                  <a16:creationId xmlns:a16="http://schemas.microsoft.com/office/drawing/2014/main" id="{0A0FB4BF-E15A-48D9-83BF-4001C9F5CAE4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2606;p47">
              <a:extLst>
                <a:ext uri="{FF2B5EF4-FFF2-40B4-BE49-F238E27FC236}">
                  <a16:creationId xmlns:a16="http://schemas.microsoft.com/office/drawing/2014/main" id="{7637B3A6-4D16-4C48-A2E2-2A4EABBF91C0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2607;p47">
              <a:extLst>
                <a:ext uri="{FF2B5EF4-FFF2-40B4-BE49-F238E27FC236}">
                  <a16:creationId xmlns:a16="http://schemas.microsoft.com/office/drawing/2014/main" id="{B957CCCD-0F94-4439-B1DB-E7DEFBE1E026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2608;p47">
              <a:extLst>
                <a:ext uri="{FF2B5EF4-FFF2-40B4-BE49-F238E27FC236}">
                  <a16:creationId xmlns:a16="http://schemas.microsoft.com/office/drawing/2014/main" id="{703416EE-BD4C-4210-B41D-CC97CB11926B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2609;p47">
              <a:extLst>
                <a:ext uri="{FF2B5EF4-FFF2-40B4-BE49-F238E27FC236}">
                  <a16:creationId xmlns:a16="http://schemas.microsoft.com/office/drawing/2014/main" id="{7152313D-0AD6-4D27-9EDB-19243CED8715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2610;p47">
              <a:extLst>
                <a:ext uri="{FF2B5EF4-FFF2-40B4-BE49-F238E27FC236}">
                  <a16:creationId xmlns:a16="http://schemas.microsoft.com/office/drawing/2014/main" id="{0DC702EC-C903-4EFA-A7DB-F12C71C0BD01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2611;p47">
              <a:extLst>
                <a:ext uri="{FF2B5EF4-FFF2-40B4-BE49-F238E27FC236}">
                  <a16:creationId xmlns:a16="http://schemas.microsoft.com/office/drawing/2014/main" id="{0A3F0D90-3736-45A5-BDB6-1545A5AA1524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2612;p47">
              <a:extLst>
                <a:ext uri="{FF2B5EF4-FFF2-40B4-BE49-F238E27FC236}">
                  <a16:creationId xmlns:a16="http://schemas.microsoft.com/office/drawing/2014/main" id="{DC6D77DA-A9A1-4832-8244-B80E0F4CD2D0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2613;p47">
              <a:extLst>
                <a:ext uri="{FF2B5EF4-FFF2-40B4-BE49-F238E27FC236}">
                  <a16:creationId xmlns:a16="http://schemas.microsoft.com/office/drawing/2014/main" id="{A39922BF-555A-4FAD-B0E9-0E21EADE4060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2614;p47">
              <a:extLst>
                <a:ext uri="{FF2B5EF4-FFF2-40B4-BE49-F238E27FC236}">
                  <a16:creationId xmlns:a16="http://schemas.microsoft.com/office/drawing/2014/main" id="{168628CA-9F43-465F-8C21-54A86FC2B62E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2615;p47">
              <a:extLst>
                <a:ext uri="{FF2B5EF4-FFF2-40B4-BE49-F238E27FC236}">
                  <a16:creationId xmlns:a16="http://schemas.microsoft.com/office/drawing/2014/main" id="{A6BD1262-300B-42A7-B7ED-F132572FCF96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2616;p47">
              <a:extLst>
                <a:ext uri="{FF2B5EF4-FFF2-40B4-BE49-F238E27FC236}">
                  <a16:creationId xmlns:a16="http://schemas.microsoft.com/office/drawing/2014/main" id="{5DC06102-8584-4286-BC91-76069ACCF40C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2617;p47">
              <a:extLst>
                <a:ext uri="{FF2B5EF4-FFF2-40B4-BE49-F238E27FC236}">
                  <a16:creationId xmlns:a16="http://schemas.microsoft.com/office/drawing/2014/main" id="{76C1665D-ADB4-4221-8845-6D3998432CA3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2618;p47">
              <a:extLst>
                <a:ext uri="{FF2B5EF4-FFF2-40B4-BE49-F238E27FC236}">
                  <a16:creationId xmlns:a16="http://schemas.microsoft.com/office/drawing/2014/main" id="{6667A239-D743-4339-8536-2F9D8E79E328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2619;p47">
              <a:extLst>
                <a:ext uri="{FF2B5EF4-FFF2-40B4-BE49-F238E27FC236}">
                  <a16:creationId xmlns:a16="http://schemas.microsoft.com/office/drawing/2014/main" id="{A867D60F-59E7-427A-886B-8FCEDFD37FF6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2620;p47">
              <a:extLst>
                <a:ext uri="{FF2B5EF4-FFF2-40B4-BE49-F238E27FC236}">
                  <a16:creationId xmlns:a16="http://schemas.microsoft.com/office/drawing/2014/main" id="{472A3D3E-2F61-48AA-9DE1-2B2188EBFDC1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2621;p47">
              <a:extLst>
                <a:ext uri="{FF2B5EF4-FFF2-40B4-BE49-F238E27FC236}">
                  <a16:creationId xmlns:a16="http://schemas.microsoft.com/office/drawing/2014/main" id="{A1E7B927-99F4-4814-8108-8728A793AEB2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2622;p47">
              <a:extLst>
                <a:ext uri="{FF2B5EF4-FFF2-40B4-BE49-F238E27FC236}">
                  <a16:creationId xmlns:a16="http://schemas.microsoft.com/office/drawing/2014/main" id="{896A327E-6104-4364-8180-D81E506807BB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2" name="Google Shape;2623;p47">
            <a:extLst>
              <a:ext uri="{FF2B5EF4-FFF2-40B4-BE49-F238E27FC236}">
                <a16:creationId xmlns:a16="http://schemas.microsoft.com/office/drawing/2014/main" id="{7C6E3F94-BADF-40CB-9866-E58DFD09887E}"/>
              </a:ext>
            </a:extLst>
          </p:cNvPr>
          <p:cNvGrpSpPr/>
          <p:nvPr/>
        </p:nvGrpSpPr>
        <p:grpSpPr>
          <a:xfrm>
            <a:off x="3567278" y="1742540"/>
            <a:ext cx="1641691" cy="1754492"/>
            <a:chOff x="1926580" y="602477"/>
            <a:chExt cx="4456273" cy="4762466"/>
          </a:xfrm>
        </p:grpSpPr>
        <p:sp>
          <p:nvSpPr>
            <p:cNvPr id="1383" name="Google Shape;2624;p47">
              <a:extLst>
                <a:ext uri="{FF2B5EF4-FFF2-40B4-BE49-F238E27FC236}">
                  <a16:creationId xmlns:a16="http://schemas.microsoft.com/office/drawing/2014/main" id="{9BFD6ACE-7543-4501-B86F-8122676B6647}"/>
                </a:ext>
              </a:extLst>
            </p:cNvPr>
            <p:cNvSpPr/>
            <p:nvPr/>
          </p:nvSpPr>
          <p:spPr>
            <a:xfrm>
              <a:off x="4352367" y="1409287"/>
              <a:ext cx="1407834" cy="1779317"/>
            </a:xfrm>
            <a:custGeom>
              <a:avLst/>
              <a:gdLst/>
              <a:ahLst/>
              <a:cxnLst/>
              <a:rect l="l" t="t" r="r" b="b"/>
              <a:pathLst>
                <a:path w="1407834" h="1779317" extrusionOk="0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2625;p47">
              <a:extLst>
                <a:ext uri="{FF2B5EF4-FFF2-40B4-BE49-F238E27FC236}">
                  <a16:creationId xmlns:a16="http://schemas.microsoft.com/office/drawing/2014/main" id="{0A2A45A2-B903-4D96-9163-443149A98CD2}"/>
                </a:ext>
              </a:extLst>
            </p:cNvPr>
            <p:cNvSpPr/>
            <p:nvPr/>
          </p:nvSpPr>
          <p:spPr>
            <a:xfrm>
              <a:off x="4492846" y="1745654"/>
              <a:ext cx="1118701" cy="793785"/>
            </a:xfrm>
            <a:custGeom>
              <a:avLst/>
              <a:gdLst/>
              <a:ahLst/>
              <a:cxnLst/>
              <a:rect l="l" t="t" r="r" b="b"/>
              <a:pathLst>
                <a:path w="1118701" h="793785" extrusionOk="0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2626;p47">
              <a:extLst>
                <a:ext uri="{FF2B5EF4-FFF2-40B4-BE49-F238E27FC236}">
                  <a16:creationId xmlns:a16="http://schemas.microsoft.com/office/drawing/2014/main" id="{4AF0598E-B580-417A-AA37-38AE7CCB13FB}"/>
                </a:ext>
              </a:extLst>
            </p:cNvPr>
            <p:cNvSpPr/>
            <p:nvPr/>
          </p:nvSpPr>
          <p:spPr>
            <a:xfrm>
              <a:off x="3766118" y="879295"/>
              <a:ext cx="2497551" cy="3394041"/>
            </a:xfrm>
            <a:custGeom>
              <a:avLst/>
              <a:gdLst/>
              <a:ahLst/>
              <a:cxnLst/>
              <a:rect l="l" t="t" r="r" b="b"/>
              <a:pathLst>
                <a:path w="2497551" h="3394041" extrusionOk="0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2627;p47">
              <a:extLst>
                <a:ext uri="{FF2B5EF4-FFF2-40B4-BE49-F238E27FC236}">
                  <a16:creationId xmlns:a16="http://schemas.microsoft.com/office/drawing/2014/main" id="{044094CE-6C2B-4A2D-B3ED-DCA2FFB4CE58}"/>
                </a:ext>
              </a:extLst>
            </p:cNvPr>
            <p:cNvSpPr/>
            <p:nvPr/>
          </p:nvSpPr>
          <p:spPr>
            <a:xfrm>
              <a:off x="3744257" y="892344"/>
              <a:ext cx="2498022" cy="3393845"/>
            </a:xfrm>
            <a:custGeom>
              <a:avLst/>
              <a:gdLst/>
              <a:ahLst/>
              <a:cxnLst/>
              <a:rect l="l" t="t" r="r" b="b"/>
              <a:pathLst>
                <a:path w="2498022" h="3393845" extrusionOk="0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2628;p47">
              <a:extLst>
                <a:ext uri="{FF2B5EF4-FFF2-40B4-BE49-F238E27FC236}">
                  <a16:creationId xmlns:a16="http://schemas.microsoft.com/office/drawing/2014/main" id="{0DC81F77-6C9B-416D-BCE4-37EDF88A68A3}"/>
                </a:ext>
              </a:extLst>
            </p:cNvPr>
            <p:cNvSpPr/>
            <p:nvPr/>
          </p:nvSpPr>
          <p:spPr>
            <a:xfrm>
              <a:off x="3740075" y="894303"/>
              <a:ext cx="2498022" cy="3394082"/>
            </a:xfrm>
            <a:custGeom>
              <a:avLst/>
              <a:gdLst/>
              <a:ahLst/>
              <a:cxnLst/>
              <a:rect l="l" t="t" r="r" b="b"/>
              <a:pathLst>
                <a:path w="2498022" h="3394082" extrusionOk="0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2629;p47">
              <a:extLst>
                <a:ext uri="{FF2B5EF4-FFF2-40B4-BE49-F238E27FC236}">
                  <a16:creationId xmlns:a16="http://schemas.microsoft.com/office/drawing/2014/main" id="{0C8D288B-4737-4C31-B4F0-36FC1068CB54}"/>
                </a:ext>
              </a:extLst>
            </p:cNvPr>
            <p:cNvSpPr/>
            <p:nvPr/>
          </p:nvSpPr>
          <p:spPr>
            <a:xfrm>
              <a:off x="3770110" y="934160"/>
              <a:ext cx="2435672" cy="3234830"/>
            </a:xfrm>
            <a:custGeom>
              <a:avLst/>
              <a:gdLst/>
              <a:ahLst/>
              <a:cxnLst/>
              <a:rect l="l" t="t" r="r" b="b"/>
              <a:pathLst>
                <a:path w="2435672" h="3234830" extrusionOk="0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2630;p47">
              <a:extLst>
                <a:ext uri="{FF2B5EF4-FFF2-40B4-BE49-F238E27FC236}">
                  <a16:creationId xmlns:a16="http://schemas.microsoft.com/office/drawing/2014/main" id="{CA3F2F36-5474-46EA-9DDB-BF521D4CCEF3}"/>
                </a:ext>
              </a:extLst>
            </p:cNvPr>
            <p:cNvSpPr/>
            <p:nvPr/>
          </p:nvSpPr>
          <p:spPr>
            <a:xfrm>
              <a:off x="3770110" y="934160"/>
              <a:ext cx="2435006" cy="3234925"/>
            </a:xfrm>
            <a:custGeom>
              <a:avLst/>
              <a:gdLst/>
              <a:ahLst/>
              <a:cxnLst/>
              <a:rect l="l" t="t" r="r" b="b"/>
              <a:pathLst>
                <a:path w="2435006" h="3234925" extrusionOk="0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2631;p47">
              <a:extLst>
                <a:ext uri="{FF2B5EF4-FFF2-40B4-BE49-F238E27FC236}">
                  <a16:creationId xmlns:a16="http://schemas.microsoft.com/office/drawing/2014/main" id="{E5356242-0ECB-45FC-B320-CCE2110C9A13}"/>
                </a:ext>
              </a:extLst>
            </p:cNvPr>
            <p:cNvSpPr/>
            <p:nvPr/>
          </p:nvSpPr>
          <p:spPr>
            <a:xfrm>
              <a:off x="6215951" y="4191660"/>
              <a:ext cx="26328" cy="93440"/>
            </a:xfrm>
            <a:custGeom>
              <a:avLst/>
              <a:gdLst/>
              <a:ahLst/>
              <a:cxnLst/>
              <a:rect l="l" t="t" r="r" b="b"/>
              <a:pathLst>
                <a:path w="26328" h="93440" extrusionOk="0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2632;p47">
              <a:extLst>
                <a:ext uri="{FF2B5EF4-FFF2-40B4-BE49-F238E27FC236}">
                  <a16:creationId xmlns:a16="http://schemas.microsoft.com/office/drawing/2014/main" id="{BE82EA29-5DD4-4E9F-ABB2-BF95869BC2BC}"/>
                </a:ext>
              </a:extLst>
            </p:cNvPr>
            <p:cNvSpPr/>
            <p:nvPr/>
          </p:nvSpPr>
          <p:spPr>
            <a:xfrm>
              <a:off x="3761840" y="882675"/>
              <a:ext cx="63206" cy="27150"/>
            </a:xfrm>
            <a:custGeom>
              <a:avLst/>
              <a:gdLst/>
              <a:ahLst/>
              <a:cxnLst/>
              <a:rect l="l" t="t" r="r" b="b"/>
              <a:pathLst>
                <a:path w="63206" h="27150" extrusionOk="0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2633;p47">
              <a:extLst>
                <a:ext uri="{FF2B5EF4-FFF2-40B4-BE49-F238E27FC236}">
                  <a16:creationId xmlns:a16="http://schemas.microsoft.com/office/drawing/2014/main" id="{B53683C7-3050-4B9D-B0BA-5B6DEED6D80D}"/>
                </a:ext>
              </a:extLst>
            </p:cNvPr>
            <p:cNvSpPr/>
            <p:nvPr/>
          </p:nvSpPr>
          <p:spPr>
            <a:xfrm>
              <a:off x="1985051" y="2961416"/>
              <a:ext cx="4154298" cy="2403527"/>
            </a:xfrm>
            <a:custGeom>
              <a:avLst/>
              <a:gdLst/>
              <a:ahLst/>
              <a:cxnLst/>
              <a:rect l="l" t="t" r="r" b="b"/>
              <a:pathLst>
                <a:path w="4154298" h="2403527" extrusionOk="0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2634;p47">
              <a:extLst>
                <a:ext uri="{FF2B5EF4-FFF2-40B4-BE49-F238E27FC236}">
                  <a16:creationId xmlns:a16="http://schemas.microsoft.com/office/drawing/2014/main" id="{95D9B2F7-BA7F-428D-9694-74EA3744CC7D}"/>
                </a:ext>
              </a:extLst>
            </p:cNvPr>
            <p:cNvSpPr/>
            <p:nvPr/>
          </p:nvSpPr>
          <p:spPr>
            <a:xfrm>
              <a:off x="2036757" y="2930659"/>
              <a:ext cx="4154369" cy="2403042"/>
            </a:xfrm>
            <a:custGeom>
              <a:avLst/>
              <a:gdLst/>
              <a:ahLst/>
              <a:cxnLst/>
              <a:rect l="l" t="t" r="r" b="b"/>
              <a:pathLst>
                <a:path w="4154369" h="2403042" extrusionOk="0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2635;p47">
              <a:extLst>
                <a:ext uri="{FF2B5EF4-FFF2-40B4-BE49-F238E27FC236}">
                  <a16:creationId xmlns:a16="http://schemas.microsoft.com/office/drawing/2014/main" id="{A4A58CE6-1A60-4223-8B33-A524082AA7C3}"/>
                </a:ext>
              </a:extLst>
            </p:cNvPr>
            <p:cNvSpPr/>
            <p:nvPr/>
          </p:nvSpPr>
          <p:spPr>
            <a:xfrm>
              <a:off x="2036929" y="3869239"/>
              <a:ext cx="50374" cy="44958"/>
            </a:xfrm>
            <a:custGeom>
              <a:avLst/>
              <a:gdLst/>
              <a:ahLst/>
              <a:cxnLst/>
              <a:rect l="l" t="t" r="r" b="b"/>
              <a:pathLst>
                <a:path w="50374" h="44958" extrusionOk="0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2636;p47">
              <a:extLst>
                <a:ext uri="{FF2B5EF4-FFF2-40B4-BE49-F238E27FC236}">
                  <a16:creationId xmlns:a16="http://schemas.microsoft.com/office/drawing/2014/main" id="{FF185324-2C0D-4404-B085-2A5053E98EB6}"/>
                </a:ext>
              </a:extLst>
            </p:cNvPr>
            <p:cNvSpPr/>
            <p:nvPr/>
          </p:nvSpPr>
          <p:spPr>
            <a:xfrm>
              <a:off x="6153886" y="4308341"/>
              <a:ext cx="37258" cy="49244"/>
            </a:xfrm>
            <a:custGeom>
              <a:avLst/>
              <a:gdLst/>
              <a:ahLst/>
              <a:cxnLst/>
              <a:rect l="l" t="t" r="r" b="b"/>
              <a:pathLst>
                <a:path w="37258" h="49244" extrusionOk="0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2637;p47">
              <a:extLst>
                <a:ext uri="{FF2B5EF4-FFF2-40B4-BE49-F238E27FC236}">
                  <a16:creationId xmlns:a16="http://schemas.microsoft.com/office/drawing/2014/main" id="{D692BB43-508F-4761-81F7-CBE426288FB6}"/>
                </a:ext>
              </a:extLst>
            </p:cNvPr>
            <p:cNvSpPr/>
            <p:nvPr/>
          </p:nvSpPr>
          <p:spPr>
            <a:xfrm>
              <a:off x="2036757" y="2892519"/>
              <a:ext cx="4154369" cy="2403360"/>
            </a:xfrm>
            <a:custGeom>
              <a:avLst/>
              <a:gdLst/>
              <a:ahLst/>
              <a:cxnLst/>
              <a:rect l="l" t="t" r="r" b="b"/>
              <a:pathLst>
                <a:path w="4154369" h="2403360" extrusionOk="0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2638;p47">
              <a:extLst>
                <a:ext uri="{FF2B5EF4-FFF2-40B4-BE49-F238E27FC236}">
                  <a16:creationId xmlns:a16="http://schemas.microsoft.com/office/drawing/2014/main" id="{8DF781FE-8F03-4DF1-804C-B346E41214CA}"/>
                </a:ext>
              </a:extLst>
            </p:cNvPr>
            <p:cNvSpPr/>
            <p:nvPr/>
          </p:nvSpPr>
          <p:spPr>
            <a:xfrm>
              <a:off x="2036757" y="2886502"/>
              <a:ext cx="4154369" cy="2403527"/>
            </a:xfrm>
            <a:custGeom>
              <a:avLst/>
              <a:gdLst/>
              <a:ahLst/>
              <a:cxnLst/>
              <a:rect l="l" t="t" r="r" b="b"/>
              <a:pathLst>
                <a:path w="4154369" h="2403527" extrusionOk="0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2639;p47">
              <a:extLst>
                <a:ext uri="{FF2B5EF4-FFF2-40B4-BE49-F238E27FC236}">
                  <a16:creationId xmlns:a16="http://schemas.microsoft.com/office/drawing/2014/main" id="{52346E6F-EA23-45F2-8804-860622C1F281}"/>
                </a:ext>
              </a:extLst>
            </p:cNvPr>
            <p:cNvSpPr/>
            <p:nvPr/>
          </p:nvSpPr>
          <p:spPr>
            <a:xfrm>
              <a:off x="3500252" y="306524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2640;p47">
              <a:extLst>
                <a:ext uri="{FF2B5EF4-FFF2-40B4-BE49-F238E27FC236}">
                  <a16:creationId xmlns:a16="http://schemas.microsoft.com/office/drawing/2014/main" id="{8A8F9603-2B03-4F31-831E-2825A0A95FF1}"/>
                </a:ext>
              </a:extLst>
            </p:cNvPr>
            <p:cNvSpPr/>
            <p:nvPr/>
          </p:nvSpPr>
          <p:spPr>
            <a:xfrm>
              <a:off x="3657092" y="3155925"/>
              <a:ext cx="266442" cy="153985"/>
            </a:xfrm>
            <a:custGeom>
              <a:avLst/>
              <a:gdLst/>
              <a:ahLst/>
              <a:cxnLst/>
              <a:rect l="l" t="t" r="r" b="b"/>
              <a:pathLst>
                <a:path w="266442" h="153985" extrusionOk="0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2641;p47">
              <a:extLst>
                <a:ext uri="{FF2B5EF4-FFF2-40B4-BE49-F238E27FC236}">
                  <a16:creationId xmlns:a16="http://schemas.microsoft.com/office/drawing/2014/main" id="{2FE1BEB6-98B4-4470-B7AF-4E832F77767F}"/>
                </a:ext>
              </a:extLst>
            </p:cNvPr>
            <p:cNvSpPr/>
            <p:nvPr/>
          </p:nvSpPr>
          <p:spPr>
            <a:xfrm>
              <a:off x="3815428" y="3247563"/>
              <a:ext cx="266636" cy="153995"/>
            </a:xfrm>
            <a:custGeom>
              <a:avLst/>
              <a:gdLst/>
              <a:ahLst/>
              <a:cxnLst/>
              <a:rect l="l" t="t" r="r" b="b"/>
              <a:pathLst>
                <a:path w="266636" h="153995" extrusionOk="0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2642;p47">
              <a:extLst>
                <a:ext uri="{FF2B5EF4-FFF2-40B4-BE49-F238E27FC236}">
                  <a16:creationId xmlns:a16="http://schemas.microsoft.com/office/drawing/2014/main" id="{7803C159-B314-4724-BC5B-CC268938D9C9}"/>
                </a:ext>
              </a:extLst>
            </p:cNvPr>
            <p:cNvSpPr/>
            <p:nvPr/>
          </p:nvSpPr>
          <p:spPr>
            <a:xfrm>
              <a:off x="3970462" y="3337185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2643;p47">
              <a:extLst>
                <a:ext uri="{FF2B5EF4-FFF2-40B4-BE49-F238E27FC236}">
                  <a16:creationId xmlns:a16="http://schemas.microsoft.com/office/drawing/2014/main" id="{7B00D09F-F525-4B17-8101-65FBEC896676}"/>
                </a:ext>
              </a:extLst>
            </p:cNvPr>
            <p:cNvSpPr/>
            <p:nvPr/>
          </p:nvSpPr>
          <p:spPr>
            <a:xfrm>
              <a:off x="4127000" y="3427863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2644;p47">
              <a:extLst>
                <a:ext uri="{FF2B5EF4-FFF2-40B4-BE49-F238E27FC236}">
                  <a16:creationId xmlns:a16="http://schemas.microsoft.com/office/drawing/2014/main" id="{01B3D763-5299-4A72-BAE7-3C76EE0E2DF7}"/>
                </a:ext>
              </a:extLst>
            </p:cNvPr>
            <p:cNvSpPr/>
            <p:nvPr/>
          </p:nvSpPr>
          <p:spPr>
            <a:xfrm>
              <a:off x="4283886" y="3519017"/>
              <a:ext cx="266280" cy="153993"/>
            </a:xfrm>
            <a:custGeom>
              <a:avLst/>
              <a:gdLst/>
              <a:ahLst/>
              <a:cxnLst/>
              <a:rect l="l" t="t" r="r" b="b"/>
              <a:pathLst>
                <a:path w="266280" h="153993" extrusionOk="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2645;p47">
              <a:extLst>
                <a:ext uri="{FF2B5EF4-FFF2-40B4-BE49-F238E27FC236}">
                  <a16:creationId xmlns:a16="http://schemas.microsoft.com/office/drawing/2014/main" id="{29EE3563-FE86-4EA8-A85E-F3067E3B51A7}"/>
                </a:ext>
              </a:extLst>
            </p:cNvPr>
            <p:cNvSpPr/>
            <p:nvPr/>
          </p:nvSpPr>
          <p:spPr>
            <a:xfrm>
              <a:off x="4440564" y="3609219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2646;p47">
              <a:extLst>
                <a:ext uri="{FF2B5EF4-FFF2-40B4-BE49-F238E27FC236}">
                  <a16:creationId xmlns:a16="http://schemas.microsoft.com/office/drawing/2014/main" id="{E1CC49E2-6C60-47D6-A9F7-33698B5B3D8A}"/>
                </a:ext>
              </a:extLst>
            </p:cNvPr>
            <p:cNvSpPr/>
            <p:nvPr/>
          </p:nvSpPr>
          <p:spPr>
            <a:xfrm>
              <a:off x="4597287" y="3699905"/>
              <a:ext cx="266442" cy="153983"/>
            </a:xfrm>
            <a:custGeom>
              <a:avLst/>
              <a:gdLst/>
              <a:ahLst/>
              <a:cxnLst/>
              <a:rect l="l" t="t" r="r" b="b"/>
              <a:pathLst>
                <a:path w="266442" h="153983" extrusionOk="0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2647;p47">
              <a:extLst>
                <a:ext uri="{FF2B5EF4-FFF2-40B4-BE49-F238E27FC236}">
                  <a16:creationId xmlns:a16="http://schemas.microsoft.com/office/drawing/2014/main" id="{C3B0261E-8564-4DE3-B4FA-0FB149CA0A0B}"/>
                </a:ext>
              </a:extLst>
            </p:cNvPr>
            <p:cNvSpPr/>
            <p:nvPr/>
          </p:nvSpPr>
          <p:spPr>
            <a:xfrm>
              <a:off x="4753934" y="3790488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2648;p47">
              <a:extLst>
                <a:ext uri="{FF2B5EF4-FFF2-40B4-BE49-F238E27FC236}">
                  <a16:creationId xmlns:a16="http://schemas.microsoft.com/office/drawing/2014/main" id="{22ADF8FB-15F8-45FF-971B-00CEDC554A03}"/>
                </a:ext>
              </a:extLst>
            </p:cNvPr>
            <p:cNvSpPr/>
            <p:nvPr/>
          </p:nvSpPr>
          <p:spPr>
            <a:xfrm>
              <a:off x="4910657" y="3881158"/>
              <a:ext cx="266058" cy="153915"/>
            </a:xfrm>
            <a:custGeom>
              <a:avLst/>
              <a:gdLst/>
              <a:ahLst/>
              <a:cxnLst/>
              <a:rect l="l" t="t" r="r" b="b"/>
              <a:pathLst>
                <a:path w="266058" h="153915" extrusionOk="0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2649;p47">
              <a:extLst>
                <a:ext uri="{FF2B5EF4-FFF2-40B4-BE49-F238E27FC236}">
                  <a16:creationId xmlns:a16="http://schemas.microsoft.com/office/drawing/2014/main" id="{3F5A8BBC-0F38-4986-9B19-FE4DFD7EF138}"/>
                </a:ext>
              </a:extLst>
            </p:cNvPr>
            <p:cNvSpPr/>
            <p:nvPr/>
          </p:nvSpPr>
          <p:spPr>
            <a:xfrm>
              <a:off x="5067303" y="3971836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2650;p47">
              <a:extLst>
                <a:ext uri="{FF2B5EF4-FFF2-40B4-BE49-F238E27FC236}">
                  <a16:creationId xmlns:a16="http://schemas.microsoft.com/office/drawing/2014/main" id="{FB33D1FE-3CF6-4E1D-84D9-C48E5613A6E1}"/>
                </a:ext>
              </a:extLst>
            </p:cNvPr>
            <p:cNvSpPr/>
            <p:nvPr/>
          </p:nvSpPr>
          <p:spPr>
            <a:xfrm>
              <a:off x="5224035" y="4062514"/>
              <a:ext cx="266528" cy="154092"/>
            </a:xfrm>
            <a:custGeom>
              <a:avLst/>
              <a:gdLst/>
              <a:ahLst/>
              <a:cxnLst/>
              <a:rect l="l" t="t" r="r" b="b"/>
              <a:pathLst>
                <a:path w="266528" h="154092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2651;p47">
              <a:extLst>
                <a:ext uri="{FF2B5EF4-FFF2-40B4-BE49-F238E27FC236}">
                  <a16:creationId xmlns:a16="http://schemas.microsoft.com/office/drawing/2014/main" id="{0BC7BBD7-D2B0-476E-B09F-0EC81ABF42AA}"/>
                </a:ext>
              </a:extLst>
            </p:cNvPr>
            <p:cNvSpPr/>
            <p:nvPr/>
          </p:nvSpPr>
          <p:spPr>
            <a:xfrm>
              <a:off x="5380534" y="4153137"/>
              <a:ext cx="266473" cy="154041"/>
            </a:xfrm>
            <a:custGeom>
              <a:avLst/>
              <a:gdLst/>
              <a:ahLst/>
              <a:cxnLst/>
              <a:rect l="l" t="t" r="r" b="b"/>
              <a:pathLst>
                <a:path w="266473" h="154041" extrusionOk="0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2652;p47">
              <a:extLst>
                <a:ext uri="{FF2B5EF4-FFF2-40B4-BE49-F238E27FC236}">
                  <a16:creationId xmlns:a16="http://schemas.microsoft.com/office/drawing/2014/main" id="{ACF173C2-F463-4AB9-80D1-DC2EA881C760}"/>
                </a:ext>
              </a:extLst>
            </p:cNvPr>
            <p:cNvSpPr/>
            <p:nvPr/>
          </p:nvSpPr>
          <p:spPr>
            <a:xfrm>
              <a:off x="5537405" y="4243783"/>
              <a:ext cx="341715" cy="197836"/>
            </a:xfrm>
            <a:custGeom>
              <a:avLst/>
              <a:gdLst/>
              <a:ahLst/>
              <a:cxnLst/>
              <a:rect l="l" t="t" r="r" b="b"/>
              <a:pathLst>
                <a:path w="341715" h="197836" extrusionOk="0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2653;p47">
              <a:extLst>
                <a:ext uri="{FF2B5EF4-FFF2-40B4-BE49-F238E27FC236}">
                  <a16:creationId xmlns:a16="http://schemas.microsoft.com/office/drawing/2014/main" id="{EB519662-F49E-4D7D-A8E5-EA2AB822F823}"/>
                </a:ext>
              </a:extLst>
            </p:cNvPr>
            <p:cNvSpPr/>
            <p:nvPr/>
          </p:nvSpPr>
          <p:spPr>
            <a:xfrm>
              <a:off x="3580766" y="3287750"/>
              <a:ext cx="266442" cy="153846"/>
            </a:xfrm>
            <a:custGeom>
              <a:avLst/>
              <a:gdLst/>
              <a:ahLst/>
              <a:cxnLst/>
              <a:rect l="l" t="t" r="r" b="b"/>
              <a:pathLst>
                <a:path w="266442" h="153846" extrusionOk="0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2654;p47">
              <a:extLst>
                <a:ext uri="{FF2B5EF4-FFF2-40B4-BE49-F238E27FC236}">
                  <a16:creationId xmlns:a16="http://schemas.microsoft.com/office/drawing/2014/main" id="{AE089E35-6FCD-4149-B2D4-B5BFCD7AACEC}"/>
                </a:ext>
              </a:extLst>
            </p:cNvPr>
            <p:cNvSpPr/>
            <p:nvPr/>
          </p:nvSpPr>
          <p:spPr>
            <a:xfrm>
              <a:off x="3737968" y="3378809"/>
              <a:ext cx="266343" cy="153636"/>
            </a:xfrm>
            <a:custGeom>
              <a:avLst/>
              <a:gdLst/>
              <a:ahLst/>
              <a:cxnLst/>
              <a:rect l="l" t="t" r="r" b="b"/>
              <a:pathLst>
                <a:path w="266343" h="153636" extrusionOk="0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2655;p47">
              <a:extLst>
                <a:ext uri="{FF2B5EF4-FFF2-40B4-BE49-F238E27FC236}">
                  <a16:creationId xmlns:a16="http://schemas.microsoft.com/office/drawing/2014/main" id="{50BC20BC-790C-460A-A741-0FEF1D29F1A4}"/>
                </a:ext>
              </a:extLst>
            </p:cNvPr>
            <p:cNvSpPr/>
            <p:nvPr/>
          </p:nvSpPr>
          <p:spPr>
            <a:xfrm>
              <a:off x="3894706" y="346920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2656;p47">
              <a:extLst>
                <a:ext uri="{FF2B5EF4-FFF2-40B4-BE49-F238E27FC236}">
                  <a16:creationId xmlns:a16="http://schemas.microsoft.com/office/drawing/2014/main" id="{C04A3E8F-4B63-45B3-867A-7C42D3061B42}"/>
                </a:ext>
              </a:extLst>
            </p:cNvPr>
            <p:cNvSpPr/>
            <p:nvPr/>
          </p:nvSpPr>
          <p:spPr>
            <a:xfrm>
              <a:off x="4051822" y="3559729"/>
              <a:ext cx="266144" cy="154280"/>
            </a:xfrm>
            <a:custGeom>
              <a:avLst/>
              <a:gdLst/>
              <a:ahLst/>
              <a:cxnLst/>
              <a:rect l="l" t="t" r="r" b="b"/>
              <a:pathLst>
                <a:path w="266144" h="154280" extrusionOk="0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2657;p47">
              <a:extLst>
                <a:ext uri="{FF2B5EF4-FFF2-40B4-BE49-F238E27FC236}">
                  <a16:creationId xmlns:a16="http://schemas.microsoft.com/office/drawing/2014/main" id="{8110277D-856D-441B-BA25-183255D43B99}"/>
                </a:ext>
              </a:extLst>
            </p:cNvPr>
            <p:cNvSpPr/>
            <p:nvPr/>
          </p:nvSpPr>
          <p:spPr>
            <a:xfrm>
              <a:off x="4207595" y="3649708"/>
              <a:ext cx="266442" cy="154372"/>
            </a:xfrm>
            <a:custGeom>
              <a:avLst/>
              <a:gdLst/>
              <a:ahLst/>
              <a:cxnLst/>
              <a:rect l="l" t="t" r="r" b="b"/>
              <a:pathLst>
                <a:path w="266442" h="154372" extrusionOk="0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2658;p47">
              <a:extLst>
                <a:ext uri="{FF2B5EF4-FFF2-40B4-BE49-F238E27FC236}">
                  <a16:creationId xmlns:a16="http://schemas.microsoft.com/office/drawing/2014/main" id="{FC9A1BA7-912A-4A34-97A8-F68DA63F7978}"/>
                </a:ext>
              </a:extLst>
            </p:cNvPr>
            <p:cNvSpPr/>
            <p:nvPr/>
          </p:nvSpPr>
          <p:spPr>
            <a:xfrm>
              <a:off x="4364526" y="3740759"/>
              <a:ext cx="266248" cy="154101"/>
            </a:xfrm>
            <a:custGeom>
              <a:avLst/>
              <a:gdLst/>
              <a:ahLst/>
              <a:cxnLst/>
              <a:rect l="l" t="t" r="r" b="b"/>
              <a:pathLst>
                <a:path w="266248" h="154101" extrusionOk="0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2659;p47">
              <a:extLst>
                <a:ext uri="{FF2B5EF4-FFF2-40B4-BE49-F238E27FC236}">
                  <a16:creationId xmlns:a16="http://schemas.microsoft.com/office/drawing/2014/main" id="{3871EBB6-E60A-4D06-B5CE-7B8DAEF35597}"/>
                </a:ext>
              </a:extLst>
            </p:cNvPr>
            <p:cNvSpPr/>
            <p:nvPr/>
          </p:nvSpPr>
          <p:spPr>
            <a:xfrm>
              <a:off x="4521449" y="3831731"/>
              <a:ext cx="266334" cy="153985"/>
            </a:xfrm>
            <a:custGeom>
              <a:avLst/>
              <a:gdLst/>
              <a:ahLst/>
              <a:cxnLst/>
              <a:rect l="l" t="t" r="r" b="b"/>
              <a:pathLst>
                <a:path w="266334" h="153985" extrusionOk="0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2660;p47">
              <a:extLst>
                <a:ext uri="{FF2B5EF4-FFF2-40B4-BE49-F238E27FC236}">
                  <a16:creationId xmlns:a16="http://schemas.microsoft.com/office/drawing/2014/main" id="{2098440F-C43D-45A0-94CD-F550DC3FD407}"/>
                </a:ext>
              </a:extLst>
            </p:cNvPr>
            <p:cNvSpPr/>
            <p:nvPr/>
          </p:nvSpPr>
          <p:spPr>
            <a:xfrm>
              <a:off x="4678466" y="3922592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2661;p47">
              <a:extLst>
                <a:ext uri="{FF2B5EF4-FFF2-40B4-BE49-F238E27FC236}">
                  <a16:creationId xmlns:a16="http://schemas.microsoft.com/office/drawing/2014/main" id="{5C387894-490F-4C81-BB2F-043CE1E5AB82}"/>
                </a:ext>
              </a:extLst>
            </p:cNvPr>
            <p:cNvSpPr/>
            <p:nvPr/>
          </p:nvSpPr>
          <p:spPr>
            <a:xfrm>
              <a:off x="4835195" y="4013365"/>
              <a:ext cx="266474" cy="153993"/>
            </a:xfrm>
            <a:custGeom>
              <a:avLst/>
              <a:gdLst/>
              <a:ahLst/>
              <a:cxnLst/>
              <a:rect l="l" t="t" r="r" b="b"/>
              <a:pathLst>
                <a:path w="266474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2662;p47">
              <a:extLst>
                <a:ext uri="{FF2B5EF4-FFF2-40B4-BE49-F238E27FC236}">
                  <a16:creationId xmlns:a16="http://schemas.microsoft.com/office/drawing/2014/main" id="{A3592296-EE68-43E3-943A-68544A955A12}"/>
                </a:ext>
              </a:extLst>
            </p:cNvPr>
            <p:cNvSpPr/>
            <p:nvPr/>
          </p:nvSpPr>
          <p:spPr>
            <a:xfrm>
              <a:off x="4992397" y="4104213"/>
              <a:ext cx="266533" cy="154079"/>
            </a:xfrm>
            <a:custGeom>
              <a:avLst/>
              <a:gdLst/>
              <a:ahLst/>
              <a:cxnLst/>
              <a:rect l="l" t="t" r="r" b="b"/>
              <a:pathLst>
                <a:path w="266533" h="154079" extrusionOk="0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2663;p47">
              <a:extLst>
                <a:ext uri="{FF2B5EF4-FFF2-40B4-BE49-F238E27FC236}">
                  <a16:creationId xmlns:a16="http://schemas.microsoft.com/office/drawing/2014/main" id="{9ACD5D4E-22EE-42E0-B786-2FC79E145B7C}"/>
                </a:ext>
              </a:extLst>
            </p:cNvPr>
            <p:cNvSpPr/>
            <p:nvPr/>
          </p:nvSpPr>
          <p:spPr>
            <a:xfrm>
              <a:off x="5149329" y="4195292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2664;p47">
              <a:extLst>
                <a:ext uri="{FF2B5EF4-FFF2-40B4-BE49-F238E27FC236}">
                  <a16:creationId xmlns:a16="http://schemas.microsoft.com/office/drawing/2014/main" id="{8BE9657F-4122-48D3-BF2F-1C34CB466E07}"/>
                </a:ext>
              </a:extLst>
            </p:cNvPr>
            <p:cNvSpPr/>
            <p:nvPr/>
          </p:nvSpPr>
          <p:spPr>
            <a:xfrm>
              <a:off x="5306305" y="4285820"/>
              <a:ext cx="266280" cy="154040"/>
            </a:xfrm>
            <a:custGeom>
              <a:avLst/>
              <a:gdLst/>
              <a:ahLst/>
              <a:cxnLst/>
              <a:rect l="l" t="t" r="r" b="b"/>
              <a:pathLst>
                <a:path w="266280" h="154040" extrusionOk="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2665;p47">
              <a:extLst>
                <a:ext uri="{FF2B5EF4-FFF2-40B4-BE49-F238E27FC236}">
                  <a16:creationId xmlns:a16="http://schemas.microsoft.com/office/drawing/2014/main" id="{B8119951-CD6C-4DC3-B230-0B13A11FCD87}"/>
                </a:ext>
              </a:extLst>
            </p:cNvPr>
            <p:cNvSpPr/>
            <p:nvPr/>
          </p:nvSpPr>
          <p:spPr>
            <a:xfrm>
              <a:off x="3348561" y="3153075"/>
              <a:ext cx="342095" cy="197622"/>
            </a:xfrm>
            <a:custGeom>
              <a:avLst/>
              <a:gdLst/>
              <a:ahLst/>
              <a:cxnLst/>
              <a:rect l="l" t="t" r="r" b="b"/>
              <a:pathLst>
                <a:path w="342095" h="197622" extrusionOk="0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2666;p47">
              <a:extLst>
                <a:ext uri="{FF2B5EF4-FFF2-40B4-BE49-F238E27FC236}">
                  <a16:creationId xmlns:a16="http://schemas.microsoft.com/office/drawing/2014/main" id="{F5F9723C-798F-48B1-B547-BDAB77940049}"/>
                </a:ext>
              </a:extLst>
            </p:cNvPr>
            <p:cNvSpPr/>
            <p:nvPr/>
          </p:nvSpPr>
          <p:spPr>
            <a:xfrm>
              <a:off x="5350264" y="4375807"/>
              <a:ext cx="378572" cy="242223"/>
            </a:xfrm>
            <a:custGeom>
              <a:avLst/>
              <a:gdLst/>
              <a:ahLst/>
              <a:cxnLst/>
              <a:rect l="l" t="t" r="r" b="b"/>
              <a:pathLst>
                <a:path w="378572" h="242223" extrusionOk="0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2667;p47">
              <a:extLst>
                <a:ext uri="{FF2B5EF4-FFF2-40B4-BE49-F238E27FC236}">
                  <a16:creationId xmlns:a16="http://schemas.microsoft.com/office/drawing/2014/main" id="{768E7C09-2F3D-4C58-84A2-42B4F6AFE83A}"/>
                </a:ext>
              </a:extLst>
            </p:cNvPr>
            <p:cNvSpPr/>
            <p:nvPr/>
          </p:nvSpPr>
          <p:spPr>
            <a:xfrm>
              <a:off x="2893378" y="3416909"/>
              <a:ext cx="266442" cy="154101"/>
            </a:xfrm>
            <a:custGeom>
              <a:avLst/>
              <a:gdLst/>
              <a:ahLst/>
              <a:cxnLst/>
              <a:rect l="l" t="t" r="r" b="b"/>
              <a:pathLst>
                <a:path w="266442" h="154101" extrusionOk="0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2668;p47">
              <a:extLst>
                <a:ext uri="{FF2B5EF4-FFF2-40B4-BE49-F238E27FC236}">
                  <a16:creationId xmlns:a16="http://schemas.microsoft.com/office/drawing/2014/main" id="{69D21634-2DA4-431E-8645-58ABFFB44656}"/>
                </a:ext>
              </a:extLst>
            </p:cNvPr>
            <p:cNvSpPr/>
            <p:nvPr/>
          </p:nvSpPr>
          <p:spPr>
            <a:xfrm>
              <a:off x="3049635" y="350749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2669;p47">
              <a:extLst>
                <a:ext uri="{FF2B5EF4-FFF2-40B4-BE49-F238E27FC236}">
                  <a16:creationId xmlns:a16="http://schemas.microsoft.com/office/drawing/2014/main" id="{1C4E9009-EC94-4F53-9E96-17630DCFF61E}"/>
                </a:ext>
              </a:extLst>
            </p:cNvPr>
            <p:cNvSpPr/>
            <p:nvPr/>
          </p:nvSpPr>
          <p:spPr>
            <a:xfrm>
              <a:off x="3205860" y="3597884"/>
              <a:ext cx="266188" cy="153922"/>
            </a:xfrm>
            <a:custGeom>
              <a:avLst/>
              <a:gdLst/>
              <a:ahLst/>
              <a:cxnLst/>
              <a:rect l="l" t="t" r="r" b="b"/>
              <a:pathLst>
                <a:path w="266188" h="153922" extrusionOk="0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2670;p47">
              <a:extLst>
                <a:ext uri="{FF2B5EF4-FFF2-40B4-BE49-F238E27FC236}">
                  <a16:creationId xmlns:a16="http://schemas.microsoft.com/office/drawing/2014/main" id="{17F61C6B-9805-464E-9B64-E6B9A50D2DDF}"/>
                </a:ext>
              </a:extLst>
            </p:cNvPr>
            <p:cNvSpPr/>
            <p:nvPr/>
          </p:nvSpPr>
          <p:spPr>
            <a:xfrm>
              <a:off x="4536462" y="4367735"/>
              <a:ext cx="266437" cy="154256"/>
            </a:xfrm>
            <a:custGeom>
              <a:avLst/>
              <a:gdLst/>
              <a:ahLst/>
              <a:cxnLst/>
              <a:rect l="l" t="t" r="r" b="b"/>
              <a:pathLst>
                <a:path w="266437" h="154256" extrusionOk="0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2671;p47">
              <a:extLst>
                <a:ext uri="{FF2B5EF4-FFF2-40B4-BE49-F238E27FC236}">
                  <a16:creationId xmlns:a16="http://schemas.microsoft.com/office/drawing/2014/main" id="{35041F64-AFAB-4D11-8B5F-94BF92E8CC3C}"/>
                </a:ext>
              </a:extLst>
            </p:cNvPr>
            <p:cNvSpPr/>
            <p:nvPr/>
          </p:nvSpPr>
          <p:spPr>
            <a:xfrm>
              <a:off x="4692711" y="4458183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2672;p47">
              <a:extLst>
                <a:ext uri="{FF2B5EF4-FFF2-40B4-BE49-F238E27FC236}">
                  <a16:creationId xmlns:a16="http://schemas.microsoft.com/office/drawing/2014/main" id="{5A55D253-1E34-4010-89A2-370B60094EC5}"/>
                </a:ext>
              </a:extLst>
            </p:cNvPr>
            <p:cNvSpPr/>
            <p:nvPr/>
          </p:nvSpPr>
          <p:spPr>
            <a:xfrm>
              <a:off x="4849162" y="4548575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2673;p47">
              <a:extLst>
                <a:ext uri="{FF2B5EF4-FFF2-40B4-BE49-F238E27FC236}">
                  <a16:creationId xmlns:a16="http://schemas.microsoft.com/office/drawing/2014/main" id="{48938977-D8ED-4EB8-8C4F-812B4AB96A3E}"/>
                </a:ext>
              </a:extLst>
            </p:cNvPr>
            <p:cNvSpPr/>
            <p:nvPr/>
          </p:nvSpPr>
          <p:spPr>
            <a:xfrm>
              <a:off x="5005419" y="4638967"/>
              <a:ext cx="266537" cy="154092"/>
            </a:xfrm>
            <a:custGeom>
              <a:avLst/>
              <a:gdLst/>
              <a:ahLst/>
              <a:cxnLst/>
              <a:rect l="l" t="t" r="r" b="b"/>
              <a:pathLst>
                <a:path w="266537" h="154092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2674;p47">
              <a:extLst>
                <a:ext uri="{FF2B5EF4-FFF2-40B4-BE49-F238E27FC236}">
                  <a16:creationId xmlns:a16="http://schemas.microsoft.com/office/drawing/2014/main" id="{CBA00CB4-0FFB-428B-AF4A-A0E0F9FC8AE0}"/>
                </a:ext>
              </a:extLst>
            </p:cNvPr>
            <p:cNvSpPr/>
            <p:nvPr/>
          </p:nvSpPr>
          <p:spPr>
            <a:xfrm>
              <a:off x="3362257" y="3688277"/>
              <a:ext cx="306733" cy="177321"/>
            </a:xfrm>
            <a:custGeom>
              <a:avLst/>
              <a:gdLst/>
              <a:ahLst/>
              <a:cxnLst/>
              <a:rect l="l" t="t" r="r" b="b"/>
              <a:pathLst>
                <a:path w="306733" h="177321" extrusionOk="0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2675;p47">
              <a:extLst>
                <a:ext uri="{FF2B5EF4-FFF2-40B4-BE49-F238E27FC236}">
                  <a16:creationId xmlns:a16="http://schemas.microsoft.com/office/drawing/2014/main" id="{B0E2EA11-7F14-4350-88CA-7EB2D68906B7}"/>
                </a:ext>
              </a:extLst>
            </p:cNvPr>
            <p:cNvSpPr/>
            <p:nvPr/>
          </p:nvSpPr>
          <p:spPr>
            <a:xfrm>
              <a:off x="4339992" y="4254062"/>
              <a:ext cx="306655" cy="177321"/>
            </a:xfrm>
            <a:custGeom>
              <a:avLst/>
              <a:gdLst/>
              <a:ahLst/>
              <a:cxnLst/>
              <a:rect l="l" t="t" r="r" b="b"/>
              <a:pathLst>
                <a:path w="306655" h="177321" extrusionOk="0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2676;p47">
              <a:extLst>
                <a:ext uri="{FF2B5EF4-FFF2-40B4-BE49-F238E27FC236}">
                  <a16:creationId xmlns:a16="http://schemas.microsoft.com/office/drawing/2014/main" id="{7144768F-49D2-42C3-B402-1AA0739C9A65}"/>
                </a:ext>
              </a:extLst>
            </p:cNvPr>
            <p:cNvSpPr/>
            <p:nvPr/>
          </p:nvSpPr>
          <p:spPr>
            <a:xfrm>
              <a:off x="3558805" y="3802100"/>
              <a:ext cx="891371" cy="515693"/>
            </a:xfrm>
            <a:custGeom>
              <a:avLst/>
              <a:gdLst/>
              <a:ahLst/>
              <a:cxnLst/>
              <a:rect l="l" t="t" r="r" b="b"/>
              <a:pathLst>
                <a:path w="891371" h="515693" extrusionOk="0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2677;p47">
              <a:extLst>
                <a:ext uri="{FF2B5EF4-FFF2-40B4-BE49-F238E27FC236}">
                  <a16:creationId xmlns:a16="http://schemas.microsoft.com/office/drawing/2014/main" id="{33684CC6-C35E-44CC-BE6F-D007ECB1523F}"/>
                </a:ext>
              </a:extLst>
            </p:cNvPr>
            <p:cNvSpPr/>
            <p:nvPr/>
          </p:nvSpPr>
          <p:spPr>
            <a:xfrm>
              <a:off x="3471751" y="3400145"/>
              <a:ext cx="266623" cy="154042"/>
            </a:xfrm>
            <a:custGeom>
              <a:avLst/>
              <a:gdLst/>
              <a:ahLst/>
              <a:cxnLst/>
              <a:rect l="l" t="t" r="r" b="b"/>
              <a:pathLst>
                <a:path w="266623" h="154042" extrusionOk="0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2678;p47">
              <a:extLst>
                <a:ext uri="{FF2B5EF4-FFF2-40B4-BE49-F238E27FC236}">
                  <a16:creationId xmlns:a16="http://schemas.microsoft.com/office/drawing/2014/main" id="{4BC18A54-F362-4379-A434-5FFC4D28922E}"/>
                </a:ext>
              </a:extLst>
            </p:cNvPr>
            <p:cNvSpPr/>
            <p:nvPr/>
          </p:nvSpPr>
          <p:spPr>
            <a:xfrm>
              <a:off x="3628284" y="3490390"/>
              <a:ext cx="266442" cy="154037"/>
            </a:xfrm>
            <a:custGeom>
              <a:avLst/>
              <a:gdLst/>
              <a:ahLst/>
              <a:cxnLst/>
              <a:rect l="l" t="t" r="r" b="b"/>
              <a:pathLst>
                <a:path w="266442" h="154037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2679;p47">
              <a:extLst>
                <a:ext uri="{FF2B5EF4-FFF2-40B4-BE49-F238E27FC236}">
                  <a16:creationId xmlns:a16="http://schemas.microsoft.com/office/drawing/2014/main" id="{8F630636-2212-4D23-9AEA-D925EEF793BB}"/>
                </a:ext>
              </a:extLst>
            </p:cNvPr>
            <p:cNvSpPr/>
            <p:nvPr/>
          </p:nvSpPr>
          <p:spPr>
            <a:xfrm>
              <a:off x="3784546" y="3581216"/>
              <a:ext cx="266667" cy="153993"/>
            </a:xfrm>
            <a:custGeom>
              <a:avLst/>
              <a:gdLst/>
              <a:ahLst/>
              <a:cxnLst/>
              <a:rect l="l" t="t" r="r" b="b"/>
              <a:pathLst>
                <a:path w="266667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2680;p47">
              <a:extLst>
                <a:ext uri="{FF2B5EF4-FFF2-40B4-BE49-F238E27FC236}">
                  <a16:creationId xmlns:a16="http://schemas.microsoft.com/office/drawing/2014/main" id="{27A9C607-3F43-47B3-BE8C-9B7A4F68F17C}"/>
                </a:ext>
              </a:extLst>
            </p:cNvPr>
            <p:cNvSpPr/>
            <p:nvPr/>
          </p:nvSpPr>
          <p:spPr>
            <a:xfrm>
              <a:off x="3941088" y="3671799"/>
              <a:ext cx="266351" cy="153784"/>
            </a:xfrm>
            <a:custGeom>
              <a:avLst/>
              <a:gdLst/>
              <a:ahLst/>
              <a:cxnLst/>
              <a:rect l="l" t="t" r="r" b="b"/>
              <a:pathLst>
                <a:path w="266351" h="153784" extrusionOk="0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2681;p47">
              <a:extLst>
                <a:ext uri="{FF2B5EF4-FFF2-40B4-BE49-F238E27FC236}">
                  <a16:creationId xmlns:a16="http://schemas.microsoft.com/office/drawing/2014/main" id="{4C3F088E-A396-456C-9EED-2F14C4B3CD5D}"/>
                </a:ext>
              </a:extLst>
            </p:cNvPr>
            <p:cNvSpPr/>
            <p:nvPr/>
          </p:nvSpPr>
          <p:spPr>
            <a:xfrm>
              <a:off x="4097622" y="3762381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2682;p47">
              <a:extLst>
                <a:ext uri="{FF2B5EF4-FFF2-40B4-BE49-F238E27FC236}">
                  <a16:creationId xmlns:a16="http://schemas.microsoft.com/office/drawing/2014/main" id="{D9AEC6E0-DE37-4B8D-9134-E2719157FBCC}"/>
                </a:ext>
              </a:extLst>
            </p:cNvPr>
            <p:cNvSpPr/>
            <p:nvPr/>
          </p:nvSpPr>
          <p:spPr>
            <a:xfrm>
              <a:off x="4254133" y="3852876"/>
              <a:ext cx="266854" cy="154172"/>
            </a:xfrm>
            <a:custGeom>
              <a:avLst/>
              <a:gdLst/>
              <a:ahLst/>
              <a:cxnLst/>
              <a:rect l="l" t="t" r="r" b="b"/>
              <a:pathLst>
                <a:path w="266854" h="154172" extrusionOk="0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2683;p47">
              <a:extLst>
                <a:ext uri="{FF2B5EF4-FFF2-40B4-BE49-F238E27FC236}">
                  <a16:creationId xmlns:a16="http://schemas.microsoft.com/office/drawing/2014/main" id="{1DFB71E5-1C4F-4407-BEE6-16807972779C}"/>
                </a:ext>
              </a:extLst>
            </p:cNvPr>
            <p:cNvSpPr/>
            <p:nvPr/>
          </p:nvSpPr>
          <p:spPr>
            <a:xfrm>
              <a:off x="4410814" y="394345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2684;p47">
              <a:extLst>
                <a:ext uri="{FF2B5EF4-FFF2-40B4-BE49-F238E27FC236}">
                  <a16:creationId xmlns:a16="http://schemas.microsoft.com/office/drawing/2014/main" id="{A5BE02BF-1A70-406F-95A6-1FBF1538D026}"/>
                </a:ext>
              </a:extLst>
            </p:cNvPr>
            <p:cNvSpPr/>
            <p:nvPr/>
          </p:nvSpPr>
          <p:spPr>
            <a:xfrm>
              <a:off x="4567356" y="4034034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2685;p47">
              <a:extLst>
                <a:ext uri="{FF2B5EF4-FFF2-40B4-BE49-F238E27FC236}">
                  <a16:creationId xmlns:a16="http://schemas.microsoft.com/office/drawing/2014/main" id="{8D6D7335-FCA1-4065-9375-4E3D6CA2CAD1}"/>
                </a:ext>
              </a:extLst>
            </p:cNvPr>
            <p:cNvSpPr/>
            <p:nvPr/>
          </p:nvSpPr>
          <p:spPr>
            <a:xfrm>
              <a:off x="4723985" y="4124617"/>
              <a:ext cx="266248" cy="154017"/>
            </a:xfrm>
            <a:custGeom>
              <a:avLst/>
              <a:gdLst/>
              <a:ahLst/>
              <a:cxnLst/>
              <a:rect l="l" t="t" r="r" b="b"/>
              <a:pathLst>
                <a:path w="266248" h="154017" extrusionOk="0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2686;p47">
              <a:extLst>
                <a:ext uri="{FF2B5EF4-FFF2-40B4-BE49-F238E27FC236}">
                  <a16:creationId xmlns:a16="http://schemas.microsoft.com/office/drawing/2014/main" id="{1D6A34F0-93C3-449A-A670-2A7AB8CC40FF}"/>
                </a:ext>
              </a:extLst>
            </p:cNvPr>
            <p:cNvSpPr/>
            <p:nvPr/>
          </p:nvSpPr>
          <p:spPr>
            <a:xfrm>
              <a:off x="4880346" y="4215112"/>
              <a:ext cx="266334" cy="154040"/>
            </a:xfrm>
            <a:custGeom>
              <a:avLst/>
              <a:gdLst/>
              <a:ahLst/>
              <a:cxnLst/>
              <a:rect l="l" t="t" r="r" b="b"/>
              <a:pathLst>
                <a:path w="266334" h="154040" extrusionOk="0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2687;p47">
              <a:extLst>
                <a:ext uri="{FF2B5EF4-FFF2-40B4-BE49-F238E27FC236}">
                  <a16:creationId xmlns:a16="http://schemas.microsoft.com/office/drawing/2014/main" id="{115810D8-1003-431C-9C8D-FFADA69009CA}"/>
                </a:ext>
              </a:extLst>
            </p:cNvPr>
            <p:cNvSpPr/>
            <p:nvPr/>
          </p:nvSpPr>
          <p:spPr>
            <a:xfrm>
              <a:off x="5036888" y="430568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2688;p47">
              <a:extLst>
                <a:ext uri="{FF2B5EF4-FFF2-40B4-BE49-F238E27FC236}">
                  <a16:creationId xmlns:a16="http://schemas.microsoft.com/office/drawing/2014/main" id="{331830D8-574B-4444-BC18-0B424D869B0E}"/>
                </a:ext>
              </a:extLst>
            </p:cNvPr>
            <p:cNvSpPr/>
            <p:nvPr/>
          </p:nvSpPr>
          <p:spPr>
            <a:xfrm>
              <a:off x="5193145" y="4396270"/>
              <a:ext cx="266239" cy="154284"/>
            </a:xfrm>
            <a:custGeom>
              <a:avLst/>
              <a:gdLst/>
              <a:ahLst/>
              <a:cxnLst/>
              <a:rect l="l" t="t" r="r" b="b"/>
              <a:pathLst>
                <a:path w="266239" h="154284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2689;p47">
              <a:extLst>
                <a:ext uri="{FF2B5EF4-FFF2-40B4-BE49-F238E27FC236}">
                  <a16:creationId xmlns:a16="http://schemas.microsoft.com/office/drawing/2014/main" id="{A065FD19-664F-4D9C-8209-96FE1A0B9FF9}"/>
                </a:ext>
              </a:extLst>
            </p:cNvPr>
            <p:cNvSpPr/>
            <p:nvPr/>
          </p:nvSpPr>
          <p:spPr>
            <a:xfrm>
              <a:off x="3196776" y="3241078"/>
              <a:ext cx="384874" cy="222382"/>
            </a:xfrm>
            <a:custGeom>
              <a:avLst/>
              <a:gdLst/>
              <a:ahLst/>
              <a:cxnLst/>
              <a:rect l="l" t="t" r="r" b="b"/>
              <a:pathLst>
                <a:path w="384874" h="222382" extrusionOk="0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2690;p47">
              <a:extLst>
                <a:ext uri="{FF2B5EF4-FFF2-40B4-BE49-F238E27FC236}">
                  <a16:creationId xmlns:a16="http://schemas.microsoft.com/office/drawing/2014/main" id="{9FB651F8-4E32-4F2E-B9DB-8442B7A7D2EB}"/>
                </a:ext>
              </a:extLst>
            </p:cNvPr>
            <p:cNvSpPr/>
            <p:nvPr/>
          </p:nvSpPr>
          <p:spPr>
            <a:xfrm>
              <a:off x="3242171" y="3443016"/>
              <a:ext cx="266280" cy="153882"/>
            </a:xfrm>
            <a:custGeom>
              <a:avLst/>
              <a:gdLst/>
              <a:ahLst/>
              <a:cxnLst/>
              <a:rect l="l" t="t" r="r" b="b"/>
              <a:pathLst>
                <a:path w="266280" h="153882" extrusionOk="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2691;p47">
              <a:extLst>
                <a:ext uri="{FF2B5EF4-FFF2-40B4-BE49-F238E27FC236}">
                  <a16:creationId xmlns:a16="http://schemas.microsoft.com/office/drawing/2014/main" id="{7E8D9634-4DC0-46EA-91FC-152A8F888B3C}"/>
                </a:ext>
              </a:extLst>
            </p:cNvPr>
            <p:cNvSpPr/>
            <p:nvPr/>
          </p:nvSpPr>
          <p:spPr>
            <a:xfrm>
              <a:off x="3398660" y="353359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2692;p47">
              <a:extLst>
                <a:ext uri="{FF2B5EF4-FFF2-40B4-BE49-F238E27FC236}">
                  <a16:creationId xmlns:a16="http://schemas.microsoft.com/office/drawing/2014/main" id="{054311F4-DF73-4DCC-804B-A437BC045418}"/>
                </a:ext>
              </a:extLst>
            </p:cNvPr>
            <p:cNvSpPr/>
            <p:nvPr/>
          </p:nvSpPr>
          <p:spPr>
            <a:xfrm>
              <a:off x="3554723" y="3624118"/>
              <a:ext cx="266722" cy="153784"/>
            </a:xfrm>
            <a:custGeom>
              <a:avLst/>
              <a:gdLst/>
              <a:ahLst/>
              <a:cxnLst/>
              <a:rect l="l" t="t" r="r" b="b"/>
              <a:pathLst>
                <a:path w="266722" h="153784" extrusionOk="0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2693;p47">
              <a:extLst>
                <a:ext uri="{FF2B5EF4-FFF2-40B4-BE49-F238E27FC236}">
                  <a16:creationId xmlns:a16="http://schemas.microsoft.com/office/drawing/2014/main" id="{C0459111-F36A-485E-99AD-5852BD1BAEAB}"/>
                </a:ext>
              </a:extLst>
            </p:cNvPr>
            <p:cNvSpPr/>
            <p:nvPr/>
          </p:nvSpPr>
          <p:spPr>
            <a:xfrm>
              <a:off x="3711455" y="3714661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2694;p47">
              <a:extLst>
                <a:ext uri="{FF2B5EF4-FFF2-40B4-BE49-F238E27FC236}">
                  <a16:creationId xmlns:a16="http://schemas.microsoft.com/office/drawing/2014/main" id="{27B41281-C838-48AA-9D36-D71E902D79C1}"/>
                </a:ext>
              </a:extLst>
            </p:cNvPr>
            <p:cNvSpPr/>
            <p:nvPr/>
          </p:nvSpPr>
          <p:spPr>
            <a:xfrm>
              <a:off x="3868572" y="3805244"/>
              <a:ext cx="266280" cy="154106"/>
            </a:xfrm>
            <a:custGeom>
              <a:avLst/>
              <a:gdLst/>
              <a:ahLst/>
              <a:cxnLst/>
              <a:rect l="l" t="t" r="r" b="b"/>
              <a:pathLst>
                <a:path w="266280" h="154106" extrusionOk="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2695;p47">
              <a:extLst>
                <a:ext uri="{FF2B5EF4-FFF2-40B4-BE49-F238E27FC236}">
                  <a16:creationId xmlns:a16="http://schemas.microsoft.com/office/drawing/2014/main" id="{99A6D52E-750D-4B6D-8004-A2D49C152D6F}"/>
                </a:ext>
              </a:extLst>
            </p:cNvPr>
            <p:cNvSpPr/>
            <p:nvPr/>
          </p:nvSpPr>
          <p:spPr>
            <a:xfrm>
              <a:off x="4024630" y="3895731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2696;p47">
              <a:extLst>
                <a:ext uri="{FF2B5EF4-FFF2-40B4-BE49-F238E27FC236}">
                  <a16:creationId xmlns:a16="http://schemas.microsoft.com/office/drawing/2014/main" id="{759EA161-5DA7-454F-A15E-F22E21F70847}"/>
                </a:ext>
              </a:extLst>
            </p:cNvPr>
            <p:cNvSpPr/>
            <p:nvPr/>
          </p:nvSpPr>
          <p:spPr>
            <a:xfrm>
              <a:off x="4181086" y="398631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2697;p47">
              <a:extLst>
                <a:ext uri="{FF2B5EF4-FFF2-40B4-BE49-F238E27FC236}">
                  <a16:creationId xmlns:a16="http://schemas.microsoft.com/office/drawing/2014/main" id="{F131FF18-4587-4E11-9F67-51FC2F49E06B}"/>
                </a:ext>
              </a:extLst>
            </p:cNvPr>
            <p:cNvSpPr/>
            <p:nvPr/>
          </p:nvSpPr>
          <p:spPr>
            <a:xfrm>
              <a:off x="4337714" y="4076809"/>
              <a:ext cx="266248" cy="154040"/>
            </a:xfrm>
            <a:custGeom>
              <a:avLst/>
              <a:gdLst/>
              <a:ahLst/>
              <a:cxnLst/>
              <a:rect l="l" t="t" r="r" b="b"/>
              <a:pathLst>
                <a:path w="266248" h="154040" extrusionOk="0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2698;p47">
              <a:extLst>
                <a:ext uri="{FF2B5EF4-FFF2-40B4-BE49-F238E27FC236}">
                  <a16:creationId xmlns:a16="http://schemas.microsoft.com/office/drawing/2014/main" id="{E2DEF133-D5B4-46B7-B52A-B0F784566ADE}"/>
                </a:ext>
              </a:extLst>
            </p:cNvPr>
            <p:cNvSpPr/>
            <p:nvPr/>
          </p:nvSpPr>
          <p:spPr>
            <a:xfrm>
              <a:off x="4494075" y="416738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2699;p47">
              <a:extLst>
                <a:ext uri="{FF2B5EF4-FFF2-40B4-BE49-F238E27FC236}">
                  <a16:creationId xmlns:a16="http://schemas.microsoft.com/office/drawing/2014/main" id="{24ABF664-FBF3-4F08-AD40-89355248D931}"/>
                </a:ext>
              </a:extLst>
            </p:cNvPr>
            <p:cNvSpPr/>
            <p:nvPr/>
          </p:nvSpPr>
          <p:spPr>
            <a:xfrm>
              <a:off x="4650609" y="4257915"/>
              <a:ext cx="266153" cy="154012"/>
            </a:xfrm>
            <a:custGeom>
              <a:avLst/>
              <a:gdLst/>
              <a:ahLst/>
              <a:cxnLst/>
              <a:rect l="l" t="t" r="r" b="b"/>
              <a:pathLst>
                <a:path w="266153" h="154012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2700;p47">
              <a:extLst>
                <a:ext uri="{FF2B5EF4-FFF2-40B4-BE49-F238E27FC236}">
                  <a16:creationId xmlns:a16="http://schemas.microsoft.com/office/drawing/2014/main" id="{9AC79F5C-E0C1-4191-8641-7246A181054B}"/>
                </a:ext>
              </a:extLst>
            </p:cNvPr>
            <p:cNvSpPr/>
            <p:nvPr/>
          </p:nvSpPr>
          <p:spPr>
            <a:xfrm>
              <a:off x="4807065" y="434845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2701;p47">
              <a:extLst>
                <a:ext uri="{FF2B5EF4-FFF2-40B4-BE49-F238E27FC236}">
                  <a16:creationId xmlns:a16="http://schemas.microsoft.com/office/drawing/2014/main" id="{A45A0AAF-D0E1-4E40-B5BC-D5C46EB368E8}"/>
                </a:ext>
              </a:extLst>
            </p:cNvPr>
            <p:cNvSpPr/>
            <p:nvPr/>
          </p:nvSpPr>
          <p:spPr>
            <a:xfrm>
              <a:off x="4963756" y="4439037"/>
              <a:ext cx="459701" cy="266038"/>
            </a:xfrm>
            <a:custGeom>
              <a:avLst/>
              <a:gdLst/>
              <a:ahLst/>
              <a:cxnLst/>
              <a:rect l="l" t="t" r="r" b="b"/>
              <a:pathLst>
                <a:path w="459701" h="266038" extrusionOk="0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2702;p47">
              <a:extLst>
                <a:ext uri="{FF2B5EF4-FFF2-40B4-BE49-F238E27FC236}">
                  <a16:creationId xmlns:a16="http://schemas.microsoft.com/office/drawing/2014/main" id="{13E9594C-8F0B-496A-9AF3-273DE0C7B466}"/>
                </a:ext>
              </a:extLst>
            </p:cNvPr>
            <p:cNvSpPr/>
            <p:nvPr/>
          </p:nvSpPr>
          <p:spPr>
            <a:xfrm>
              <a:off x="3045263" y="3329192"/>
              <a:ext cx="306655" cy="177371"/>
            </a:xfrm>
            <a:custGeom>
              <a:avLst/>
              <a:gdLst/>
              <a:ahLst/>
              <a:cxnLst/>
              <a:rect l="l" t="t" r="r" b="b"/>
              <a:pathLst>
                <a:path w="306655" h="177371" extrusionOk="0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2703;p47">
              <a:extLst>
                <a:ext uri="{FF2B5EF4-FFF2-40B4-BE49-F238E27FC236}">
                  <a16:creationId xmlns:a16="http://schemas.microsoft.com/office/drawing/2014/main" id="{A7C5C442-2EF7-4239-B86A-B29E859797F6}"/>
                </a:ext>
              </a:extLst>
            </p:cNvPr>
            <p:cNvSpPr/>
            <p:nvPr/>
          </p:nvSpPr>
          <p:spPr>
            <a:xfrm>
              <a:off x="3658039" y="3005282"/>
              <a:ext cx="2325529" cy="1345328"/>
            </a:xfrm>
            <a:custGeom>
              <a:avLst/>
              <a:gdLst/>
              <a:ahLst/>
              <a:cxnLst/>
              <a:rect l="l" t="t" r="r" b="b"/>
              <a:pathLst>
                <a:path w="2325529" h="1345328" extrusionOk="0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2704;p47">
              <a:extLst>
                <a:ext uri="{FF2B5EF4-FFF2-40B4-BE49-F238E27FC236}">
                  <a16:creationId xmlns:a16="http://schemas.microsoft.com/office/drawing/2014/main" id="{D460E5C6-020D-49BB-B97B-0EAAE5CBF70D}"/>
                </a:ext>
              </a:extLst>
            </p:cNvPr>
            <p:cNvSpPr/>
            <p:nvPr/>
          </p:nvSpPr>
          <p:spPr>
            <a:xfrm>
              <a:off x="2758377" y="3858961"/>
              <a:ext cx="1752611" cy="1013632"/>
            </a:xfrm>
            <a:custGeom>
              <a:avLst/>
              <a:gdLst/>
              <a:ahLst/>
              <a:cxnLst/>
              <a:rect l="l" t="t" r="r" b="b"/>
              <a:pathLst>
                <a:path w="1752611" h="1013632" extrusionOk="0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2705;p47">
              <a:extLst>
                <a:ext uri="{FF2B5EF4-FFF2-40B4-BE49-F238E27FC236}">
                  <a16:creationId xmlns:a16="http://schemas.microsoft.com/office/drawing/2014/main" id="{044FAFBA-3409-4B08-8F2F-77515C6318E7}"/>
                </a:ext>
              </a:extLst>
            </p:cNvPr>
            <p:cNvSpPr/>
            <p:nvPr/>
          </p:nvSpPr>
          <p:spPr>
            <a:xfrm>
              <a:off x="2759571" y="3871207"/>
              <a:ext cx="1750478" cy="1001386"/>
            </a:xfrm>
            <a:custGeom>
              <a:avLst/>
              <a:gdLst/>
              <a:ahLst/>
              <a:cxnLst/>
              <a:rect l="l" t="t" r="r" b="b"/>
              <a:pathLst>
                <a:path w="1750478" h="1001386" extrusionOk="0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2706;p47">
              <a:extLst>
                <a:ext uri="{FF2B5EF4-FFF2-40B4-BE49-F238E27FC236}">
                  <a16:creationId xmlns:a16="http://schemas.microsoft.com/office/drawing/2014/main" id="{70EDBCF9-5D6C-42ED-9A38-07497BC0EC73}"/>
                </a:ext>
              </a:extLst>
            </p:cNvPr>
            <p:cNvSpPr/>
            <p:nvPr/>
          </p:nvSpPr>
          <p:spPr>
            <a:xfrm>
              <a:off x="3817633" y="2891711"/>
              <a:ext cx="2255273" cy="1359741"/>
            </a:xfrm>
            <a:custGeom>
              <a:avLst/>
              <a:gdLst/>
              <a:ahLst/>
              <a:cxnLst/>
              <a:rect l="l" t="t" r="r" b="b"/>
              <a:pathLst>
                <a:path w="2255273" h="1359741" extrusionOk="0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2707;p47">
              <a:extLst>
                <a:ext uri="{FF2B5EF4-FFF2-40B4-BE49-F238E27FC236}">
                  <a16:creationId xmlns:a16="http://schemas.microsoft.com/office/drawing/2014/main" id="{7A753AC5-396B-479D-8113-00C804B2B121}"/>
                </a:ext>
              </a:extLst>
            </p:cNvPr>
            <p:cNvSpPr/>
            <p:nvPr/>
          </p:nvSpPr>
          <p:spPr>
            <a:xfrm>
              <a:off x="3899944" y="2334804"/>
              <a:ext cx="319167" cy="507819"/>
            </a:xfrm>
            <a:custGeom>
              <a:avLst/>
              <a:gdLst/>
              <a:ahLst/>
              <a:cxnLst/>
              <a:rect l="l" t="t" r="r" b="b"/>
              <a:pathLst>
                <a:path w="319167" h="507819" extrusionOk="0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2708;p47">
              <a:extLst>
                <a:ext uri="{FF2B5EF4-FFF2-40B4-BE49-F238E27FC236}">
                  <a16:creationId xmlns:a16="http://schemas.microsoft.com/office/drawing/2014/main" id="{F1E1D3E4-94B9-4C55-BDAD-EF8ACDD8A9C7}"/>
                </a:ext>
              </a:extLst>
            </p:cNvPr>
            <p:cNvSpPr/>
            <p:nvPr/>
          </p:nvSpPr>
          <p:spPr>
            <a:xfrm>
              <a:off x="3899468" y="1737396"/>
              <a:ext cx="318787" cy="562544"/>
            </a:xfrm>
            <a:custGeom>
              <a:avLst/>
              <a:gdLst/>
              <a:ahLst/>
              <a:cxnLst/>
              <a:rect l="l" t="t" r="r" b="b"/>
              <a:pathLst>
                <a:path w="318787" h="562544" extrusionOk="0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2709;p47">
              <a:extLst>
                <a:ext uri="{FF2B5EF4-FFF2-40B4-BE49-F238E27FC236}">
                  <a16:creationId xmlns:a16="http://schemas.microsoft.com/office/drawing/2014/main" id="{67E21C53-94A8-4FCF-9BF3-DF23A9E6FEF4}"/>
                </a:ext>
              </a:extLst>
            </p:cNvPr>
            <p:cNvSpPr/>
            <p:nvPr/>
          </p:nvSpPr>
          <p:spPr>
            <a:xfrm>
              <a:off x="3979213" y="1913870"/>
              <a:ext cx="161864" cy="209418"/>
            </a:xfrm>
            <a:custGeom>
              <a:avLst/>
              <a:gdLst/>
              <a:ahLst/>
              <a:cxnLst/>
              <a:rect l="l" t="t" r="r" b="b"/>
              <a:pathLst>
                <a:path w="161864" h="209418" extrusionOk="0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2710;p47">
              <a:extLst>
                <a:ext uri="{FF2B5EF4-FFF2-40B4-BE49-F238E27FC236}">
                  <a16:creationId xmlns:a16="http://schemas.microsoft.com/office/drawing/2014/main" id="{9D943D65-1F14-4306-AB72-413AB5F0AD3C}"/>
                </a:ext>
              </a:extLst>
            </p:cNvPr>
            <p:cNvSpPr/>
            <p:nvPr/>
          </p:nvSpPr>
          <p:spPr>
            <a:xfrm>
              <a:off x="4045651" y="1966906"/>
              <a:ext cx="50374" cy="107156"/>
            </a:xfrm>
            <a:custGeom>
              <a:avLst/>
              <a:gdLst/>
              <a:ahLst/>
              <a:cxnLst/>
              <a:rect l="l" t="t" r="r" b="b"/>
              <a:pathLst>
                <a:path w="50374" h="107156" extrusionOk="0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2711;p47">
              <a:extLst>
                <a:ext uri="{FF2B5EF4-FFF2-40B4-BE49-F238E27FC236}">
                  <a16:creationId xmlns:a16="http://schemas.microsoft.com/office/drawing/2014/main" id="{B4BF99B6-8C16-4839-93C7-B5098F4C6312}"/>
                </a:ext>
              </a:extLst>
            </p:cNvPr>
            <p:cNvSpPr/>
            <p:nvPr/>
          </p:nvSpPr>
          <p:spPr>
            <a:xfrm>
              <a:off x="3899183" y="1178204"/>
              <a:ext cx="318787" cy="538687"/>
            </a:xfrm>
            <a:custGeom>
              <a:avLst/>
              <a:gdLst/>
              <a:ahLst/>
              <a:cxnLst/>
              <a:rect l="l" t="t" r="r" b="b"/>
              <a:pathLst>
                <a:path w="318787" h="538687" extrusionOk="0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2712;p47">
              <a:extLst>
                <a:ext uri="{FF2B5EF4-FFF2-40B4-BE49-F238E27FC236}">
                  <a16:creationId xmlns:a16="http://schemas.microsoft.com/office/drawing/2014/main" id="{62AAFB1B-8CB4-4320-BAFC-A1335DDC20B3}"/>
                </a:ext>
              </a:extLst>
            </p:cNvPr>
            <p:cNvSpPr/>
            <p:nvPr/>
          </p:nvSpPr>
          <p:spPr>
            <a:xfrm>
              <a:off x="3979213" y="1338206"/>
              <a:ext cx="159393" cy="203465"/>
            </a:xfrm>
            <a:custGeom>
              <a:avLst/>
              <a:gdLst/>
              <a:ahLst/>
              <a:cxnLst/>
              <a:rect l="l" t="t" r="r" b="b"/>
              <a:pathLst>
                <a:path w="159393" h="203465" extrusionOk="0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2713;p47">
              <a:extLst>
                <a:ext uri="{FF2B5EF4-FFF2-40B4-BE49-F238E27FC236}">
                  <a16:creationId xmlns:a16="http://schemas.microsoft.com/office/drawing/2014/main" id="{A20415A7-22E8-4603-ADD2-D5EB1DAAF2AB}"/>
                </a:ext>
              </a:extLst>
            </p:cNvPr>
            <p:cNvSpPr/>
            <p:nvPr/>
          </p:nvSpPr>
          <p:spPr>
            <a:xfrm>
              <a:off x="3993280" y="2480040"/>
              <a:ext cx="134491" cy="224767"/>
            </a:xfrm>
            <a:custGeom>
              <a:avLst/>
              <a:gdLst/>
              <a:ahLst/>
              <a:cxnLst/>
              <a:rect l="l" t="t" r="r" b="b"/>
              <a:pathLst>
                <a:path w="134491" h="224767" extrusionOk="0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2714;p47">
              <a:extLst>
                <a:ext uri="{FF2B5EF4-FFF2-40B4-BE49-F238E27FC236}">
                  <a16:creationId xmlns:a16="http://schemas.microsoft.com/office/drawing/2014/main" id="{BDE0729C-3449-426B-B272-F5350D08E85D}"/>
                </a:ext>
              </a:extLst>
            </p:cNvPr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avLst/>
              <a:gdLst/>
              <a:ahLst/>
              <a:cxnLst/>
              <a:rect l="l" t="t" r="r" b="b"/>
              <a:pathLst>
                <a:path w="71855" h="124586" extrusionOk="0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2715;p47">
              <a:extLst>
                <a:ext uri="{FF2B5EF4-FFF2-40B4-BE49-F238E27FC236}">
                  <a16:creationId xmlns:a16="http://schemas.microsoft.com/office/drawing/2014/main" id="{40E1EC13-79BF-455E-8AF7-36E53FF7E1D8}"/>
                </a:ext>
              </a:extLst>
            </p:cNvPr>
            <p:cNvSpPr/>
            <p:nvPr/>
          </p:nvSpPr>
          <p:spPr>
            <a:xfrm>
              <a:off x="4492846" y="2048739"/>
              <a:ext cx="559351" cy="469824"/>
            </a:xfrm>
            <a:custGeom>
              <a:avLst/>
              <a:gdLst/>
              <a:ahLst/>
              <a:cxnLst/>
              <a:rect l="l" t="t" r="r" b="b"/>
              <a:pathLst>
                <a:path w="559351" h="469824" extrusionOk="0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2716;p47">
              <a:extLst>
                <a:ext uri="{FF2B5EF4-FFF2-40B4-BE49-F238E27FC236}">
                  <a16:creationId xmlns:a16="http://schemas.microsoft.com/office/drawing/2014/main" id="{561A399A-19D9-4866-AF73-3E746E3B96AB}"/>
                </a:ext>
              </a:extLst>
            </p:cNvPr>
            <p:cNvSpPr/>
            <p:nvPr/>
          </p:nvSpPr>
          <p:spPr>
            <a:xfrm>
              <a:off x="4353888" y="2645824"/>
              <a:ext cx="1638988" cy="1231605"/>
            </a:xfrm>
            <a:custGeom>
              <a:avLst/>
              <a:gdLst/>
              <a:ahLst/>
              <a:cxnLst/>
              <a:rect l="l" t="t" r="r" b="b"/>
              <a:pathLst>
                <a:path w="1638988" h="123160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2717;p47">
              <a:extLst>
                <a:ext uri="{FF2B5EF4-FFF2-40B4-BE49-F238E27FC236}">
                  <a16:creationId xmlns:a16="http://schemas.microsoft.com/office/drawing/2014/main" id="{94A2F9A6-DCFD-4A3D-9775-18AB36F614B8}"/>
                </a:ext>
              </a:extLst>
            </p:cNvPr>
            <p:cNvSpPr/>
            <p:nvPr/>
          </p:nvSpPr>
          <p:spPr>
            <a:xfrm>
              <a:off x="4353888" y="2645824"/>
              <a:ext cx="1638988" cy="746475"/>
            </a:xfrm>
            <a:custGeom>
              <a:avLst/>
              <a:gdLst/>
              <a:ahLst/>
              <a:cxnLst/>
              <a:rect l="l" t="t" r="r" b="b"/>
              <a:pathLst>
                <a:path w="1638988" h="74647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w="10075" cap="flat" cmpd="sng">
              <a:solidFill>
                <a:srgbClr val="CCCED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2718;p47">
              <a:extLst>
                <a:ext uri="{FF2B5EF4-FFF2-40B4-BE49-F238E27FC236}">
                  <a16:creationId xmlns:a16="http://schemas.microsoft.com/office/drawing/2014/main" id="{3731B5C9-E7B2-44D9-A025-D4B228F5BBE1}"/>
                </a:ext>
              </a:extLst>
            </p:cNvPr>
            <p:cNvSpPr/>
            <p:nvPr/>
          </p:nvSpPr>
          <p:spPr>
            <a:xfrm>
              <a:off x="4257005" y="773645"/>
              <a:ext cx="165344" cy="325643"/>
            </a:xfrm>
            <a:custGeom>
              <a:avLst/>
              <a:gdLst/>
              <a:ahLst/>
              <a:cxnLst/>
              <a:rect l="l" t="t" r="r" b="b"/>
              <a:pathLst>
                <a:path w="165344" h="325643" extrusionOk="0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2719;p47">
              <a:extLst>
                <a:ext uri="{FF2B5EF4-FFF2-40B4-BE49-F238E27FC236}">
                  <a16:creationId xmlns:a16="http://schemas.microsoft.com/office/drawing/2014/main" id="{B2B79E63-6D97-4558-969C-ECA7E19B5EA2}"/>
                </a:ext>
              </a:extLst>
            </p:cNvPr>
            <p:cNvSpPr/>
            <p:nvPr/>
          </p:nvSpPr>
          <p:spPr>
            <a:xfrm>
              <a:off x="4272441" y="1538278"/>
              <a:ext cx="113451" cy="88273"/>
            </a:xfrm>
            <a:custGeom>
              <a:avLst/>
              <a:gdLst/>
              <a:ahLst/>
              <a:cxnLst/>
              <a:rect l="l" t="t" r="r" b="b"/>
              <a:pathLst>
                <a:path w="113451" h="88273" extrusionOk="0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2720;p47">
              <a:extLst>
                <a:ext uri="{FF2B5EF4-FFF2-40B4-BE49-F238E27FC236}">
                  <a16:creationId xmlns:a16="http://schemas.microsoft.com/office/drawing/2014/main" id="{B31B1B89-BE1B-4892-A2E3-4D618FB5EFF6}"/>
                </a:ext>
              </a:extLst>
            </p:cNvPr>
            <p:cNvSpPr/>
            <p:nvPr/>
          </p:nvSpPr>
          <p:spPr>
            <a:xfrm>
              <a:off x="4272622" y="1567332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2721;p47">
              <a:extLst>
                <a:ext uri="{FF2B5EF4-FFF2-40B4-BE49-F238E27FC236}">
                  <a16:creationId xmlns:a16="http://schemas.microsoft.com/office/drawing/2014/main" id="{755B23CD-31E3-4EC3-88F8-4886B7620914}"/>
                </a:ext>
              </a:extLst>
            </p:cNvPr>
            <p:cNvSpPr/>
            <p:nvPr/>
          </p:nvSpPr>
          <p:spPr>
            <a:xfrm>
              <a:off x="4135669" y="1458312"/>
              <a:ext cx="113522" cy="85076"/>
            </a:xfrm>
            <a:custGeom>
              <a:avLst/>
              <a:gdLst/>
              <a:ahLst/>
              <a:cxnLst/>
              <a:rect l="l" t="t" r="r" b="b"/>
              <a:pathLst>
                <a:path w="113522" h="85076" extrusionOk="0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2722;p47">
              <a:extLst>
                <a:ext uri="{FF2B5EF4-FFF2-40B4-BE49-F238E27FC236}">
                  <a16:creationId xmlns:a16="http://schemas.microsoft.com/office/drawing/2014/main" id="{5AADD81F-E058-4F73-A89A-05D0A222E333}"/>
                </a:ext>
              </a:extLst>
            </p:cNvPr>
            <p:cNvSpPr/>
            <p:nvPr/>
          </p:nvSpPr>
          <p:spPr>
            <a:xfrm>
              <a:off x="4135660" y="1485798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2723;p47">
              <a:extLst>
                <a:ext uri="{FF2B5EF4-FFF2-40B4-BE49-F238E27FC236}">
                  <a16:creationId xmlns:a16="http://schemas.microsoft.com/office/drawing/2014/main" id="{507CB7C9-B607-476C-84F1-5905FD4BF42C}"/>
                </a:ext>
              </a:extLst>
            </p:cNvPr>
            <p:cNvSpPr/>
            <p:nvPr/>
          </p:nvSpPr>
          <p:spPr>
            <a:xfrm>
              <a:off x="4163850" y="1066881"/>
              <a:ext cx="398264" cy="482949"/>
            </a:xfrm>
            <a:custGeom>
              <a:avLst/>
              <a:gdLst/>
              <a:ahLst/>
              <a:cxnLst/>
              <a:rect l="l" t="t" r="r" b="b"/>
              <a:pathLst>
                <a:path w="398264" h="482949" extrusionOk="0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2724;p47">
              <a:extLst>
                <a:ext uri="{FF2B5EF4-FFF2-40B4-BE49-F238E27FC236}">
                  <a16:creationId xmlns:a16="http://schemas.microsoft.com/office/drawing/2014/main" id="{B0DCD6AA-A3DC-4AE1-ACE2-3749499600D7}"/>
                </a:ext>
              </a:extLst>
            </p:cNvPr>
            <p:cNvSpPr/>
            <p:nvPr/>
          </p:nvSpPr>
          <p:spPr>
            <a:xfrm>
              <a:off x="4403391" y="743705"/>
              <a:ext cx="125692" cy="122150"/>
            </a:xfrm>
            <a:custGeom>
              <a:avLst/>
              <a:gdLst/>
              <a:ahLst/>
              <a:cxnLst/>
              <a:rect l="l" t="t" r="r" b="b"/>
              <a:pathLst>
                <a:path w="125692" h="122150" extrusionOk="0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2725;p47">
              <a:extLst>
                <a:ext uri="{FF2B5EF4-FFF2-40B4-BE49-F238E27FC236}">
                  <a16:creationId xmlns:a16="http://schemas.microsoft.com/office/drawing/2014/main" id="{C407CAB5-50E4-4A3C-B0E3-916E6A3EB700}"/>
                </a:ext>
              </a:extLst>
            </p:cNvPr>
            <p:cNvSpPr/>
            <p:nvPr/>
          </p:nvSpPr>
          <p:spPr>
            <a:xfrm>
              <a:off x="4358991" y="760843"/>
              <a:ext cx="203859" cy="398340"/>
            </a:xfrm>
            <a:custGeom>
              <a:avLst/>
              <a:gdLst/>
              <a:ahLst/>
              <a:cxnLst/>
              <a:rect l="l" t="t" r="r" b="b"/>
              <a:pathLst>
                <a:path w="203859" h="398340" extrusionOk="0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2726;p47">
              <a:extLst>
                <a:ext uri="{FF2B5EF4-FFF2-40B4-BE49-F238E27FC236}">
                  <a16:creationId xmlns:a16="http://schemas.microsoft.com/office/drawing/2014/main" id="{A4685E8E-6276-4BF4-8C49-CAE8D75C741B}"/>
                </a:ext>
              </a:extLst>
            </p:cNvPr>
            <p:cNvSpPr/>
            <p:nvPr/>
          </p:nvSpPr>
          <p:spPr>
            <a:xfrm>
              <a:off x="4398650" y="616917"/>
              <a:ext cx="135166" cy="164844"/>
            </a:xfrm>
            <a:custGeom>
              <a:avLst/>
              <a:gdLst/>
              <a:ahLst/>
              <a:cxnLst/>
              <a:rect l="l" t="t" r="r" b="b"/>
              <a:pathLst>
                <a:path w="135166" h="164844" extrusionOk="0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2727;p47">
              <a:extLst>
                <a:ext uri="{FF2B5EF4-FFF2-40B4-BE49-F238E27FC236}">
                  <a16:creationId xmlns:a16="http://schemas.microsoft.com/office/drawing/2014/main" id="{E69FBECB-0E04-4CC6-AEED-8721DA9846F8}"/>
                </a:ext>
              </a:extLst>
            </p:cNvPr>
            <p:cNvSpPr/>
            <p:nvPr/>
          </p:nvSpPr>
          <p:spPr>
            <a:xfrm>
              <a:off x="4403852" y="602477"/>
              <a:ext cx="142520" cy="141227"/>
            </a:xfrm>
            <a:custGeom>
              <a:avLst/>
              <a:gdLst/>
              <a:ahLst/>
              <a:cxnLst/>
              <a:rect l="l" t="t" r="r" b="b"/>
              <a:pathLst>
                <a:path w="142520" h="141227" extrusionOk="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2728;p47">
              <a:extLst>
                <a:ext uri="{FF2B5EF4-FFF2-40B4-BE49-F238E27FC236}">
                  <a16:creationId xmlns:a16="http://schemas.microsoft.com/office/drawing/2014/main" id="{BD4EFE32-926A-4981-96B9-F855B71B48D6}"/>
                </a:ext>
              </a:extLst>
            </p:cNvPr>
            <p:cNvSpPr/>
            <p:nvPr/>
          </p:nvSpPr>
          <p:spPr>
            <a:xfrm>
              <a:off x="4338015" y="761231"/>
              <a:ext cx="65677" cy="95630"/>
            </a:xfrm>
            <a:custGeom>
              <a:avLst/>
              <a:gdLst/>
              <a:ahLst/>
              <a:cxnLst/>
              <a:rect l="l" t="t" r="r" b="b"/>
              <a:pathLst>
                <a:path w="65677" h="95630" extrusionOk="0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2729;p47">
              <a:extLst>
                <a:ext uri="{FF2B5EF4-FFF2-40B4-BE49-F238E27FC236}">
                  <a16:creationId xmlns:a16="http://schemas.microsoft.com/office/drawing/2014/main" id="{8CF058DC-8B08-44C3-A1D8-DBECAEE23B91}"/>
                </a:ext>
              </a:extLst>
            </p:cNvPr>
            <p:cNvSpPr/>
            <p:nvPr/>
          </p:nvSpPr>
          <p:spPr>
            <a:xfrm>
              <a:off x="5408528" y="1603174"/>
              <a:ext cx="974325" cy="1973896"/>
            </a:xfrm>
            <a:custGeom>
              <a:avLst/>
              <a:gdLst/>
              <a:ahLst/>
              <a:cxnLst/>
              <a:rect l="l" t="t" r="r" b="b"/>
              <a:pathLst>
                <a:path w="974325" h="1973896" extrusionOk="0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2730;p47">
              <a:extLst>
                <a:ext uri="{FF2B5EF4-FFF2-40B4-BE49-F238E27FC236}">
                  <a16:creationId xmlns:a16="http://schemas.microsoft.com/office/drawing/2014/main" id="{3AD18033-6CB1-45C4-893E-3DB41BDFF154}"/>
                </a:ext>
              </a:extLst>
            </p:cNvPr>
            <p:cNvSpPr/>
            <p:nvPr/>
          </p:nvSpPr>
          <p:spPr>
            <a:xfrm>
              <a:off x="6324400" y="3534911"/>
              <a:ext cx="27183" cy="49530"/>
            </a:xfrm>
            <a:custGeom>
              <a:avLst/>
              <a:gdLst/>
              <a:ahLst/>
              <a:cxnLst/>
              <a:rect l="l" t="t" r="r" b="b"/>
              <a:pathLst>
                <a:path w="27183" h="49530" extrusionOk="0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2731;p47">
              <a:extLst>
                <a:ext uri="{FF2B5EF4-FFF2-40B4-BE49-F238E27FC236}">
                  <a16:creationId xmlns:a16="http://schemas.microsoft.com/office/drawing/2014/main" id="{75092671-5573-462D-84F1-72FA07F6E507}"/>
                </a:ext>
              </a:extLst>
            </p:cNvPr>
            <p:cNvSpPr/>
            <p:nvPr/>
          </p:nvSpPr>
          <p:spPr>
            <a:xfrm>
              <a:off x="5423355" y="1605432"/>
              <a:ext cx="45242" cy="39909"/>
            </a:xfrm>
            <a:custGeom>
              <a:avLst/>
              <a:gdLst/>
              <a:ahLst/>
              <a:cxnLst/>
              <a:rect l="l" t="t" r="r" b="b"/>
              <a:pathLst>
                <a:path w="45242" h="39909" extrusionOk="0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2732;p47">
              <a:extLst>
                <a:ext uri="{FF2B5EF4-FFF2-40B4-BE49-F238E27FC236}">
                  <a16:creationId xmlns:a16="http://schemas.microsoft.com/office/drawing/2014/main" id="{886849CF-8754-48FB-8ABE-FD58CDE7C29E}"/>
                </a:ext>
              </a:extLst>
            </p:cNvPr>
            <p:cNvSpPr/>
            <p:nvPr/>
          </p:nvSpPr>
          <p:spPr>
            <a:xfrm>
              <a:off x="5387713" y="1613611"/>
              <a:ext cx="974325" cy="1973876"/>
            </a:xfrm>
            <a:custGeom>
              <a:avLst/>
              <a:gdLst/>
              <a:ahLst/>
              <a:cxnLst/>
              <a:rect l="l" t="t" r="r" b="b"/>
              <a:pathLst>
                <a:path w="974325" h="1973876" extrusionOk="0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2733;p47">
              <a:extLst>
                <a:ext uri="{FF2B5EF4-FFF2-40B4-BE49-F238E27FC236}">
                  <a16:creationId xmlns:a16="http://schemas.microsoft.com/office/drawing/2014/main" id="{945C6DA8-2B49-4062-A2DF-DA518657E0BE}"/>
                </a:ext>
              </a:extLst>
            </p:cNvPr>
            <p:cNvSpPr/>
            <p:nvPr/>
          </p:nvSpPr>
          <p:spPr>
            <a:xfrm>
              <a:off x="5477912" y="174973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2734;p47">
              <a:extLst>
                <a:ext uri="{FF2B5EF4-FFF2-40B4-BE49-F238E27FC236}">
                  <a16:creationId xmlns:a16="http://schemas.microsoft.com/office/drawing/2014/main" id="{2EE9C16D-665C-46ED-B4F6-303A62F99C1B}"/>
                </a:ext>
              </a:extLst>
            </p:cNvPr>
            <p:cNvSpPr/>
            <p:nvPr/>
          </p:nvSpPr>
          <p:spPr>
            <a:xfrm>
              <a:off x="5649377" y="1848986"/>
              <a:ext cx="613432" cy="407098"/>
            </a:xfrm>
            <a:custGeom>
              <a:avLst/>
              <a:gdLst/>
              <a:ahLst/>
              <a:cxnLst/>
              <a:rect l="l" t="t" r="r" b="b"/>
              <a:pathLst>
                <a:path w="613432" h="407098" extrusionOk="0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2735;p47">
              <a:extLst>
                <a:ext uri="{FF2B5EF4-FFF2-40B4-BE49-F238E27FC236}">
                  <a16:creationId xmlns:a16="http://schemas.microsoft.com/office/drawing/2014/main" id="{74032A6F-02D0-4B52-A9FD-F91EF3BC1A33}"/>
                </a:ext>
              </a:extLst>
            </p:cNvPr>
            <p:cNvSpPr/>
            <p:nvPr/>
          </p:nvSpPr>
          <p:spPr>
            <a:xfrm>
              <a:off x="5477912" y="191680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2736;p47">
              <a:extLst>
                <a:ext uri="{FF2B5EF4-FFF2-40B4-BE49-F238E27FC236}">
                  <a16:creationId xmlns:a16="http://schemas.microsoft.com/office/drawing/2014/main" id="{5342673E-451F-45FC-8FB3-C4CD6BB93759}"/>
                </a:ext>
              </a:extLst>
            </p:cNvPr>
            <p:cNvSpPr/>
            <p:nvPr/>
          </p:nvSpPr>
          <p:spPr>
            <a:xfrm>
              <a:off x="5649377" y="2015959"/>
              <a:ext cx="405945" cy="287083"/>
            </a:xfrm>
            <a:custGeom>
              <a:avLst/>
              <a:gdLst/>
              <a:ahLst/>
              <a:cxnLst/>
              <a:rect l="l" t="t" r="r" b="b"/>
              <a:pathLst>
                <a:path w="405945" h="287083" extrusionOk="0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2737;p47">
              <a:extLst>
                <a:ext uri="{FF2B5EF4-FFF2-40B4-BE49-F238E27FC236}">
                  <a16:creationId xmlns:a16="http://schemas.microsoft.com/office/drawing/2014/main" id="{20F52F73-8D7A-4003-9D18-1B45BFECB149}"/>
                </a:ext>
              </a:extLst>
            </p:cNvPr>
            <p:cNvSpPr/>
            <p:nvPr/>
          </p:nvSpPr>
          <p:spPr>
            <a:xfrm>
              <a:off x="5477912" y="2000338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2738;p47">
              <a:extLst>
                <a:ext uri="{FF2B5EF4-FFF2-40B4-BE49-F238E27FC236}">
                  <a16:creationId xmlns:a16="http://schemas.microsoft.com/office/drawing/2014/main" id="{F9140282-8336-4CB1-86C1-D0D8723D66B7}"/>
                </a:ext>
              </a:extLst>
            </p:cNvPr>
            <p:cNvSpPr/>
            <p:nvPr/>
          </p:nvSpPr>
          <p:spPr>
            <a:xfrm>
              <a:off x="5649377" y="2099494"/>
              <a:ext cx="505174" cy="344519"/>
            </a:xfrm>
            <a:custGeom>
              <a:avLst/>
              <a:gdLst/>
              <a:ahLst/>
              <a:cxnLst/>
              <a:rect l="l" t="t" r="r" b="b"/>
              <a:pathLst>
                <a:path w="505174" h="344519" extrusionOk="0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2739;p47">
              <a:extLst>
                <a:ext uri="{FF2B5EF4-FFF2-40B4-BE49-F238E27FC236}">
                  <a16:creationId xmlns:a16="http://schemas.microsoft.com/office/drawing/2014/main" id="{253C4326-0640-4606-A808-8AF7A7B4FD59}"/>
                </a:ext>
              </a:extLst>
            </p:cNvPr>
            <p:cNvSpPr/>
            <p:nvPr/>
          </p:nvSpPr>
          <p:spPr>
            <a:xfrm>
              <a:off x="5477912" y="208377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2740;p47">
              <a:extLst>
                <a:ext uri="{FF2B5EF4-FFF2-40B4-BE49-F238E27FC236}">
                  <a16:creationId xmlns:a16="http://schemas.microsoft.com/office/drawing/2014/main" id="{0FABF1AA-C2D6-4188-8991-8F2375107DB7}"/>
                </a:ext>
              </a:extLst>
            </p:cNvPr>
            <p:cNvSpPr/>
            <p:nvPr/>
          </p:nvSpPr>
          <p:spPr>
            <a:xfrm>
              <a:off x="5649377" y="2183028"/>
              <a:ext cx="351863" cy="255746"/>
            </a:xfrm>
            <a:custGeom>
              <a:avLst/>
              <a:gdLst/>
              <a:ahLst/>
              <a:cxnLst/>
              <a:rect l="l" t="t" r="r" b="b"/>
              <a:pathLst>
                <a:path w="351863" h="255746" extrusionOk="0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2741;p47">
              <a:extLst>
                <a:ext uri="{FF2B5EF4-FFF2-40B4-BE49-F238E27FC236}">
                  <a16:creationId xmlns:a16="http://schemas.microsoft.com/office/drawing/2014/main" id="{FA341676-50C3-4CE5-B9B1-AE9230158771}"/>
                </a:ext>
              </a:extLst>
            </p:cNvPr>
            <p:cNvSpPr/>
            <p:nvPr/>
          </p:nvSpPr>
          <p:spPr>
            <a:xfrm>
              <a:off x="5477912" y="1833270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2742;p47">
              <a:extLst>
                <a:ext uri="{FF2B5EF4-FFF2-40B4-BE49-F238E27FC236}">
                  <a16:creationId xmlns:a16="http://schemas.microsoft.com/office/drawing/2014/main" id="{55D9D758-48E5-4BD3-B2BD-DB564317757D}"/>
                </a:ext>
              </a:extLst>
            </p:cNvPr>
            <p:cNvSpPr/>
            <p:nvPr/>
          </p:nvSpPr>
          <p:spPr>
            <a:xfrm>
              <a:off x="5649377" y="1932425"/>
              <a:ext cx="306716" cy="229742"/>
            </a:xfrm>
            <a:custGeom>
              <a:avLst/>
              <a:gdLst/>
              <a:ahLst/>
              <a:cxnLst/>
              <a:rect l="l" t="t" r="r" b="b"/>
              <a:pathLst>
                <a:path w="306716" h="229742" extrusionOk="0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2743;p47">
              <a:extLst>
                <a:ext uri="{FF2B5EF4-FFF2-40B4-BE49-F238E27FC236}">
                  <a16:creationId xmlns:a16="http://schemas.microsoft.com/office/drawing/2014/main" id="{F15B1F7A-DDB5-4934-8EAA-8E828FA55885}"/>
                </a:ext>
              </a:extLst>
            </p:cNvPr>
            <p:cNvSpPr/>
            <p:nvPr/>
          </p:nvSpPr>
          <p:spPr>
            <a:xfrm>
              <a:off x="5477912" y="216731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2744;p47">
              <a:extLst>
                <a:ext uri="{FF2B5EF4-FFF2-40B4-BE49-F238E27FC236}">
                  <a16:creationId xmlns:a16="http://schemas.microsoft.com/office/drawing/2014/main" id="{110D24FF-B089-48EA-94D3-8456A60963F4}"/>
                </a:ext>
              </a:extLst>
            </p:cNvPr>
            <p:cNvSpPr/>
            <p:nvPr/>
          </p:nvSpPr>
          <p:spPr>
            <a:xfrm>
              <a:off x="5649377" y="2266467"/>
              <a:ext cx="180399" cy="156591"/>
            </a:xfrm>
            <a:custGeom>
              <a:avLst/>
              <a:gdLst/>
              <a:ahLst/>
              <a:cxnLst/>
              <a:rect l="l" t="t" r="r" b="b"/>
              <a:pathLst>
                <a:path w="180399" h="156591" extrusionOk="0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2745;p47">
              <a:extLst>
                <a:ext uri="{FF2B5EF4-FFF2-40B4-BE49-F238E27FC236}">
                  <a16:creationId xmlns:a16="http://schemas.microsoft.com/office/drawing/2014/main" id="{E6E869D4-3B97-4ACB-85E7-98CFF28FB36C}"/>
                </a:ext>
              </a:extLst>
            </p:cNvPr>
            <p:cNvSpPr/>
            <p:nvPr/>
          </p:nvSpPr>
          <p:spPr>
            <a:xfrm>
              <a:off x="5477912" y="2334380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2746;p47">
              <a:extLst>
                <a:ext uri="{FF2B5EF4-FFF2-40B4-BE49-F238E27FC236}">
                  <a16:creationId xmlns:a16="http://schemas.microsoft.com/office/drawing/2014/main" id="{3443D88B-C593-4BEA-B6C2-1E452CAFC8AC}"/>
                </a:ext>
              </a:extLst>
            </p:cNvPr>
            <p:cNvSpPr/>
            <p:nvPr/>
          </p:nvSpPr>
          <p:spPr>
            <a:xfrm>
              <a:off x="5649377" y="2433536"/>
              <a:ext cx="568380" cy="381000"/>
            </a:xfrm>
            <a:custGeom>
              <a:avLst/>
              <a:gdLst/>
              <a:ahLst/>
              <a:cxnLst/>
              <a:rect l="l" t="t" r="r" b="b"/>
              <a:pathLst>
                <a:path w="568380" h="381000" extrusionOk="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2747;p47">
              <a:extLst>
                <a:ext uri="{FF2B5EF4-FFF2-40B4-BE49-F238E27FC236}">
                  <a16:creationId xmlns:a16="http://schemas.microsoft.com/office/drawing/2014/main" id="{F51BD7A4-A1B0-4EFF-890B-C5ABBF6DF767}"/>
                </a:ext>
              </a:extLst>
            </p:cNvPr>
            <p:cNvSpPr/>
            <p:nvPr/>
          </p:nvSpPr>
          <p:spPr>
            <a:xfrm>
              <a:off x="5477912" y="241781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2748;p47">
              <a:extLst>
                <a:ext uri="{FF2B5EF4-FFF2-40B4-BE49-F238E27FC236}">
                  <a16:creationId xmlns:a16="http://schemas.microsoft.com/office/drawing/2014/main" id="{D27FE3EC-9A57-40A9-AA38-DEFE282A42CC}"/>
                </a:ext>
              </a:extLst>
            </p:cNvPr>
            <p:cNvSpPr/>
            <p:nvPr/>
          </p:nvSpPr>
          <p:spPr>
            <a:xfrm>
              <a:off x="5649377" y="2517070"/>
              <a:ext cx="171369" cy="151352"/>
            </a:xfrm>
            <a:custGeom>
              <a:avLst/>
              <a:gdLst/>
              <a:ahLst/>
              <a:cxnLst/>
              <a:rect l="l" t="t" r="r" b="b"/>
              <a:pathLst>
                <a:path w="171369" h="151352" extrusionOk="0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2749;p47">
              <a:extLst>
                <a:ext uri="{FF2B5EF4-FFF2-40B4-BE49-F238E27FC236}">
                  <a16:creationId xmlns:a16="http://schemas.microsoft.com/office/drawing/2014/main" id="{EE85EBF9-ED6B-4CAE-AE76-382DA6E6973E}"/>
                </a:ext>
              </a:extLst>
            </p:cNvPr>
            <p:cNvSpPr/>
            <p:nvPr/>
          </p:nvSpPr>
          <p:spPr>
            <a:xfrm>
              <a:off x="5477912" y="250135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2750;p47">
              <a:extLst>
                <a:ext uri="{FF2B5EF4-FFF2-40B4-BE49-F238E27FC236}">
                  <a16:creationId xmlns:a16="http://schemas.microsoft.com/office/drawing/2014/main" id="{5A52A5BA-56C7-4D4C-884F-D3966D5E440F}"/>
                </a:ext>
              </a:extLst>
            </p:cNvPr>
            <p:cNvSpPr/>
            <p:nvPr/>
          </p:nvSpPr>
          <p:spPr>
            <a:xfrm>
              <a:off x="5649377" y="2600604"/>
              <a:ext cx="505174" cy="344424"/>
            </a:xfrm>
            <a:custGeom>
              <a:avLst/>
              <a:gdLst/>
              <a:ahLst/>
              <a:cxnLst/>
              <a:rect l="l" t="t" r="r" b="b"/>
              <a:pathLst>
                <a:path w="505174" h="344424" extrusionOk="0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2751;p47">
              <a:extLst>
                <a:ext uri="{FF2B5EF4-FFF2-40B4-BE49-F238E27FC236}">
                  <a16:creationId xmlns:a16="http://schemas.microsoft.com/office/drawing/2014/main" id="{90E319F5-F159-471F-9681-CF7A4508A8C2}"/>
                </a:ext>
              </a:extLst>
            </p:cNvPr>
            <p:cNvSpPr/>
            <p:nvPr/>
          </p:nvSpPr>
          <p:spPr>
            <a:xfrm>
              <a:off x="5477912" y="225084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2752;p47">
              <a:extLst>
                <a:ext uri="{FF2B5EF4-FFF2-40B4-BE49-F238E27FC236}">
                  <a16:creationId xmlns:a16="http://schemas.microsoft.com/office/drawing/2014/main" id="{DB76AFEC-9F65-4788-910B-55CCDB8E6FB9}"/>
                </a:ext>
              </a:extLst>
            </p:cNvPr>
            <p:cNvSpPr/>
            <p:nvPr/>
          </p:nvSpPr>
          <p:spPr>
            <a:xfrm>
              <a:off x="5649377" y="2350001"/>
              <a:ext cx="478085" cy="328898"/>
            </a:xfrm>
            <a:custGeom>
              <a:avLst/>
              <a:gdLst/>
              <a:ahLst/>
              <a:cxnLst/>
              <a:rect l="l" t="t" r="r" b="b"/>
              <a:pathLst>
                <a:path w="478085" h="328898" extrusionOk="0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2753;p47">
              <a:extLst>
                <a:ext uri="{FF2B5EF4-FFF2-40B4-BE49-F238E27FC236}">
                  <a16:creationId xmlns:a16="http://schemas.microsoft.com/office/drawing/2014/main" id="{1A80259E-9C43-4C5C-9355-BA8140A79BE5}"/>
                </a:ext>
              </a:extLst>
            </p:cNvPr>
            <p:cNvSpPr/>
            <p:nvPr/>
          </p:nvSpPr>
          <p:spPr>
            <a:xfrm>
              <a:off x="5477912" y="258488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2754;p47">
              <a:extLst>
                <a:ext uri="{FF2B5EF4-FFF2-40B4-BE49-F238E27FC236}">
                  <a16:creationId xmlns:a16="http://schemas.microsoft.com/office/drawing/2014/main" id="{45CAEE42-4B6A-495B-A507-5B51D9DF2B7C}"/>
                </a:ext>
              </a:extLst>
            </p:cNvPr>
            <p:cNvSpPr/>
            <p:nvPr/>
          </p:nvSpPr>
          <p:spPr>
            <a:xfrm>
              <a:off x="5649377" y="2684043"/>
              <a:ext cx="63110" cy="88773"/>
            </a:xfrm>
            <a:custGeom>
              <a:avLst/>
              <a:gdLst/>
              <a:ahLst/>
              <a:cxnLst/>
              <a:rect l="l" t="t" r="r" b="b"/>
              <a:pathLst>
                <a:path w="63110" h="88773" extrusionOk="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2755;p47">
              <a:extLst>
                <a:ext uri="{FF2B5EF4-FFF2-40B4-BE49-F238E27FC236}">
                  <a16:creationId xmlns:a16="http://schemas.microsoft.com/office/drawing/2014/main" id="{54B112C1-F7A5-4DD3-8B92-516E116F4F70}"/>
                </a:ext>
              </a:extLst>
            </p:cNvPr>
            <p:cNvSpPr/>
            <p:nvPr/>
          </p:nvSpPr>
          <p:spPr>
            <a:xfrm>
              <a:off x="5477912" y="2751956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2756;p47">
              <a:extLst>
                <a:ext uri="{FF2B5EF4-FFF2-40B4-BE49-F238E27FC236}">
                  <a16:creationId xmlns:a16="http://schemas.microsoft.com/office/drawing/2014/main" id="{2E95EF22-16B4-45E2-A5AF-2D55292ABB35}"/>
                </a:ext>
              </a:extLst>
            </p:cNvPr>
            <p:cNvSpPr/>
            <p:nvPr/>
          </p:nvSpPr>
          <p:spPr>
            <a:xfrm>
              <a:off x="5649377" y="2851112"/>
              <a:ext cx="117287" cy="120014"/>
            </a:xfrm>
            <a:custGeom>
              <a:avLst/>
              <a:gdLst/>
              <a:ahLst/>
              <a:cxnLst/>
              <a:rect l="l" t="t" r="r" b="b"/>
              <a:pathLst>
                <a:path w="117287" h="120014" extrusionOk="0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2757;p47">
              <a:extLst>
                <a:ext uri="{FF2B5EF4-FFF2-40B4-BE49-F238E27FC236}">
                  <a16:creationId xmlns:a16="http://schemas.microsoft.com/office/drawing/2014/main" id="{2E6A9001-DABF-4716-953F-8B0115F912FE}"/>
                </a:ext>
              </a:extLst>
            </p:cNvPr>
            <p:cNvSpPr/>
            <p:nvPr/>
          </p:nvSpPr>
          <p:spPr>
            <a:xfrm>
              <a:off x="5477912" y="2835395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2758;p47">
              <a:extLst>
                <a:ext uri="{FF2B5EF4-FFF2-40B4-BE49-F238E27FC236}">
                  <a16:creationId xmlns:a16="http://schemas.microsoft.com/office/drawing/2014/main" id="{DC136764-0035-40D7-813D-136351DFCFB9}"/>
                </a:ext>
              </a:extLst>
            </p:cNvPr>
            <p:cNvSpPr/>
            <p:nvPr/>
          </p:nvSpPr>
          <p:spPr>
            <a:xfrm>
              <a:off x="5649377" y="2934646"/>
              <a:ext cx="306716" cy="229647"/>
            </a:xfrm>
            <a:custGeom>
              <a:avLst/>
              <a:gdLst/>
              <a:ahLst/>
              <a:cxnLst/>
              <a:rect l="l" t="t" r="r" b="b"/>
              <a:pathLst>
                <a:path w="306716" h="229647" extrusionOk="0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2759;p47">
              <a:extLst>
                <a:ext uri="{FF2B5EF4-FFF2-40B4-BE49-F238E27FC236}">
                  <a16:creationId xmlns:a16="http://schemas.microsoft.com/office/drawing/2014/main" id="{B40723EB-2500-4960-BD25-D33523B2D8D7}"/>
                </a:ext>
              </a:extLst>
            </p:cNvPr>
            <p:cNvSpPr/>
            <p:nvPr/>
          </p:nvSpPr>
          <p:spPr>
            <a:xfrm>
              <a:off x="5477912" y="291892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2760;p47">
              <a:extLst>
                <a:ext uri="{FF2B5EF4-FFF2-40B4-BE49-F238E27FC236}">
                  <a16:creationId xmlns:a16="http://schemas.microsoft.com/office/drawing/2014/main" id="{A41339EC-5610-4FDD-BF85-FBD2901C8008}"/>
                </a:ext>
              </a:extLst>
            </p:cNvPr>
            <p:cNvSpPr/>
            <p:nvPr/>
          </p:nvSpPr>
          <p:spPr>
            <a:xfrm>
              <a:off x="5649377" y="3018085"/>
              <a:ext cx="487115" cy="334137"/>
            </a:xfrm>
            <a:custGeom>
              <a:avLst/>
              <a:gdLst/>
              <a:ahLst/>
              <a:cxnLst/>
              <a:rect l="l" t="t" r="r" b="b"/>
              <a:pathLst>
                <a:path w="487115" h="334137" extrusionOk="0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2761;p47">
              <a:extLst>
                <a:ext uri="{FF2B5EF4-FFF2-40B4-BE49-F238E27FC236}">
                  <a16:creationId xmlns:a16="http://schemas.microsoft.com/office/drawing/2014/main" id="{D90E20AB-C05C-46DF-890A-565D10A859AC}"/>
                </a:ext>
              </a:extLst>
            </p:cNvPr>
            <p:cNvSpPr/>
            <p:nvPr/>
          </p:nvSpPr>
          <p:spPr>
            <a:xfrm>
              <a:off x="5477912" y="266842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2762;p47">
              <a:extLst>
                <a:ext uri="{FF2B5EF4-FFF2-40B4-BE49-F238E27FC236}">
                  <a16:creationId xmlns:a16="http://schemas.microsoft.com/office/drawing/2014/main" id="{4E8E05EA-7079-44DE-A222-73344235BCB7}"/>
                </a:ext>
              </a:extLst>
            </p:cNvPr>
            <p:cNvSpPr/>
            <p:nvPr/>
          </p:nvSpPr>
          <p:spPr>
            <a:xfrm>
              <a:off x="5649377" y="2767577"/>
              <a:ext cx="613432" cy="407193"/>
            </a:xfrm>
            <a:custGeom>
              <a:avLst/>
              <a:gdLst/>
              <a:ahLst/>
              <a:cxnLst/>
              <a:rect l="l" t="t" r="r" b="b"/>
              <a:pathLst>
                <a:path w="613432" h="407193" extrusionOk="0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2763;p47">
              <a:extLst>
                <a:ext uri="{FF2B5EF4-FFF2-40B4-BE49-F238E27FC236}">
                  <a16:creationId xmlns:a16="http://schemas.microsoft.com/office/drawing/2014/main" id="{5D1593FF-FD41-40D5-A7CE-2507D866E133}"/>
                </a:ext>
              </a:extLst>
            </p:cNvPr>
            <p:cNvSpPr/>
            <p:nvPr/>
          </p:nvSpPr>
          <p:spPr>
            <a:xfrm>
              <a:off x="1926580" y="1674106"/>
              <a:ext cx="1230952" cy="1017480"/>
            </a:xfrm>
            <a:custGeom>
              <a:avLst/>
              <a:gdLst/>
              <a:ahLst/>
              <a:cxnLst/>
              <a:rect l="l" t="t" r="r" b="b"/>
              <a:pathLst>
                <a:path w="1230952" h="1017480" extrusionOk="0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2764;p47">
              <a:extLst>
                <a:ext uri="{FF2B5EF4-FFF2-40B4-BE49-F238E27FC236}">
                  <a16:creationId xmlns:a16="http://schemas.microsoft.com/office/drawing/2014/main" id="{0161F025-DC1C-4C52-9E02-4B2F3BB6614C}"/>
                </a:ext>
              </a:extLst>
            </p:cNvPr>
            <p:cNvSpPr/>
            <p:nvPr/>
          </p:nvSpPr>
          <p:spPr>
            <a:xfrm>
              <a:off x="3112195" y="1676584"/>
              <a:ext cx="59119" cy="52197"/>
            </a:xfrm>
            <a:custGeom>
              <a:avLst/>
              <a:gdLst/>
              <a:ahLst/>
              <a:cxnLst/>
              <a:rect l="l" t="t" r="r" b="b"/>
              <a:pathLst>
                <a:path w="59119" h="52197" extrusionOk="0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2765;p47">
              <a:extLst>
                <a:ext uri="{FF2B5EF4-FFF2-40B4-BE49-F238E27FC236}">
                  <a16:creationId xmlns:a16="http://schemas.microsoft.com/office/drawing/2014/main" id="{7E60903C-7816-4FB6-B363-BD4EA0567347}"/>
                </a:ext>
              </a:extLst>
            </p:cNvPr>
            <p:cNvSpPr/>
            <p:nvPr/>
          </p:nvSpPr>
          <p:spPr>
            <a:xfrm>
              <a:off x="2269509" y="2593746"/>
              <a:ext cx="43151" cy="44767"/>
            </a:xfrm>
            <a:custGeom>
              <a:avLst/>
              <a:gdLst/>
              <a:ahLst/>
              <a:cxnLst/>
              <a:rect l="l" t="t" r="r" b="b"/>
              <a:pathLst>
                <a:path w="43151" h="44767" extrusionOk="0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2766;p47">
              <a:extLst>
                <a:ext uri="{FF2B5EF4-FFF2-40B4-BE49-F238E27FC236}">
                  <a16:creationId xmlns:a16="http://schemas.microsoft.com/office/drawing/2014/main" id="{2D28DB18-4BE3-42A3-B356-92B25A7A79B5}"/>
                </a:ext>
              </a:extLst>
            </p:cNvPr>
            <p:cNvSpPr/>
            <p:nvPr/>
          </p:nvSpPr>
          <p:spPr>
            <a:xfrm>
              <a:off x="1950116" y="2650325"/>
              <a:ext cx="58584" cy="57547"/>
            </a:xfrm>
            <a:custGeom>
              <a:avLst/>
              <a:gdLst/>
              <a:ahLst/>
              <a:cxnLst/>
              <a:rect l="l" t="t" r="r" b="b"/>
              <a:pathLst>
                <a:path w="58584" h="57547" extrusionOk="0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2767;p47">
              <a:extLst>
                <a:ext uri="{FF2B5EF4-FFF2-40B4-BE49-F238E27FC236}">
                  <a16:creationId xmlns:a16="http://schemas.microsoft.com/office/drawing/2014/main" id="{44F6167E-D71F-4086-A2F4-76211296DEEF}"/>
                </a:ext>
              </a:extLst>
            </p:cNvPr>
            <p:cNvSpPr/>
            <p:nvPr/>
          </p:nvSpPr>
          <p:spPr>
            <a:xfrm>
              <a:off x="1969256" y="1691533"/>
              <a:ext cx="1231332" cy="1017436"/>
            </a:xfrm>
            <a:custGeom>
              <a:avLst/>
              <a:gdLst/>
              <a:ahLst/>
              <a:cxnLst/>
              <a:rect l="l" t="t" r="r" b="b"/>
              <a:pathLst>
                <a:path w="1231332" h="1017436" extrusionOk="0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2768;p47">
              <a:extLst>
                <a:ext uri="{FF2B5EF4-FFF2-40B4-BE49-F238E27FC236}">
                  <a16:creationId xmlns:a16="http://schemas.microsoft.com/office/drawing/2014/main" id="{DADCAB07-FBD1-4C51-8632-7C8416E25021}"/>
                </a:ext>
              </a:extLst>
            </p:cNvPr>
            <p:cNvSpPr/>
            <p:nvPr/>
          </p:nvSpPr>
          <p:spPr>
            <a:xfrm>
              <a:off x="2066299" y="1805171"/>
              <a:ext cx="1037246" cy="669226"/>
            </a:xfrm>
            <a:custGeom>
              <a:avLst/>
              <a:gdLst/>
              <a:ahLst/>
              <a:cxnLst/>
              <a:rect l="l" t="t" r="r" b="b"/>
              <a:pathLst>
                <a:path w="1037246" h="669226" extrusionOk="0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2769;p47">
              <a:extLst>
                <a:ext uri="{FF2B5EF4-FFF2-40B4-BE49-F238E27FC236}">
                  <a16:creationId xmlns:a16="http://schemas.microsoft.com/office/drawing/2014/main" id="{2A089818-DC33-4B96-BF66-AE5680B0CC70}"/>
                </a:ext>
              </a:extLst>
            </p:cNvPr>
            <p:cNvSpPr/>
            <p:nvPr/>
          </p:nvSpPr>
          <p:spPr>
            <a:xfrm>
              <a:off x="2066299" y="2133308"/>
              <a:ext cx="679110" cy="462057"/>
            </a:xfrm>
            <a:custGeom>
              <a:avLst/>
              <a:gdLst/>
              <a:ahLst/>
              <a:cxnLst/>
              <a:rect l="l" t="t" r="r" b="b"/>
              <a:pathLst>
                <a:path w="679110" h="462057" extrusionOk="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9" name="Google Shape;2770;p47">
              <a:extLst>
                <a:ext uri="{FF2B5EF4-FFF2-40B4-BE49-F238E27FC236}">
                  <a16:creationId xmlns:a16="http://schemas.microsoft.com/office/drawing/2014/main" id="{42C85FBE-6328-4366-BD61-08E54AC22185}"/>
                </a:ext>
              </a:extLst>
            </p:cNvPr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532" name="Google Shape;2771;p47">
                <a:extLst>
                  <a:ext uri="{FF2B5EF4-FFF2-40B4-BE49-F238E27FC236}">
                    <a16:creationId xmlns:a16="http://schemas.microsoft.com/office/drawing/2014/main" id="{007E1EFB-FFAF-422A-829D-AA55ABE90B79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2772;p47">
                <a:extLst>
                  <a:ext uri="{FF2B5EF4-FFF2-40B4-BE49-F238E27FC236}">
                    <a16:creationId xmlns:a16="http://schemas.microsoft.com/office/drawing/2014/main" id="{458EC8F8-CED5-42F0-98C9-61E3720A3C33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2773;p47">
                <a:extLst>
                  <a:ext uri="{FF2B5EF4-FFF2-40B4-BE49-F238E27FC236}">
                    <a16:creationId xmlns:a16="http://schemas.microsoft.com/office/drawing/2014/main" id="{F7F5B9B0-5AED-4BEB-85F6-33D024F707A3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2774;p47">
                <a:extLst>
                  <a:ext uri="{FF2B5EF4-FFF2-40B4-BE49-F238E27FC236}">
                    <a16:creationId xmlns:a16="http://schemas.microsoft.com/office/drawing/2014/main" id="{CCEDC053-4E98-4305-BC9C-B71BB957BE71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2775;p47">
                <a:extLst>
                  <a:ext uri="{FF2B5EF4-FFF2-40B4-BE49-F238E27FC236}">
                    <a16:creationId xmlns:a16="http://schemas.microsoft.com/office/drawing/2014/main" id="{26C540CB-4A5E-4D6D-9479-1AD358B5DE01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0" name="Google Shape;2776;p47">
              <a:extLst>
                <a:ext uri="{FF2B5EF4-FFF2-40B4-BE49-F238E27FC236}">
                  <a16:creationId xmlns:a16="http://schemas.microsoft.com/office/drawing/2014/main" id="{22AAEC29-F096-473C-B1EB-6D26538A0C29}"/>
                </a:ext>
              </a:extLst>
            </p:cNvPr>
            <p:cNvSpPr/>
            <p:nvPr/>
          </p:nvSpPr>
          <p:spPr>
            <a:xfrm>
              <a:off x="4444588" y="826743"/>
              <a:ext cx="153590" cy="431871"/>
            </a:xfrm>
            <a:custGeom>
              <a:avLst/>
              <a:gdLst/>
              <a:ahLst/>
              <a:cxnLst/>
              <a:rect l="l" t="t" r="r" b="b"/>
              <a:pathLst>
                <a:path w="153590" h="431871" extrusionOk="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2777;p47">
              <a:extLst>
                <a:ext uri="{FF2B5EF4-FFF2-40B4-BE49-F238E27FC236}">
                  <a16:creationId xmlns:a16="http://schemas.microsoft.com/office/drawing/2014/main" id="{86FEE71B-762A-4109-9A90-D9386C49E753}"/>
                </a:ext>
              </a:extLst>
            </p:cNvPr>
            <p:cNvSpPr/>
            <p:nvPr/>
          </p:nvSpPr>
          <p:spPr>
            <a:xfrm>
              <a:off x="4515562" y="822838"/>
              <a:ext cx="88583" cy="120566"/>
            </a:xfrm>
            <a:custGeom>
              <a:avLst/>
              <a:gdLst/>
              <a:ahLst/>
              <a:cxnLst/>
              <a:rect l="l" t="t" r="r" b="b"/>
              <a:pathLst>
                <a:path w="88583" h="120566" extrusionOk="0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7" name="Google Shape;2778;p47">
            <a:extLst>
              <a:ext uri="{FF2B5EF4-FFF2-40B4-BE49-F238E27FC236}">
                <a16:creationId xmlns:a16="http://schemas.microsoft.com/office/drawing/2014/main" id="{5ACDC450-82BA-4708-AD61-2587A4015B1A}"/>
              </a:ext>
            </a:extLst>
          </p:cNvPr>
          <p:cNvGrpSpPr/>
          <p:nvPr/>
        </p:nvGrpSpPr>
        <p:grpSpPr>
          <a:xfrm>
            <a:off x="6025613" y="1684962"/>
            <a:ext cx="1782593" cy="1812070"/>
            <a:chOff x="2011725" y="44285"/>
            <a:chExt cx="4684870" cy="4762340"/>
          </a:xfrm>
        </p:grpSpPr>
        <p:grpSp>
          <p:nvGrpSpPr>
            <p:cNvPr id="1538" name="Google Shape;2779;p47">
              <a:extLst>
                <a:ext uri="{FF2B5EF4-FFF2-40B4-BE49-F238E27FC236}">
                  <a16:creationId xmlns:a16="http://schemas.microsoft.com/office/drawing/2014/main" id="{F9A3B584-B011-4436-92E2-459FA2673A53}"/>
                </a:ext>
              </a:extLst>
            </p:cNvPr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702" name="Google Shape;2780;p47">
                <a:extLst>
                  <a:ext uri="{FF2B5EF4-FFF2-40B4-BE49-F238E27FC236}">
                    <a16:creationId xmlns:a16="http://schemas.microsoft.com/office/drawing/2014/main" id="{C3547822-7964-4E12-8F51-A5BEFB3371B0}"/>
                  </a:ext>
                </a:extLst>
              </p:cNvPr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2781;p47">
                <a:extLst>
                  <a:ext uri="{FF2B5EF4-FFF2-40B4-BE49-F238E27FC236}">
                    <a16:creationId xmlns:a16="http://schemas.microsoft.com/office/drawing/2014/main" id="{5E33493F-DF97-4D9C-94C0-4811938FA44B}"/>
                  </a:ext>
                </a:extLst>
              </p:cNvPr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2782;p47">
                <a:extLst>
                  <a:ext uri="{FF2B5EF4-FFF2-40B4-BE49-F238E27FC236}">
                    <a16:creationId xmlns:a16="http://schemas.microsoft.com/office/drawing/2014/main" id="{5EC5A407-7488-4F1C-B702-6D4C2DA12DE8}"/>
                  </a:ext>
                </a:extLst>
              </p:cNvPr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2783;p47">
                <a:extLst>
                  <a:ext uri="{FF2B5EF4-FFF2-40B4-BE49-F238E27FC236}">
                    <a16:creationId xmlns:a16="http://schemas.microsoft.com/office/drawing/2014/main" id="{03B689D3-CDDF-48B1-AF2D-1B6DD6A2FE05}"/>
                  </a:ext>
                </a:extLst>
              </p:cNvPr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2784;p47">
                <a:extLst>
                  <a:ext uri="{FF2B5EF4-FFF2-40B4-BE49-F238E27FC236}">
                    <a16:creationId xmlns:a16="http://schemas.microsoft.com/office/drawing/2014/main" id="{E4EA5D11-D017-41D1-A69C-102B78E51304}"/>
                  </a:ext>
                </a:extLst>
              </p:cNvPr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2785;p47">
                <a:extLst>
                  <a:ext uri="{FF2B5EF4-FFF2-40B4-BE49-F238E27FC236}">
                    <a16:creationId xmlns:a16="http://schemas.microsoft.com/office/drawing/2014/main" id="{C4CD12FB-2160-40FB-877C-12359BDAF8EF}"/>
                  </a:ext>
                </a:extLst>
              </p:cNvPr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2786;p47">
                <a:extLst>
                  <a:ext uri="{FF2B5EF4-FFF2-40B4-BE49-F238E27FC236}">
                    <a16:creationId xmlns:a16="http://schemas.microsoft.com/office/drawing/2014/main" id="{B6220AD9-AD07-45DF-B958-1CE20224D8A8}"/>
                  </a:ext>
                </a:extLst>
              </p:cNvPr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2787;p47">
                <a:extLst>
                  <a:ext uri="{FF2B5EF4-FFF2-40B4-BE49-F238E27FC236}">
                    <a16:creationId xmlns:a16="http://schemas.microsoft.com/office/drawing/2014/main" id="{8EEA8D78-5A52-4194-A695-2B50ADA83E79}"/>
                  </a:ext>
                </a:extLst>
              </p:cNvPr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2788;p47">
                <a:extLst>
                  <a:ext uri="{FF2B5EF4-FFF2-40B4-BE49-F238E27FC236}">
                    <a16:creationId xmlns:a16="http://schemas.microsoft.com/office/drawing/2014/main" id="{BB16FB35-DDC9-4F18-BF39-65708F56B321}"/>
                  </a:ext>
                </a:extLst>
              </p:cNvPr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2789;p47">
                <a:extLst>
                  <a:ext uri="{FF2B5EF4-FFF2-40B4-BE49-F238E27FC236}">
                    <a16:creationId xmlns:a16="http://schemas.microsoft.com/office/drawing/2014/main" id="{03D048F9-2375-4AD7-8123-59C27915976C}"/>
                  </a:ext>
                </a:extLst>
              </p:cNvPr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2790;p47">
                <a:extLst>
                  <a:ext uri="{FF2B5EF4-FFF2-40B4-BE49-F238E27FC236}">
                    <a16:creationId xmlns:a16="http://schemas.microsoft.com/office/drawing/2014/main" id="{C6521308-67CA-40E2-8CB7-365941A65597}"/>
                  </a:ext>
                </a:extLst>
              </p:cNvPr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2791;p47">
                <a:extLst>
                  <a:ext uri="{FF2B5EF4-FFF2-40B4-BE49-F238E27FC236}">
                    <a16:creationId xmlns:a16="http://schemas.microsoft.com/office/drawing/2014/main" id="{44AC9344-2E9F-4CE1-B52F-18EB6B3B049E}"/>
                  </a:ext>
                </a:extLst>
              </p:cNvPr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2792;p47">
                <a:extLst>
                  <a:ext uri="{FF2B5EF4-FFF2-40B4-BE49-F238E27FC236}">
                    <a16:creationId xmlns:a16="http://schemas.microsoft.com/office/drawing/2014/main" id="{2C53B3FE-2B12-4051-A72F-201FCB90DDAF}"/>
                  </a:ext>
                </a:extLst>
              </p:cNvPr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2793;p47">
                <a:extLst>
                  <a:ext uri="{FF2B5EF4-FFF2-40B4-BE49-F238E27FC236}">
                    <a16:creationId xmlns:a16="http://schemas.microsoft.com/office/drawing/2014/main" id="{DB64626D-9166-4716-8EBB-E08A8DCDA448}"/>
                  </a:ext>
                </a:extLst>
              </p:cNvPr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2794;p47">
                <a:extLst>
                  <a:ext uri="{FF2B5EF4-FFF2-40B4-BE49-F238E27FC236}">
                    <a16:creationId xmlns:a16="http://schemas.microsoft.com/office/drawing/2014/main" id="{BE1CF9A1-6571-4E34-8FF4-12AAEE0D0306}"/>
                  </a:ext>
                </a:extLst>
              </p:cNvPr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2795;p47">
                <a:extLst>
                  <a:ext uri="{FF2B5EF4-FFF2-40B4-BE49-F238E27FC236}">
                    <a16:creationId xmlns:a16="http://schemas.microsoft.com/office/drawing/2014/main" id="{B9393B73-37F9-4515-9D6F-797C5A439492}"/>
                  </a:ext>
                </a:extLst>
              </p:cNvPr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2796;p47">
                <a:extLst>
                  <a:ext uri="{FF2B5EF4-FFF2-40B4-BE49-F238E27FC236}">
                    <a16:creationId xmlns:a16="http://schemas.microsoft.com/office/drawing/2014/main" id="{5E7D8EC5-8003-4E61-9E36-7F8ACAC27B76}"/>
                  </a:ext>
                </a:extLst>
              </p:cNvPr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2797;p47">
                <a:extLst>
                  <a:ext uri="{FF2B5EF4-FFF2-40B4-BE49-F238E27FC236}">
                    <a16:creationId xmlns:a16="http://schemas.microsoft.com/office/drawing/2014/main" id="{2E97FF5D-430C-4DFE-8943-8851A17469C5}"/>
                  </a:ext>
                </a:extLst>
              </p:cNvPr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2798;p47">
                <a:extLst>
                  <a:ext uri="{FF2B5EF4-FFF2-40B4-BE49-F238E27FC236}">
                    <a16:creationId xmlns:a16="http://schemas.microsoft.com/office/drawing/2014/main" id="{C8C074E3-585E-4C68-B0ED-6D6EAB2A4641}"/>
                  </a:ext>
                </a:extLst>
              </p:cNvPr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2799;p47">
                <a:extLst>
                  <a:ext uri="{FF2B5EF4-FFF2-40B4-BE49-F238E27FC236}">
                    <a16:creationId xmlns:a16="http://schemas.microsoft.com/office/drawing/2014/main" id="{7EFA451B-2BFF-48EA-A0CA-EC1B2C1CF991}"/>
                  </a:ext>
                </a:extLst>
              </p:cNvPr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2800;p47">
                <a:extLst>
                  <a:ext uri="{FF2B5EF4-FFF2-40B4-BE49-F238E27FC236}">
                    <a16:creationId xmlns:a16="http://schemas.microsoft.com/office/drawing/2014/main" id="{1D38CEFC-996B-4D18-8D1A-B909649850E4}"/>
                  </a:ext>
                </a:extLst>
              </p:cNvPr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2801;p47">
                <a:extLst>
                  <a:ext uri="{FF2B5EF4-FFF2-40B4-BE49-F238E27FC236}">
                    <a16:creationId xmlns:a16="http://schemas.microsoft.com/office/drawing/2014/main" id="{16C0E121-9B19-4E6A-98D4-D618C228E134}"/>
                  </a:ext>
                </a:extLst>
              </p:cNvPr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2802;p47">
                <a:extLst>
                  <a:ext uri="{FF2B5EF4-FFF2-40B4-BE49-F238E27FC236}">
                    <a16:creationId xmlns:a16="http://schemas.microsoft.com/office/drawing/2014/main" id="{B93D1B3E-B25C-4954-A5B2-D7EC67474D74}"/>
                  </a:ext>
                </a:extLst>
              </p:cNvPr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2803;p47">
                <a:extLst>
                  <a:ext uri="{FF2B5EF4-FFF2-40B4-BE49-F238E27FC236}">
                    <a16:creationId xmlns:a16="http://schemas.microsoft.com/office/drawing/2014/main" id="{7B6C9233-9797-470B-A72C-C8183D352520}"/>
                  </a:ext>
                </a:extLst>
              </p:cNvPr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2804;p47">
                <a:extLst>
                  <a:ext uri="{FF2B5EF4-FFF2-40B4-BE49-F238E27FC236}">
                    <a16:creationId xmlns:a16="http://schemas.microsoft.com/office/drawing/2014/main" id="{072F6D01-41D8-41D2-AF7B-F02EDD1FAA33}"/>
                  </a:ext>
                </a:extLst>
              </p:cNvPr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2805;p47">
                <a:extLst>
                  <a:ext uri="{FF2B5EF4-FFF2-40B4-BE49-F238E27FC236}">
                    <a16:creationId xmlns:a16="http://schemas.microsoft.com/office/drawing/2014/main" id="{EA50ED47-464C-4B76-AF5D-8455D0E6B2DE}"/>
                  </a:ext>
                </a:extLst>
              </p:cNvPr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2806;p47">
                <a:extLst>
                  <a:ext uri="{FF2B5EF4-FFF2-40B4-BE49-F238E27FC236}">
                    <a16:creationId xmlns:a16="http://schemas.microsoft.com/office/drawing/2014/main" id="{9B2148F2-3811-4A3F-93FD-AEB3355516C1}"/>
                  </a:ext>
                </a:extLst>
              </p:cNvPr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2807;p47">
                <a:extLst>
                  <a:ext uri="{FF2B5EF4-FFF2-40B4-BE49-F238E27FC236}">
                    <a16:creationId xmlns:a16="http://schemas.microsoft.com/office/drawing/2014/main" id="{E34FB5C3-BF52-4AE4-B5D9-B7773176776D}"/>
                  </a:ext>
                </a:extLst>
              </p:cNvPr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2808;p47">
                <a:extLst>
                  <a:ext uri="{FF2B5EF4-FFF2-40B4-BE49-F238E27FC236}">
                    <a16:creationId xmlns:a16="http://schemas.microsoft.com/office/drawing/2014/main" id="{3A17D2C9-99A3-4459-8082-1CF3B1197F77}"/>
                  </a:ext>
                </a:extLst>
              </p:cNvPr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2809;p47">
                <a:extLst>
                  <a:ext uri="{FF2B5EF4-FFF2-40B4-BE49-F238E27FC236}">
                    <a16:creationId xmlns:a16="http://schemas.microsoft.com/office/drawing/2014/main" id="{096E3C58-A366-417C-A703-0A74563D8390}"/>
                  </a:ext>
                </a:extLst>
              </p:cNvPr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2810;p47">
                <a:extLst>
                  <a:ext uri="{FF2B5EF4-FFF2-40B4-BE49-F238E27FC236}">
                    <a16:creationId xmlns:a16="http://schemas.microsoft.com/office/drawing/2014/main" id="{8DA1B90A-C1C9-459C-91C3-D9B9FDD361A2}"/>
                  </a:ext>
                </a:extLst>
              </p:cNvPr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2811;p47">
                <a:extLst>
                  <a:ext uri="{FF2B5EF4-FFF2-40B4-BE49-F238E27FC236}">
                    <a16:creationId xmlns:a16="http://schemas.microsoft.com/office/drawing/2014/main" id="{788E5F9D-4ABE-4B55-BA4B-E55A96C7EA6A}"/>
                  </a:ext>
                </a:extLst>
              </p:cNvPr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2812;p47">
                <a:extLst>
                  <a:ext uri="{FF2B5EF4-FFF2-40B4-BE49-F238E27FC236}">
                    <a16:creationId xmlns:a16="http://schemas.microsoft.com/office/drawing/2014/main" id="{DA3D18F0-56D3-4FBE-8BC9-BF6D5CC6186C}"/>
                  </a:ext>
                </a:extLst>
              </p:cNvPr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2813;p47">
                <a:extLst>
                  <a:ext uri="{FF2B5EF4-FFF2-40B4-BE49-F238E27FC236}">
                    <a16:creationId xmlns:a16="http://schemas.microsoft.com/office/drawing/2014/main" id="{123D762D-2C9B-4D40-BEC0-30343C445E46}"/>
                  </a:ext>
                </a:extLst>
              </p:cNvPr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2814;p47">
                <a:extLst>
                  <a:ext uri="{FF2B5EF4-FFF2-40B4-BE49-F238E27FC236}">
                    <a16:creationId xmlns:a16="http://schemas.microsoft.com/office/drawing/2014/main" id="{261BF98D-5AFC-4934-B8B0-49F2200E7EA2}"/>
                  </a:ext>
                </a:extLst>
              </p:cNvPr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2815;p47">
                <a:extLst>
                  <a:ext uri="{FF2B5EF4-FFF2-40B4-BE49-F238E27FC236}">
                    <a16:creationId xmlns:a16="http://schemas.microsoft.com/office/drawing/2014/main" id="{0C91A86B-18CF-4678-9C71-9EE7E7F42FD9}"/>
                  </a:ext>
                </a:extLst>
              </p:cNvPr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2816;p47">
                <a:extLst>
                  <a:ext uri="{FF2B5EF4-FFF2-40B4-BE49-F238E27FC236}">
                    <a16:creationId xmlns:a16="http://schemas.microsoft.com/office/drawing/2014/main" id="{68017ED4-36F3-490F-8DF9-E494A5DFF83F}"/>
                  </a:ext>
                </a:extLst>
              </p:cNvPr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2817;p47">
                <a:extLst>
                  <a:ext uri="{FF2B5EF4-FFF2-40B4-BE49-F238E27FC236}">
                    <a16:creationId xmlns:a16="http://schemas.microsoft.com/office/drawing/2014/main" id="{40DD02B4-BBF1-4875-8136-0E83D1C25FC7}"/>
                  </a:ext>
                </a:extLst>
              </p:cNvPr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2818;p47">
                <a:extLst>
                  <a:ext uri="{FF2B5EF4-FFF2-40B4-BE49-F238E27FC236}">
                    <a16:creationId xmlns:a16="http://schemas.microsoft.com/office/drawing/2014/main" id="{A4906062-1271-4953-9255-7DC99F6C6191}"/>
                  </a:ext>
                </a:extLst>
              </p:cNvPr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2819;p47">
                <a:extLst>
                  <a:ext uri="{FF2B5EF4-FFF2-40B4-BE49-F238E27FC236}">
                    <a16:creationId xmlns:a16="http://schemas.microsoft.com/office/drawing/2014/main" id="{6D5F5830-30C5-4FFE-AE8F-5D685C42C1B5}"/>
                  </a:ext>
                </a:extLst>
              </p:cNvPr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2820;p47">
                <a:extLst>
                  <a:ext uri="{FF2B5EF4-FFF2-40B4-BE49-F238E27FC236}">
                    <a16:creationId xmlns:a16="http://schemas.microsoft.com/office/drawing/2014/main" id="{3D376AEA-5DFA-4630-B79E-8B4F34F433E0}"/>
                  </a:ext>
                </a:extLst>
              </p:cNvPr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2821;p47">
                <a:extLst>
                  <a:ext uri="{FF2B5EF4-FFF2-40B4-BE49-F238E27FC236}">
                    <a16:creationId xmlns:a16="http://schemas.microsoft.com/office/drawing/2014/main" id="{74121468-4CBF-4CF0-8965-7229F06F1C59}"/>
                  </a:ext>
                </a:extLst>
              </p:cNvPr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2822;p47">
                <a:extLst>
                  <a:ext uri="{FF2B5EF4-FFF2-40B4-BE49-F238E27FC236}">
                    <a16:creationId xmlns:a16="http://schemas.microsoft.com/office/drawing/2014/main" id="{83BE1D06-77D3-4D16-BD59-9E18AA81BD14}"/>
                  </a:ext>
                </a:extLst>
              </p:cNvPr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2823;p47">
                <a:extLst>
                  <a:ext uri="{FF2B5EF4-FFF2-40B4-BE49-F238E27FC236}">
                    <a16:creationId xmlns:a16="http://schemas.microsoft.com/office/drawing/2014/main" id="{B527BACF-4F2A-4E2B-96F6-C1C0DF945F7B}"/>
                  </a:ext>
                </a:extLst>
              </p:cNvPr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2824;p47">
                <a:extLst>
                  <a:ext uri="{FF2B5EF4-FFF2-40B4-BE49-F238E27FC236}">
                    <a16:creationId xmlns:a16="http://schemas.microsoft.com/office/drawing/2014/main" id="{FDE4D8AC-C94D-4B08-A966-4401B03EB630}"/>
                  </a:ext>
                </a:extLst>
              </p:cNvPr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2825;p47">
                <a:extLst>
                  <a:ext uri="{FF2B5EF4-FFF2-40B4-BE49-F238E27FC236}">
                    <a16:creationId xmlns:a16="http://schemas.microsoft.com/office/drawing/2014/main" id="{44F37C4F-70EE-420F-BAEA-9B870AF55733}"/>
                  </a:ext>
                </a:extLst>
              </p:cNvPr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2826;p47">
                <a:extLst>
                  <a:ext uri="{FF2B5EF4-FFF2-40B4-BE49-F238E27FC236}">
                    <a16:creationId xmlns:a16="http://schemas.microsoft.com/office/drawing/2014/main" id="{90BB23A4-38B2-452A-860C-125683EB7FAB}"/>
                  </a:ext>
                </a:extLst>
              </p:cNvPr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2827;p47">
                <a:extLst>
                  <a:ext uri="{FF2B5EF4-FFF2-40B4-BE49-F238E27FC236}">
                    <a16:creationId xmlns:a16="http://schemas.microsoft.com/office/drawing/2014/main" id="{18943168-5345-4D66-8615-EA5DD25981F4}"/>
                  </a:ext>
                </a:extLst>
              </p:cNvPr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2828;p47">
                <a:extLst>
                  <a:ext uri="{FF2B5EF4-FFF2-40B4-BE49-F238E27FC236}">
                    <a16:creationId xmlns:a16="http://schemas.microsoft.com/office/drawing/2014/main" id="{10680F2B-6B9C-4817-9BF4-995438F28C03}"/>
                  </a:ext>
                </a:extLst>
              </p:cNvPr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2829;p47">
                <a:extLst>
                  <a:ext uri="{FF2B5EF4-FFF2-40B4-BE49-F238E27FC236}">
                    <a16:creationId xmlns:a16="http://schemas.microsoft.com/office/drawing/2014/main" id="{11D78D87-F2D4-4387-B300-6C1930B1D495}"/>
                  </a:ext>
                </a:extLst>
              </p:cNvPr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2830;p47">
                <a:extLst>
                  <a:ext uri="{FF2B5EF4-FFF2-40B4-BE49-F238E27FC236}">
                    <a16:creationId xmlns:a16="http://schemas.microsoft.com/office/drawing/2014/main" id="{D2AC0C97-4F90-429D-B7E4-97EFDC921568}"/>
                  </a:ext>
                </a:extLst>
              </p:cNvPr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2831;p47">
                <a:extLst>
                  <a:ext uri="{FF2B5EF4-FFF2-40B4-BE49-F238E27FC236}">
                    <a16:creationId xmlns:a16="http://schemas.microsoft.com/office/drawing/2014/main" id="{8E41C30B-9D17-4687-A121-5A081D3B8D95}"/>
                  </a:ext>
                </a:extLst>
              </p:cNvPr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2832;p47">
                <a:extLst>
                  <a:ext uri="{FF2B5EF4-FFF2-40B4-BE49-F238E27FC236}">
                    <a16:creationId xmlns:a16="http://schemas.microsoft.com/office/drawing/2014/main" id="{A2EE8380-B5EC-418C-A153-093EC174F5BA}"/>
                  </a:ext>
                </a:extLst>
              </p:cNvPr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2833;p47">
                <a:extLst>
                  <a:ext uri="{FF2B5EF4-FFF2-40B4-BE49-F238E27FC236}">
                    <a16:creationId xmlns:a16="http://schemas.microsoft.com/office/drawing/2014/main" id="{EE25AAAA-5F7A-46BE-8367-A66844ED91A0}"/>
                  </a:ext>
                </a:extLst>
              </p:cNvPr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2834;p47">
                <a:extLst>
                  <a:ext uri="{FF2B5EF4-FFF2-40B4-BE49-F238E27FC236}">
                    <a16:creationId xmlns:a16="http://schemas.microsoft.com/office/drawing/2014/main" id="{30483CF3-1981-46A1-A6B1-DF3B75987FF5}"/>
                  </a:ext>
                </a:extLst>
              </p:cNvPr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2835;p47">
                <a:extLst>
                  <a:ext uri="{FF2B5EF4-FFF2-40B4-BE49-F238E27FC236}">
                    <a16:creationId xmlns:a16="http://schemas.microsoft.com/office/drawing/2014/main" id="{60592BB9-CA41-4F80-ACD1-9F4DB0630EA0}"/>
                  </a:ext>
                </a:extLst>
              </p:cNvPr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2836;p47">
                <a:extLst>
                  <a:ext uri="{FF2B5EF4-FFF2-40B4-BE49-F238E27FC236}">
                    <a16:creationId xmlns:a16="http://schemas.microsoft.com/office/drawing/2014/main" id="{17434FE7-B349-467E-81F0-AAD3EB3F7225}"/>
                  </a:ext>
                </a:extLst>
              </p:cNvPr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2837;p47">
                <a:extLst>
                  <a:ext uri="{FF2B5EF4-FFF2-40B4-BE49-F238E27FC236}">
                    <a16:creationId xmlns:a16="http://schemas.microsoft.com/office/drawing/2014/main" id="{8AA21E42-1037-4887-B8EF-0938EB215800}"/>
                  </a:ext>
                </a:extLst>
              </p:cNvPr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2838;p47">
                <a:extLst>
                  <a:ext uri="{FF2B5EF4-FFF2-40B4-BE49-F238E27FC236}">
                    <a16:creationId xmlns:a16="http://schemas.microsoft.com/office/drawing/2014/main" id="{F01BDC34-5EFE-4E88-9042-6F09BBC32ADC}"/>
                  </a:ext>
                </a:extLst>
              </p:cNvPr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2839;p47">
                <a:extLst>
                  <a:ext uri="{FF2B5EF4-FFF2-40B4-BE49-F238E27FC236}">
                    <a16:creationId xmlns:a16="http://schemas.microsoft.com/office/drawing/2014/main" id="{68A8C625-F398-46EF-B51F-AED963BFF72C}"/>
                  </a:ext>
                </a:extLst>
              </p:cNvPr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2840;p47">
                <a:extLst>
                  <a:ext uri="{FF2B5EF4-FFF2-40B4-BE49-F238E27FC236}">
                    <a16:creationId xmlns:a16="http://schemas.microsoft.com/office/drawing/2014/main" id="{B9E7D2E7-4398-4282-8BDC-6B5D8E06448E}"/>
                  </a:ext>
                </a:extLst>
              </p:cNvPr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2841;p47">
                <a:extLst>
                  <a:ext uri="{FF2B5EF4-FFF2-40B4-BE49-F238E27FC236}">
                    <a16:creationId xmlns:a16="http://schemas.microsoft.com/office/drawing/2014/main" id="{2A21FBE4-ED31-4F53-8737-09BC394B7ECA}"/>
                  </a:ext>
                </a:extLst>
              </p:cNvPr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2842;p47">
                <a:extLst>
                  <a:ext uri="{FF2B5EF4-FFF2-40B4-BE49-F238E27FC236}">
                    <a16:creationId xmlns:a16="http://schemas.microsoft.com/office/drawing/2014/main" id="{91AA3FC8-8405-48F3-9012-7BB6400D17A4}"/>
                  </a:ext>
                </a:extLst>
              </p:cNvPr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2843;p47">
                <a:extLst>
                  <a:ext uri="{FF2B5EF4-FFF2-40B4-BE49-F238E27FC236}">
                    <a16:creationId xmlns:a16="http://schemas.microsoft.com/office/drawing/2014/main" id="{0A90D98F-4147-42B2-ABED-483C8A7BAC94}"/>
                  </a:ext>
                </a:extLst>
              </p:cNvPr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2844;p47">
                <a:extLst>
                  <a:ext uri="{FF2B5EF4-FFF2-40B4-BE49-F238E27FC236}">
                    <a16:creationId xmlns:a16="http://schemas.microsoft.com/office/drawing/2014/main" id="{A5335FC4-EDD0-4C3C-8968-2A3DF6F80517}"/>
                  </a:ext>
                </a:extLst>
              </p:cNvPr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2845;p47">
                <a:extLst>
                  <a:ext uri="{FF2B5EF4-FFF2-40B4-BE49-F238E27FC236}">
                    <a16:creationId xmlns:a16="http://schemas.microsoft.com/office/drawing/2014/main" id="{25FF6DB2-B3F0-4E36-B428-F5B877CCACC0}"/>
                  </a:ext>
                </a:extLst>
              </p:cNvPr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2846;p47">
                <a:extLst>
                  <a:ext uri="{FF2B5EF4-FFF2-40B4-BE49-F238E27FC236}">
                    <a16:creationId xmlns:a16="http://schemas.microsoft.com/office/drawing/2014/main" id="{1830223A-32F6-4AEB-8E5C-193BA014E1DE}"/>
                  </a:ext>
                </a:extLst>
              </p:cNvPr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2847;p47">
                <a:extLst>
                  <a:ext uri="{FF2B5EF4-FFF2-40B4-BE49-F238E27FC236}">
                    <a16:creationId xmlns:a16="http://schemas.microsoft.com/office/drawing/2014/main" id="{DA3997B1-CA08-4E7C-B1CE-4991DE328927}"/>
                  </a:ext>
                </a:extLst>
              </p:cNvPr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2848;p47">
                <a:extLst>
                  <a:ext uri="{FF2B5EF4-FFF2-40B4-BE49-F238E27FC236}">
                    <a16:creationId xmlns:a16="http://schemas.microsoft.com/office/drawing/2014/main" id="{295DACD5-A942-4B47-A589-3C9DB7A83DF6}"/>
                  </a:ext>
                </a:extLst>
              </p:cNvPr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2849;p47">
                <a:extLst>
                  <a:ext uri="{FF2B5EF4-FFF2-40B4-BE49-F238E27FC236}">
                    <a16:creationId xmlns:a16="http://schemas.microsoft.com/office/drawing/2014/main" id="{7D26D64A-A4D2-461E-B64C-152339DAF4A1}"/>
                  </a:ext>
                </a:extLst>
              </p:cNvPr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2850;p47">
                <a:extLst>
                  <a:ext uri="{FF2B5EF4-FFF2-40B4-BE49-F238E27FC236}">
                    <a16:creationId xmlns:a16="http://schemas.microsoft.com/office/drawing/2014/main" id="{645EE466-F193-4732-BBA1-AB1E1BCA7B68}"/>
                  </a:ext>
                </a:extLst>
              </p:cNvPr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2851;p47">
                <a:extLst>
                  <a:ext uri="{FF2B5EF4-FFF2-40B4-BE49-F238E27FC236}">
                    <a16:creationId xmlns:a16="http://schemas.microsoft.com/office/drawing/2014/main" id="{24E1E93E-7CB0-4BF4-A4B6-7455F7B60218}"/>
                  </a:ext>
                </a:extLst>
              </p:cNvPr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2852;p47">
                <a:extLst>
                  <a:ext uri="{FF2B5EF4-FFF2-40B4-BE49-F238E27FC236}">
                    <a16:creationId xmlns:a16="http://schemas.microsoft.com/office/drawing/2014/main" id="{3898569B-B5E1-4A11-99EA-74104CEB6A82}"/>
                  </a:ext>
                </a:extLst>
              </p:cNvPr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2853;p47">
                <a:extLst>
                  <a:ext uri="{FF2B5EF4-FFF2-40B4-BE49-F238E27FC236}">
                    <a16:creationId xmlns:a16="http://schemas.microsoft.com/office/drawing/2014/main" id="{3CE5C305-AD9C-40EB-A07E-21CCDE3A9330}"/>
                  </a:ext>
                </a:extLst>
              </p:cNvPr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2854;p47">
                <a:extLst>
                  <a:ext uri="{FF2B5EF4-FFF2-40B4-BE49-F238E27FC236}">
                    <a16:creationId xmlns:a16="http://schemas.microsoft.com/office/drawing/2014/main" id="{8A3765A9-5C70-4C42-B890-FC689F7FCD97}"/>
                  </a:ext>
                </a:extLst>
              </p:cNvPr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2855;p47">
                <a:extLst>
                  <a:ext uri="{FF2B5EF4-FFF2-40B4-BE49-F238E27FC236}">
                    <a16:creationId xmlns:a16="http://schemas.microsoft.com/office/drawing/2014/main" id="{FFE8D367-F404-4F05-8651-72B7C32E224E}"/>
                  </a:ext>
                </a:extLst>
              </p:cNvPr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2856;p47">
                <a:extLst>
                  <a:ext uri="{FF2B5EF4-FFF2-40B4-BE49-F238E27FC236}">
                    <a16:creationId xmlns:a16="http://schemas.microsoft.com/office/drawing/2014/main" id="{FE3F6E69-8017-4641-9010-B450C3B154B2}"/>
                  </a:ext>
                </a:extLst>
              </p:cNvPr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2857;p47">
                <a:extLst>
                  <a:ext uri="{FF2B5EF4-FFF2-40B4-BE49-F238E27FC236}">
                    <a16:creationId xmlns:a16="http://schemas.microsoft.com/office/drawing/2014/main" id="{46FC6BAF-1E77-45EF-A6CD-710908D530F3}"/>
                  </a:ext>
                </a:extLst>
              </p:cNvPr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2858;p47">
                <a:extLst>
                  <a:ext uri="{FF2B5EF4-FFF2-40B4-BE49-F238E27FC236}">
                    <a16:creationId xmlns:a16="http://schemas.microsoft.com/office/drawing/2014/main" id="{5B4FC1E3-9054-4B4C-BF6E-2B6E0DC82943}"/>
                  </a:ext>
                </a:extLst>
              </p:cNvPr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2859;p47">
                <a:extLst>
                  <a:ext uri="{FF2B5EF4-FFF2-40B4-BE49-F238E27FC236}">
                    <a16:creationId xmlns:a16="http://schemas.microsoft.com/office/drawing/2014/main" id="{82784D66-447B-4004-9ACC-43F6C9429DFA}"/>
                  </a:ext>
                </a:extLst>
              </p:cNvPr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2860;p47">
                <a:extLst>
                  <a:ext uri="{FF2B5EF4-FFF2-40B4-BE49-F238E27FC236}">
                    <a16:creationId xmlns:a16="http://schemas.microsoft.com/office/drawing/2014/main" id="{9B026643-ECAE-45AC-B7C2-F328B0491846}"/>
                  </a:ext>
                </a:extLst>
              </p:cNvPr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2861;p47">
                <a:extLst>
                  <a:ext uri="{FF2B5EF4-FFF2-40B4-BE49-F238E27FC236}">
                    <a16:creationId xmlns:a16="http://schemas.microsoft.com/office/drawing/2014/main" id="{B0F5C037-630E-4D84-858E-6E2605203750}"/>
                  </a:ext>
                </a:extLst>
              </p:cNvPr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2862;p47">
                <a:extLst>
                  <a:ext uri="{FF2B5EF4-FFF2-40B4-BE49-F238E27FC236}">
                    <a16:creationId xmlns:a16="http://schemas.microsoft.com/office/drawing/2014/main" id="{A5C42B1A-82FA-4DDD-AB28-15116F05E1CF}"/>
                  </a:ext>
                </a:extLst>
              </p:cNvPr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2863;p47">
                <a:extLst>
                  <a:ext uri="{FF2B5EF4-FFF2-40B4-BE49-F238E27FC236}">
                    <a16:creationId xmlns:a16="http://schemas.microsoft.com/office/drawing/2014/main" id="{13F04603-56C3-477D-89B9-340F8517E3DF}"/>
                  </a:ext>
                </a:extLst>
              </p:cNvPr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2864;p47">
                <a:extLst>
                  <a:ext uri="{FF2B5EF4-FFF2-40B4-BE49-F238E27FC236}">
                    <a16:creationId xmlns:a16="http://schemas.microsoft.com/office/drawing/2014/main" id="{AD33B1AD-0C50-4677-8304-47EAC092F2F2}"/>
                  </a:ext>
                </a:extLst>
              </p:cNvPr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2865;p47">
                <a:extLst>
                  <a:ext uri="{FF2B5EF4-FFF2-40B4-BE49-F238E27FC236}">
                    <a16:creationId xmlns:a16="http://schemas.microsoft.com/office/drawing/2014/main" id="{4CE87C19-5DC8-4AF5-8024-5C09159BCD8D}"/>
                  </a:ext>
                </a:extLst>
              </p:cNvPr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2866;p47">
                <a:extLst>
                  <a:ext uri="{FF2B5EF4-FFF2-40B4-BE49-F238E27FC236}">
                    <a16:creationId xmlns:a16="http://schemas.microsoft.com/office/drawing/2014/main" id="{FCC3033C-5903-4D34-810D-3D5624D1D7C8}"/>
                  </a:ext>
                </a:extLst>
              </p:cNvPr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2867;p47">
                <a:extLst>
                  <a:ext uri="{FF2B5EF4-FFF2-40B4-BE49-F238E27FC236}">
                    <a16:creationId xmlns:a16="http://schemas.microsoft.com/office/drawing/2014/main" id="{27B37C83-708A-4DB2-ADB4-3C27599FCA4B}"/>
                  </a:ext>
                </a:extLst>
              </p:cNvPr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2868;p47">
                <a:extLst>
                  <a:ext uri="{FF2B5EF4-FFF2-40B4-BE49-F238E27FC236}">
                    <a16:creationId xmlns:a16="http://schemas.microsoft.com/office/drawing/2014/main" id="{6028FF43-D3B4-40C5-92FF-A1CEF5D14C36}"/>
                  </a:ext>
                </a:extLst>
              </p:cNvPr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2869;p47">
                <a:extLst>
                  <a:ext uri="{FF2B5EF4-FFF2-40B4-BE49-F238E27FC236}">
                    <a16:creationId xmlns:a16="http://schemas.microsoft.com/office/drawing/2014/main" id="{C45936EF-3AC4-49F0-9C05-288C89E3F5C1}"/>
                  </a:ext>
                </a:extLst>
              </p:cNvPr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2870;p47">
                <a:extLst>
                  <a:ext uri="{FF2B5EF4-FFF2-40B4-BE49-F238E27FC236}">
                    <a16:creationId xmlns:a16="http://schemas.microsoft.com/office/drawing/2014/main" id="{8F287319-0433-4684-B92F-7A77D179D113}"/>
                  </a:ext>
                </a:extLst>
              </p:cNvPr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2871;p47">
                <a:extLst>
                  <a:ext uri="{FF2B5EF4-FFF2-40B4-BE49-F238E27FC236}">
                    <a16:creationId xmlns:a16="http://schemas.microsoft.com/office/drawing/2014/main" id="{394181D3-08CB-43F6-8723-30D3BE9FA4E7}"/>
                  </a:ext>
                </a:extLst>
              </p:cNvPr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2872;p47">
                <a:extLst>
                  <a:ext uri="{FF2B5EF4-FFF2-40B4-BE49-F238E27FC236}">
                    <a16:creationId xmlns:a16="http://schemas.microsoft.com/office/drawing/2014/main" id="{F0C8292A-8C7C-4C5E-A278-3F96F8943B04}"/>
                  </a:ext>
                </a:extLst>
              </p:cNvPr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2873;p47">
                <a:extLst>
                  <a:ext uri="{FF2B5EF4-FFF2-40B4-BE49-F238E27FC236}">
                    <a16:creationId xmlns:a16="http://schemas.microsoft.com/office/drawing/2014/main" id="{0B5F2412-6BBA-481F-9008-0B635598A540}"/>
                  </a:ext>
                </a:extLst>
              </p:cNvPr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2874;p47">
                <a:extLst>
                  <a:ext uri="{FF2B5EF4-FFF2-40B4-BE49-F238E27FC236}">
                    <a16:creationId xmlns:a16="http://schemas.microsoft.com/office/drawing/2014/main" id="{48F220F1-23D0-4C28-940B-0B5EF040F87E}"/>
                  </a:ext>
                </a:extLst>
              </p:cNvPr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2875;p47">
                <a:extLst>
                  <a:ext uri="{FF2B5EF4-FFF2-40B4-BE49-F238E27FC236}">
                    <a16:creationId xmlns:a16="http://schemas.microsoft.com/office/drawing/2014/main" id="{226E8C6F-31E2-4DA9-9969-BF7A6E08A2D8}"/>
                  </a:ext>
                </a:extLst>
              </p:cNvPr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2876;p47">
                <a:extLst>
                  <a:ext uri="{FF2B5EF4-FFF2-40B4-BE49-F238E27FC236}">
                    <a16:creationId xmlns:a16="http://schemas.microsoft.com/office/drawing/2014/main" id="{E354CE7C-3F99-4FBA-B6A4-CDF561492BAE}"/>
                  </a:ext>
                </a:extLst>
              </p:cNvPr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2877;p47">
                <a:extLst>
                  <a:ext uri="{FF2B5EF4-FFF2-40B4-BE49-F238E27FC236}">
                    <a16:creationId xmlns:a16="http://schemas.microsoft.com/office/drawing/2014/main" id="{0518A76D-66A9-4BFE-9039-5298B07FFD37}"/>
                  </a:ext>
                </a:extLst>
              </p:cNvPr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2878;p47">
                <a:extLst>
                  <a:ext uri="{FF2B5EF4-FFF2-40B4-BE49-F238E27FC236}">
                    <a16:creationId xmlns:a16="http://schemas.microsoft.com/office/drawing/2014/main" id="{B6F4E7EF-BBB6-4324-830F-EB4D31BEA9DA}"/>
                  </a:ext>
                </a:extLst>
              </p:cNvPr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2879;p47">
                <a:extLst>
                  <a:ext uri="{FF2B5EF4-FFF2-40B4-BE49-F238E27FC236}">
                    <a16:creationId xmlns:a16="http://schemas.microsoft.com/office/drawing/2014/main" id="{644531CF-07E8-4974-8345-8F63D43C59C2}"/>
                  </a:ext>
                </a:extLst>
              </p:cNvPr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2" name="Google Shape;2880;p47">
                <a:extLst>
                  <a:ext uri="{FF2B5EF4-FFF2-40B4-BE49-F238E27FC236}">
                    <a16:creationId xmlns:a16="http://schemas.microsoft.com/office/drawing/2014/main" id="{67731369-A14D-4D96-9A9C-25306EFD085E}"/>
                  </a:ext>
                </a:extLst>
              </p:cNvPr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2881;p47">
                <a:extLst>
                  <a:ext uri="{FF2B5EF4-FFF2-40B4-BE49-F238E27FC236}">
                    <a16:creationId xmlns:a16="http://schemas.microsoft.com/office/drawing/2014/main" id="{56623EAA-A5E7-410E-B311-A36BA969424B}"/>
                  </a:ext>
                </a:extLst>
              </p:cNvPr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2882;p47">
                <a:extLst>
                  <a:ext uri="{FF2B5EF4-FFF2-40B4-BE49-F238E27FC236}">
                    <a16:creationId xmlns:a16="http://schemas.microsoft.com/office/drawing/2014/main" id="{32101457-9A89-4BB9-859F-CA29BB7E976A}"/>
                  </a:ext>
                </a:extLst>
              </p:cNvPr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2883;p47">
                <a:extLst>
                  <a:ext uri="{FF2B5EF4-FFF2-40B4-BE49-F238E27FC236}">
                    <a16:creationId xmlns:a16="http://schemas.microsoft.com/office/drawing/2014/main" id="{4DCE7754-2A88-4DB1-856D-E4001BF1252D}"/>
                  </a:ext>
                </a:extLst>
              </p:cNvPr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2884;p47">
                <a:extLst>
                  <a:ext uri="{FF2B5EF4-FFF2-40B4-BE49-F238E27FC236}">
                    <a16:creationId xmlns:a16="http://schemas.microsoft.com/office/drawing/2014/main" id="{8B1578D1-0334-457B-9D56-99A2E67BF3EF}"/>
                  </a:ext>
                </a:extLst>
              </p:cNvPr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2885;p47">
                <a:extLst>
                  <a:ext uri="{FF2B5EF4-FFF2-40B4-BE49-F238E27FC236}">
                    <a16:creationId xmlns:a16="http://schemas.microsoft.com/office/drawing/2014/main" id="{DA53AB0E-F4A9-49BA-96B1-EEFD8EF55726}"/>
                  </a:ext>
                </a:extLst>
              </p:cNvPr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2886;p47">
                <a:extLst>
                  <a:ext uri="{FF2B5EF4-FFF2-40B4-BE49-F238E27FC236}">
                    <a16:creationId xmlns:a16="http://schemas.microsoft.com/office/drawing/2014/main" id="{0EAF02A0-010C-4896-9DFB-520FA4DAEEFA}"/>
                  </a:ext>
                </a:extLst>
              </p:cNvPr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9" name="Google Shape;2887;p47">
              <a:extLst>
                <a:ext uri="{FF2B5EF4-FFF2-40B4-BE49-F238E27FC236}">
                  <a16:creationId xmlns:a16="http://schemas.microsoft.com/office/drawing/2014/main" id="{8FA1671F-2651-488E-91CA-0D8C2830B451}"/>
                </a:ext>
              </a:extLst>
            </p:cNvPr>
            <p:cNvSpPr/>
            <p:nvPr/>
          </p:nvSpPr>
          <p:spPr>
            <a:xfrm>
              <a:off x="4424312" y="3389781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2888;p47">
              <a:extLst>
                <a:ext uri="{FF2B5EF4-FFF2-40B4-BE49-F238E27FC236}">
                  <a16:creationId xmlns:a16="http://schemas.microsoft.com/office/drawing/2014/main" id="{5935AE9C-2A29-498E-91C7-71B4DA8CBAF6}"/>
                </a:ext>
              </a:extLst>
            </p:cNvPr>
            <p:cNvSpPr/>
            <p:nvPr/>
          </p:nvSpPr>
          <p:spPr>
            <a:xfrm>
              <a:off x="4458697" y="3370540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2889;p47">
              <a:extLst>
                <a:ext uri="{FF2B5EF4-FFF2-40B4-BE49-F238E27FC236}">
                  <a16:creationId xmlns:a16="http://schemas.microsoft.com/office/drawing/2014/main" id="{CEA8D810-12B7-4360-BF15-B8836A2B9A90}"/>
                </a:ext>
              </a:extLst>
            </p:cNvPr>
            <p:cNvSpPr/>
            <p:nvPr/>
          </p:nvSpPr>
          <p:spPr>
            <a:xfrm>
              <a:off x="4458697" y="3334726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2890;p47">
              <a:extLst>
                <a:ext uri="{FF2B5EF4-FFF2-40B4-BE49-F238E27FC236}">
                  <a16:creationId xmlns:a16="http://schemas.microsoft.com/office/drawing/2014/main" id="{182D02C0-3614-493C-923C-744377C72D5A}"/>
                </a:ext>
              </a:extLst>
            </p:cNvPr>
            <p:cNvSpPr/>
            <p:nvPr/>
          </p:nvSpPr>
          <p:spPr>
            <a:xfrm>
              <a:off x="5662371" y="3457123"/>
              <a:ext cx="830865" cy="479678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2891;p47">
              <a:extLst>
                <a:ext uri="{FF2B5EF4-FFF2-40B4-BE49-F238E27FC236}">
                  <a16:creationId xmlns:a16="http://schemas.microsoft.com/office/drawing/2014/main" id="{8C440A8F-6AE8-4B54-B7A6-4C1CB8D5720E}"/>
                </a:ext>
              </a:extLst>
            </p:cNvPr>
            <p:cNvSpPr/>
            <p:nvPr/>
          </p:nvSpPr>
          <p:spPr>
            <a:xfrm>
              <a:off x="5582647" y="3524845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2892;p47">
              <a:extLst>
                <a:ext uri="{FF2B5EF4-FFF2-40B4-BE49-F238E27FC236}">
                  <a16:creationId xmlns:a16="http://schemas.microsoft.com/office/drawing/2014/main" id="{0D3F31D1-92B8-4D08-B553-02B78B32A9C3}"/>
                </a:ext>
              </a:extLst>
            </p:cNvPr>
            <p:cNvSpPr/>
            <p:nvPr/>
          </p:nvSpPr>
          <p:spPr>
            <a:xfrm>
              <a:off x="5520830" y="3560469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2893;p47">
              <a:extLst>
                <a:ext uri="{FF2B5EF4-FFF2-40B4-BE49-F238E27FC236}">
                  <a16:creationId xmlns:a16="http://schemas.microsoft.com/office/drawing/2014/main" id="{08915C13-FB16-452F-8DF9-B53C9BC35C50}"/>
                </a:ext>
              </a:extLst>
            </p:cNvPr>
            <p:cNvSpPr/>
            <p:nvPr/>
          </p:nvSpPr>
          <p:spPr>
            <a:xfrm>
              <a:off x="5459108" y="3596188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2894;p47">
              <a:extLst>
                <a:ext uri="{FF2B5EF4-FFF2-40B4-BE49-F238E27FC236}">
                  <a16:creationId xmlns:a16="http://schemas.microsoft.com/office/drawing/2014/main" id="{D9979A06-2089-42D4-8E27-28614A63B02D}"/>
                </a:ext>
              </a:extLst>
            </p:cNvPr>
            <p:cNvSpPr/>
            <p:nvPr/>
          </p:nvSpPr>
          <p:spPr>
            <a:xfrm>
              <a:off x="5006003" y="3836122"/>
              <a:ext cx="830770" cy="479679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2895;p47">
              <a:extLst>
                <a:ext uri="{FF2B5EF4-FFF2-40B4-BE49-F238E27FC236}">
                  <a16:creationId xmlns:a16="http://schemas.microsoft.com/office/drawing/2014/main" id="{FC86A76D-3CA9-41AC-B95C-65E54D3AD993}"/>
                </a:ext>
              </a:extLst>
            </p:cNvPr>
            <p:cNvSpPr/>
            <p:nvPr/>
          </p:nvSpPr>
          <p:spPr>
            <a:xfrm>
              <a:off x="4926279" y="3903750"/>
              <a:ext cx="741616" cy="428244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2896;p47">
              <a:extLst>
                <a:ext uri="{FF2B5EF4-FFF2-40B4-BE49-F238E27FC236}">
                  <a16:creationId xmlns:a16="http://schemas.microsoft.com/office/drawing/2014/main" id="{9EB42383-E7F8-4B1D-A1BA-35516DF88FFD}"/>
                </a:ext>
              </a:extLst>
            </p:cNvPr>
            <p:cNvSpPr/>
            <p:nvPr/>
          </p:nvSpPr>
          <p:spPr>
            <a:xfrm>
              <a:off x="4864462" y="3939468"/>
              <a:ext cx="727614" cy="42005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2897;p47">
              <a:extLst>
                <a:ext uri="{FF2B5EF4-FFF2-40B4-BE49-F238E27FC236}">
                  <a16:creationId xmlns:a16="http://schemas.microsoft.com/office/drawing/2014/main" id="{25C6BE2E-205B-4F49-9AEE-5F6CB71F4DD8}"/>
                </a:ext>
              </a:extLst>
            </p:cNvPr>
            <p:cNvSpPr/>
            <p:nvPr/>
          </p:nvSpPr>
          <p:spPr>
            <a:xfrm>
              <a:off x="4802740" y="3975092"/>
              <a:ext cx="620839" cy="358520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2898;p47">
              <a:extLst>
                <a:ext uri="{FF2B5EF4-FFF2-40B4-BE49-F238E27FC236}">
                  <a16:creationId xmlns:a16="http://schemas.microsoft.com/office/drawing/2014/main" id="{260D8B0B-E9D0-487B-BB0D-32E229FFEF46}"/>
                </a:ext>
              </a:extLst>
            </p:cNvPr>
            <p:cNvSpPr/>
            <p:nvPr/>
          </p:nvSpPr>
          <p:spPr>
            <a:xfrm>
              <a:off x="5169357" y="3663339"/>
              <a:ext cx="421766" cy="243458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2899;p47">
              <a:extLst>
                <a:ext uri="{FF2B5EF4-FFF2-40B4-BE49-F238E27FC236}">
                  <a16:creationId xmlns:a16="http://schemas.microsoft.com/office/drawing/2014/main" id="{22739141-7E59-41A1-BA01-B0C0B8DF21ED}"/>
                </a:ext>
              </a:extLst>
            </p:cNvPr>
            <p:cNvSpPr/>
            <p:nvPr/>
          </p:nvSpPr>
          <p:spPr>
            <a:xfrm>
              <a:off x="5441867" y="3820597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2900;p47">
              <a:extLst>
                <a:ext uri="{FF2B5EF4-FFF2-40B4-BE49-F238E27FC236}">
                  <a16:creationId xmlns:a16="http://schemas.microsoft.com/office/drawing/2014/main" id="{D996CC0D-9336-4787-89F3-76F985D03061}"/>
                </a:ext>
              </a:extLst>
            </p:cNvPr>
            <p:cNvSpPr/>
            <p:nvPr/>
          </p:nvSpPr>
          <p:spPr>
            <a:xfrm>
              <a:off x="5714378" y="3977950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2901;p47">
              <a:extLst>
                <a:ext uri="{FF2B5EF4-FFF2-40B4-BE49-F238E27FC236}">
                  <a16:creationId xmlns:a16="http://schemas.microsoft.com/office/drawing/2014/main" id="{ABC83CC4-D851-44F5-9155-FF3B2128407B}"/>
                </a:ext>
              </a:extLst>
            </p:cNvPr>
            <p:cNvSpPr/>
            <p:nvPr/>
          </p:nvSpPr>
          <p:spPr>
            <a:xfrm>
              <a:off x="2242896" y="2171438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2902;p47">
              <a:extLst>
                <a:ext uri="{FF2B5EF4-FFF2-40B4-BE49-F238E27FC236}">
                  <a16:creationId xmlns:a16="http://schemas.microsoft.com/office/drawing/2014/main" id="{9AC3BD3B-64B9-4762-BAE9-61B4D528D0D1}"/>
                </a:ext>
              </a:extLst>
            </p:cNvPr>
            <p:cNvSpPr/>
            <p:nvPr/>
          </p:nvSpPr>
          <p:spPr>
            <a:xfrm>
              <a:off x="2526170" y="20060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2903;p47">
              <a:extLst>
                <a:ext uri="{FF2B5EF4-FFF2-40B4-BE49-F238E27FC236}">
                  <a16:creationId xmlns:a16="http://schemas.microsoft.com/office/drawing/2014/main" id="{DA983E10-E54E-4829-AF17-0D32481E4222}"/>
                </a:ext>
              </a:extLst>
            </p:cNvPr>
            <p:cNvSpPr/>
            <p:nvPr/>
          </p:nvSpPr>
          <p:spPr>
            <a:xfrm>
              <a:off x="2632278" y="1017294"/>
              <a:ext cx="357473" cy="206311"/>
            </a:xfrm>
            <a:custGeom>
              <a:avLst/>
              <a:gdLst/>
              <a:ahLst/>
              <a:cxnLst/>
              <a:rect l="l" t="t" r="r" b="b"/>
              <a:pathLst>
                <a:path w="357473" h="206311" extrusionOk="0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2904;p47">
              <a:extLst>
                <a:ext uri="{FF2B5EF4-FFF2-40B4-BE49-F238E27FC236}">
                  <a16:creationId xmlns:a16="http://schemas.microsoft.com/office/drawing/2014/main" id="{B2356282-34E1-4A32-8093-60E334D41C19}"/>
                </a:ext>
              </a:extLst>
            </p:cNvPr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2905;p47">
              <a:extLst>
                <a:ext uri="{FF2B5EF4-FFF2-40B4-BE49-F238E27FC236}">
                  <a16:creationId xmlns:a16="http://schemas.microsoft.com/office/drawing/2014/main" id="{D7C89AE8-FF3B-4A2F-843A-482E3A6F7D68}"/>
                </a:ext>
              </a:extLst>
            </p:cNvPr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2906;p47">
              <a:extLst>
                <a:ext uri="{FF2B5EF4-FFF2-40B4-BE49-F238E27FC236}">
                  <a16:creationId xmlns:a16="http://schemas.microsoft.com/office/drawing/2014/main" id="{0B06B0F6-1CC7-4AC1-A8D4-232207DCE860}"/>
                </a:ext>
              </a:extLst>
            </p:cNvPr>
            <p:cNvSpPr/>
            <p:nvPr/>
          </p:nvSpPr>
          <p:spPr>
            <a:xfrm>
              <a:off x="2811062" y="1120450"/>
              <a:ext cx="178689" cy="1032319"/>
            </a:xfrm>
            <a:custGeom>
              <a:avLst/>
              <a:gdLst/>
              <a:ahLst/>
              <a:cxnLst/>
              <a:rect l="l" t="t" r="r" b="b"/>
              <a:pathLst>
                <a:path w="178689" h="1032319" extrusionOk="0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2907;p47">
              <a:extLst>
                <a:ext uri="{FF2B5EF4-FFF2-40B4-BE49-F238E27FC236}">
                  <a16:creationId xmlns:a16="http://schemas.microsoft.com/office/drawing/2014/main" id="{B92FBCDC-425F-479E-964F-8F20FE520AD3}"/>
                </a:ext>
              </a:extLst>
            </p:cNvPr>
            <p:cNvSpPr/>
            <p:nvPr/>
          </p:nvSpPr>
          <p:spPr>
            <a:xfrm>
              <a:off x="2364150" y="1481542"/>
              <a:ext cx="357473" cy="206501"/>
            </a:xfrm>
            <a:custGeom>
              <a:avLst/>
              <a:gdLst/>
              <a:ahLst/>
              <a:cxnLst/>
              <a:rect l="l" t="t" r="r" b="b"/>
              <a:pathLst>
                <a:path w="357473" h="206501" extrusionOk="0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2908;p47">
              <a:extLst>
                <a:ext uri="{FF2B5EF4-FFF2-40B4-BE49-F238E27FC236}">
                  <a16:creationId xmlns:a16="http://schemas.microsoft.com/office/drawing/2014/main" id="{EAC1CF85-29ED-42B3-A97F-EBEE95B15354}"/>
                </a:ext>
              </a:extLst>
            </p:cNvPr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2909;p47">
              <a:extLst>
                <a:ext uri="{FF2B5EF4-FFF2-40B4-BE49-F238E27FC236}">
                  <a16:creationId xmlns:a16="http://schemas.microsoft.com/office/drawing/2014/main" id="{764B59D7-F962-4D95-906B-D78E99B811D0}"/>
                </a:ext>
              </a:extLst>
            </p:cNvPr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2910;p47">
              <a:extLst>
                <a:ext uri="{FF2B5EF4-FFF2-40B4-BE49-F238E27FC236}">
                  <a16:creationId xmlns:a16="http://schemas.microsoft.com/office/drawing/2014/main" id="{1BF93753-1BDA-485A-AF32-C2B3A03CCD49}"/>
                </a:ext>
              </a:extLst>
            </p:cNvPr>
            <p:cNvSpPr/>
            <p:nvPr/>
          </p:nvSpPr>
          <p:spPr>
            <a:xfrm>
              <a:off x="2542934" y="1584793"/>
              <a:ext cx="178688" cy="721899"/>
            </a:xfrm>
            <a:custGeom>
              <a:avLst/>
              <a:gdLst/>
              <a:ahLst/>
              <a:cxnLst/>
              <a:rect l="l" t="t" r="r" b="b"/>
              <a:pathLst>
                <a:path w="178688" h="721899" extrusionOk="0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2911;p47">
              <a:extLst>
                <a:ext uri="{FF2B5EF4-FFF2-40B4-BE49-F238E27FC236}">
                  <a16:creationId xmlns:a16="http://schemas.microsoft.com/office/drawing/2014/main" id="{DD4E00ED-C1CA-424A-AE2F-79B2037ED572}"/>
                </a:ext>
              </a:extLst>
            </p:cNvPr>
            <p:cNvSpPr/>
            <p:nvPr/>
          </p:nvSpPr>
          <p:spPr>
            <a:xfrm>
              <a:off x="2013915" y="2306693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2912;p47">
              <a:extLst>
                <a:ext uri="{FF2B5EF4-FFF2-40B4-BE49-F238E27FC236}">
                  <a16:creationId xmlns:a16="http://schemas.microsoft.com/office/drawing/2014/main" id="{6AA2096F-8F47-486D-ACC6-AAFDB8A00F47}"/>
                </a:ext>
              </a:extLst>
            </p:cNvPr>
            <p:cNvSpPr/>
            <p:nvPr/>
          </p:nvSpPr>
          <p:spPr>
            <a:xfrm>
              <a:off x="2078685" y="19719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2913;p47">
              <a:extLst>
                <a:ext uri="{FF2B5EF4-FFF2-40B4-BE49-F238E27FC236}">
                  <a16:creationId xmlns:a16="http://schemas.microsoft.com/office/drawing/2014/main" id="{AA48DB76-BC77-403E-9517-FFE2734C3C48}"/>
                </a:ext>
              </a:extLst>
            </p:cNvPr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2914;p47">
              <a:extLst>
                <a:ext uri="{FF2B5EF4-FFF2-40B4-BE49-F238E27FC236}">
                  <a16:creationId xmlns:a16="http://schemas.microsoft.com/office/drawing/2014/main" id="{420535B3-A388-44E6-879E-F95B00C7FC00}"/>
                </a:ext>
              </a:extLst>
            </p:cNvPr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2915;p47">
              <a:extLst>
                <a:ext uri="{FF2B5EF4-FFF2-40B4-BE49-F238E27FC236}">
                  <a16:creationId xmlns:a16="http://schemas.microsoft.com/office/drawing/2014/main" id="{BD7E4D91-506F-4720-A9BD-63D0FAB3BDF4}"/>
                </a:ext>
              </a:extLst>
            </p:cNvPr>
            <p:cNvSpPr/>
            <p:nvPr/>
          </p:nvSpPr>
          <p:spPr>
            <a:xfrm>
              <a:off x="2257469" y="2075140"/>
              <a:ext cx="178689" cy="399097"/>
            </a:xfrm>
            <a:custGeom>
              <a:avLst/>
              <a:gdLst/>
              <a:ahLst/>
              <a:cxnLst/>
              <a:rect l="l" t="t" r="r" b="b"/>
              <a:pathLst>
                <a:path w="178689" h="399097" extrusionOk="0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2916;p47">
              <a:extLst>
                <a:ext uri="{FF2B5EF4-FFF2-40B4-BE49-F238E27FC236}">
                  <a16:creationId xmlns:a16="http://schemas.microsoft.com/office/drawing/2014/main" id="{A7650269-2EE0-4928-B207-8EEB0780B524}"/>
                </a:ext>
              </a:extLst>
            </p:cNvPr>
            <p:cNvSpPr/>
            <p:nvPr/>
          </p:nvSpPr>
          <p:spPr>
            <a:xfrm>
              <a:off x="4050634" y="46890"/>
              <a:ext cx="205002" cy="299719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2917;p47">
              <a:extLst>
                <a:ext uri="{FF2B5EF4-FFF2-40B4-BE49-F238E27FC236}">
                  <a16:creationId xmlns:a16="http://schemas.microsoft.com/office/drawing/2014/main" id="{9974DDF2-FD24-4A4A-A83A-98F76ADAD704}"/>
                </a:ext>
              </a:extLst>
            </p:cNvPr>
            <p:cNvSpPr/>
            <p:nvPr/>
          </p:nvSpPr>
          <p:spPr>
            <a:xfrm>
              <a:off x="4066180" y="44285"/>
              <a:ext cx="98194" cy="12100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2918;p47">
              <a:extLst>
                <a:ext uri="{FF2B5EF4-FFF2-40B4-BE49-F238E27FC236}">
                  <a16:creationId xmlns:a16="http://schemas.microsoft.com/office/drawing/2014/main" id="{34AB2783-2107-44AA-ABA6-129C5F473AF2}"/>
                </a:ext>
              </a:extLst>
            </p:cNvPr>
            <p:cNvSpPr/>
            <p:nvPr/>
          </p:nvSpPr>
          <p:spPr>
            <a:xfrm>
              <a:off x="4085379" y="175665"/>
              <a:ext cx="121123" cy="13556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2919;p47">
              <a:extLst>
                <a:ext uri="{FF2B5EF4-FFF2-40B4-BE49-F238E27FC236}">
                  <a16:creationId xmlns:a16="http://schemas.microsoft.com/office/drawing/2014/main" id="{32CF5FDF-29FA-4A8E-A991-4F9FD643FD91}"/>
                </a:ext>
              </a:extLst>
            </p:cNvPr>
            <p:cNvSpPr/>
            <p:nvPr/>
          </p:nvSpPr>
          <p:spPr>
            <a:xfrm>
              <a:off x="3878508" y="229758"/>
              <a:ext cx="228579" cy="325392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2920;p47">
              <a:extLst>
                <a:ext uri="{FF2B5EF4-FFF2-40B4-BE49-F238E27FC236}">
                  <a16:creationId xmlns:a16="http://schemas.microsoft.com/office/drawing/2014/main" id="{069BAE6C-7D84-425B-861E-AD9E4B401E1D}"/>
                </a:ext>
              </a:extLst>
            </p:cNvPr>
            <p:cNvSpPr/>
            <p:nvPr/>
          </p:nvSpPr>
          <p:spPr>
            <a:xfrm>
              <a:off x="4050113" y="220052"/>
              <a:ext cx="176568" cy="232904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2921;p47">
              <a:extLst>
                <a:ext uri="{FF2B5EF4-FFF2-40B4-BE49-F238E27FC236}">
                  <a16:creationId xmlns:a16="http://schemas.microsoft.com/office/drawing/2014/main" id="{1161BC78-9AB9-485C-8F9E-DA04048A3991}"/>
                </a:ext>
              </a:extLst>
            </p:cNvPr>
            <p:cNvSpPr/>
            <p:nvPr/>
          </p:nvSpPr>
          <p:spPr>
            <a:xfrm>
              <a:off x="4081568" y="53558"/>
              <a:ext cx="129892" cy="160015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2922;p47">
              <a:extLst>
                <a:ext uri="{FF2B5EF4-FFF2-40B4-BE49-F238E27FC236}">
                  <a16:creationId xmlns:a16="http://schemas.microsoft.com/office/drawing/2014/main" id="{A4CC2072-70B9-4724-80E3-E0246CDCC744}"/>
                </a:ext>
              </a:extLst>
            </p:cNvPr>
            <p:cNvSpPr/>
            <p:nvPr/>
          </p:nvSpPr>
          <p:spPr>
            <a:xfrm>
              <a:off x="4086841" y="52931"/>
              <a:ext cx="130406" cy="122734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2923;p47">
              <a:extLst>
                <a:ext uri="{FF2B5EF4-FFF2-40B4-BE49-F238E27FC236}">
                  <a16:creationId xmlns:a16="http://schemas.microsoft.com/office/drawing/2014/main" id="{613591EB-F00B-4F1F-BE35-9AB44B4CE818}"/>
                </a:ext>
              </a:extLst>
            </p:cNvPr>
            <p:cNvSpPr/>
            <p:nvPr/>
          </p:nvSpPr>
          <p:spPr>
            <a:xfrm>
              <a:off x="3930273" y="858890"/>
              <a:ext cx="102549" cy="78223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2924;p47">
              <a:extLst>
                <a:ext uri="{FF2B5EF4-FFF2-40B4-BE49-F238E27FC236}">
                  <a16:creationId xmlns:a16="http://schemas.microsoft.com/office/drawing/2014/main" id="{B15CC372-0A81-42CA-A740-931A71B7E282}"/>
                </a:ext>
              </a:extLst>
            </p:cNvPr>
            <p:cNvSpPr/>
            <p:nvPr/>
          </p:nvSpPr>
          <p:spPr>
            <a:xfrm>
              <a:off x="3930726" y="883849"/>
              <a:ext cx="102084" cy="53297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2925;p47">
              <a:extLst>
                <a:ext uri="{FF2B5EF4-FFF2-40B4-BE49-F238E27FC236}">
                  <a16:creationId xmlns:a16="http://schemas.microsoft.com/office/drawing/2014/main" id="{C30D25D3-7341-4494-B548-6A03B346C00F}"/>
                </a:ext>
              </a:extLst>
            </p:cNvPr>
            <p:cNvSpPr/>
            <p:nvPr/>
          </p:nvSpPr>
          <p:spPr>
            <a:xfrm>
              <a:off x="3878956" y="825175"/>
              <a:ext cx="93870" cy="7271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2926;p47">
              <a:extLst>
                <a:ext uri="{FF2B5EF4-FFF2-40B4-BE49-F238E27FC236}">
                  <a16:creationId xmlns:a16="http://schemas.microsoft.com/office/drawing/2014/main" id="{49AAE1F3-EF5D-4518-8F66-FE88E8FF0F37}"/>
                </a:ext>
              </a:extLst>
            </p:cNvPr>
            <p:cNvSpPr/>
            <p:nvPr/>
          </p:nvSpPr>
          <p:spPr>
            <a:xfrm>
              <a:off x="3879387" y="849177"/>
              <a:ext cx="93498" cy="48808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2927;p47">
              <a:extLst>
                <a:ext uri="{FF2B5EF4-FFF2-40B4-BE49-F238E27FC236}">
                  <a16:creationId xmlns:a16="http://schemas.microsoft.com/office/drawing/2014/main" id="{4CB97AA7-BF92-4956-B249-BE24451790A7}"/>
                </a:ext>
              </a:extLst>
            </p:cNvPr>
            <p:cNvSpPr/>
            <p:nvPr/>
          </p:nvSpPr>
          <p:spPr>
            <a:xfrm>
              <a:off x="3913772" y="449985"/>
              <a:ext cx="223526" cy="385528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2928;p47">
              <a:extLst>
                <a:ext uri="{FF2B5EF4-FFF2-40B4-BE49-F238E27FC236}">
                  <a16:creationId xmlns:a16="http://schemas.microsoft.com/office/drawing/2014/main" id="{8E981FED-6DE1-4C76-8E49-991F675F09D0}"/>
                </a:ext>
              </a:extLst>
            </p:cNvPr>
            <p:cNvSpPr/>
            <p:nvPr/>
          </p:nvSpPr>
          <p:spPr>
            <a:xfrm>
              <a:off x="3974732" y="450747"/>
              <a:ext cx="222535" cy="417442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2929;p47">
              <a:extLst>
                <a:ext uri="{FF2B5EF4-FFF2-40B4-BE49-F238E27FC236}">
                  <a16:creationId xmlns:a16="http://schemas.microsoft.com/office/drawing/2014/main" id="{CBC7BEB1-98EB-4D86-A947-3C2BE415CEE4}"/>
                </a:ext>
              </a:extLst>
            </p:cNvPr>
            <p:cNvSpPr/>
            <p:nvPr/>
          </p:nvSpPr>
          <p:spPr>
            <a:xfrm>
              <a:off x="3891839" y="424458"/>
              <a:ext cx="332782" cy="306321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2930;p47">
              <a:extLst>
                <a:ext uri="{FF2B5EF4-FFF2-40B4-BE49-F238E27FC236}">
                  <a16:creationId xmlns:a16="http://schemas.microsoft.com/office/drawing/2014/main" id="{B7B9A7CC-AD97-454B-AF18-F3DD5D391942}"/>
                </a:ext>
              </a:extLst>
            </p:cNvPr>
            <p:cNvSpPr/>
            <p:nvPr/>
          </p:nvSpPr>
          <p:spPr>
            <a:xfrm>
              <a:off x="4159410" y="243442"/>
              <a:ext cx="115651" cy="405453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2931;p47">
              <a:extLst>
                <a:ext uri="{FF2B5EF4-FFF2-40B4-BE49-F238E27FC236}">
                  <a16:creationId xmlns:a16="http://schemas.microsoft.com/office/drawing/2014/main" id="{1EF858B2-4B68-42AF-800A-F1E3F2F57BD1}"/>
                </a:ext>
              </a:extLst>
            </p:cNvPr>
            <p:cNvSpPr/>
            <p:nvPr/>
          </p:nvSpPr>
          <p:spPr>
            <a:xfrm>
              <a:off x="4182076" y="238331"/>
              <a:ext cx="69928" cy="88934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2932;p47">
              <a:extLst>
                <a:ext uri="{FF2B5EF4-FFF2-40B4-BE49-F238E27FC236}">
                  <a16:creationId xmlns:a16="http://schemas.microsoft.com/office/drawing/2014/main" id="{52ECE94E-626F-4A93-8405-325502C4A97A}"/>
                </a:ext>
              </a:extLst>
            </p:cNvPr>
            <p:cNvSpPr/>
            <p:nvPr/>
          </p:nvSpPr>
          <p:spPr>
            <a:xfrm>
              <a:off x="4044931" y="219924"/>
              <a:ext cx="59816" cy="62802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2933;p47">
              <a:extLst>
                <a:ext uri="{FF2B5EF4-FFF2-40B4-BE49-F238E27FC236}">
                  <a16:creationId xmlns:a16="http://schemas.microsoft.com/office/drawing/2014/main" id="{E524CB57-86AE-4EB5-9EAD-E48C7E37E653}"/>
                </a:ext>
              </a:extLst>
            </p:cNvPr>
            <p:cNvSpPr/>
            <p:nvPr/>
          </p:nvSpPr>
          <p:spPr>
            <a:xfrm>
              <a:off x="2494198" y="1192008"/>
              <a:ext cx="154251" cy="303342"/>
            </a:xfrm>
            <a:custGeom>
              <a:avLst/>
              <a:gdLst/>
              <a:ahLst/>
              <a:cxnLst/>
              <a:rect l="l" t="t" r="r" b="b"/>
              <a:pathLst>
                <a:path w="154251" h="303342" extrusionOk="0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2934;p47">
              <a:extLst>
                <a:ext uri="{FF2B5EF4-FFF2-40B4-BE49-F238E27FC236}">
                  <a16:creationId xmlns:a16="http://schemas.microsoft.com/office/drawing/2014/main" id="{D776DA1A-AC90-4DBA-AA9D-FED66A21A7D8}"/>
                </a:ext>
              </a:extLst>
            </p:cNvPr>
            <p:cNvSpPr/>
            <p:nvPr/>
          </p:nvSpPr>
          <p:spPr>
            <a:xfrm>
              <a:off x="2527565" y="1904831"/>
              <a:ext cx="106588" cy="82319"/>
            </a:xfrm>
            <a:custGeom>
              <a:avLst/>
              <a:gdLst/>
              <a:ahLst/>
              <a:cxnLst/>
              <a:rect l="l" t="t" r="r" b="b"/>
              <a:pathLst>
                <a:path w="106588" h="82319" extrusionOk="0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2935;p47">
              <a:extLst>
                <a:ext uri="{FF2B5EF4-FFF2-40B4-BE49-F238E27FC236}">
                  <a16:creationId xmlns:a16="http://schemas.microsoft.com/office/drawing/2014/main" id="{BD18DEC6-3D96-42FF-9D66-D7B3E76CFBC0}"/>
                </a:ext>
              </a:extLst>
            </p:cNvPr>
            <p:cNvSpPr/>
            <p:nvPr/>
          </p:nvSpPr>
          <p:spPr>
            <a:xfrm>
              <a:off x="2527774" y="1931884"/>
              <a:ext cx="106123" cy="55368"/>
            </a:xfrm>
            <a:custGeom>
              <a:avLst/>
              <a:gdLst/>
              <a:ahLst/>
              <a:cxnLst/>
              <a:rect l="l" t="t" r="r" b="b"/>
              <a:pathLst>
                <a:path w="106123" h="55368" extrusionOk="0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2936;p47">
              <a:extLst>
                <a:ext uri="{FF2B5EF4-FFF2-40B4-BE49-F238E27FC236}">
                  <a16:creationId xmlns:a16="http://schemas.microsoft.com/office/drawing/2014/main" id="{05F666D0-5CDE-466B-B337-57C9427A12AC}"/>
                </a:ext>
              </a:extLst>
            </p:cNvPr>
            <p:cNvSpPr/>
            <p:nvPr/>
          </p:nvSpPr>
          <p:spPr>
            <a:xfrm>
              <a:off x="2655329" y="1830290"/>
              <a:ext cx="106576" cy="79516"/>
            </a:xfrm>
            <a:custGeom>
              <a:avLst/>
              <a:gdLst/>
              <a:ahLst/>
              <a:cxnLst/>
              <a:rect l="l" t="t" r="r" b="b"/>
              <a:pathLst>
                <a:path w="106576" h="79516" extrusionOk="0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2937;p47">
              <a:extLst>
                <a:ext uri="{FF2B5EF4-FFF2-40B4-BE49-F238E27FC236}">
                  <a16:creationId xmlns:a16="http://schemas.microsoft.com/office/drawing/2014/main" id="{0AE319C9-5B18-40CD-8222-AA6F08242553}"/>
                </a:ext>
              </a:extLst>
            </p:cNvPr>
            <p:cNvSpPr/>
            <p:nvPr/>
          </p:nvSpPr>
          <p:spPr>
            <a:xfrm>
              <a:off x="2655759" y="1855875"/>
              <a:ext cx="106154" cy="55320"/>
            </a:xfrm>
            <a:custGeom>
              <a:avLst/>
              <a:gdLst/>
              <a:ahLst/>
              <a:cxnLst/>
              <a:rect l="l" t="t" r="r" b="b"/>
              <a:pathLst>
                <a:path w="106154" h="55320" extrusionOk="0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2938;p47">
              <a:extLst>
                <a:ext uri="{FF2B5EF4-FFF2-40B4-BE49-F238E27FC236}">
                  <a16:creationId xmlns:a16="http://schemas.microsoft.com/office/drawing/2014/main" id="{87CE02B2-9414-4B68-B344-2C728CD12406}"/>
                </a:ext>
              </a:extLst>
            </p:cNvPr>
            <p:cNvSpPr/>
            <p:nvPr/>
          </p:nvSpPr>
          <p:spPr>
            <a:xfrm>
              <a:off x="2362866" y="1465363"/>
              <a:ext cx="372536" cy="450662"/>
            </a:xfrm>
            <a:custGeom>
              <a:avLst/>
              <a:gdLst/>
              <a:ahLst/>
              <a:cxnLst/>
              <a:rect l="l" t="t" r="r" b="b"/>
              <a:pathLst>
                <a:path w="372536" h="450662" extrusionOk="0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2939;p47">
              <a:extLst>
                <a:ext uri="{FF2B5EF4-FFF2-40B4-BE49-F238E27FC236}">
                  <a16:creationId xmlns:a16="http://schemas.microsoft.com/office/drawing/2014/main" id="{DB95BFAE-31C5-48FD-8EDE-F0DE7D088387}"/>
                </a:ext>
              </a:extLst>
            </p:cNvPr>
            <p:cNvSpPr/>
            <p:nvPr/>
          </p:nvSpPr>
          <p:spPr>
            <a:xfrm>
              <a:off x="2393925" y="1163883"/>
              <a:ext cx="117160" cy="114020"/>
            </a:xfrm>
            <a:custGeom>
              <a:avLst/>
              <a:gdLst/>
              <a:ahLst/>
              <a:cxnLst/>
              <a:rect l="l" t="t" r="r" b="b"/>
              <a:pathLst>
                <a:path w="117160" h="114020" extrusionOk="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2940;p47">
              <a:extLst>
                <a:ext uri="{FF2B5EF4-FFF2-40B4-BE49-F238E27FC236}">
                  <a16:creationId xmlns:a16="http://schemas.microsoft.com/office/drawing/2014/main" id="{41303434-DCC7-4E5C-A891-BB1ABAE9EFCF}"/>
                </a:ext>
              </a:extLst>
            </p:cNvPr>
            <p:cNvSpPr/>
            <p:nvPr/>
          </p:nvSpPr>
          <p:spPr>
            <a:xfrm>
              <a:off x="2362970" y="1179922"/>
              <a:ext cx="189574" cy="370837"/>
            </a:xfrm>
            <a:custGeom>
              <a:avLst/>
              <a:gdLst/>
              <a:ahLst/>
              <a:cxnLst/>
              <a:rect l="l" t="t" r="r" b="b"/>
              <a:pathLst>
                <a:path w="189574" h="370837" extrusionOk="0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2941;p47">
              <a:extLst>
                <a:ext uri="{FF2B5EF4-FFF2-40B4-BE49-F238E27FC236}">
                  <a16:creationId xmlns:a16="http://schemas.microsoft.com/office/drawing/2014/main" id="{ACE65558-6731-468D-ABC9-0138A974CA34}"/>
                </a:ext>
              </a:extLst>
            </p:cNvPr>
            <p:cNvSpPr/>
            <p:nvPr/>
          </p:nvSpPr>
          <p:spPr>
            <a:xfrm>
              <a:off x="2389574" y="1045793"/>
              <a:ext cx="126365" cy="153696"/>
            </a:xfrm>
            <a:custGeom>
              <a:avLst/>
              <a:gdLst/>
              <a:ahLst/>
              <a:cxnLst/>
              <a:rect l="l" t="t" r="r" b="b"/>
              <a:pathLst>
                <a:path w="126365" h="153696" extrusionOk="0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2942;p47">
              <a:extLst>
                <a:ext uri="{FF2B5EF4-FFF2-40B4-BE49-F238E27FC236}">
                  <a16:creationId xmlns:a16="http://schemas.microsoft.com/office/drawing/2014/main" id="{7B78FC30-A2F8-4409-9235-04A8969F368A}"/>
                </a:ext>
              </a:extLst>
            </p:cNvPr>
            <p:cNvSpPr/>
            <p:nvPr/>
          </p:nvSpPr>
          <p:spPr>
            <a:xfrm>
              <a:off x="2377852" y="1032078"/>
              <a:ext cx="133256" cy="131805"/>
            </a:xfrm>
            <a:custGeom>
              <a:avLst/>
              <a:gdLst/>
              <a:ahLst/>
              <a:cxnLst/>
              <a:rect l="l" t="t" r="r" b="b"/>
              <a:pathLst>
                <a:path w="133256" h="131805" extrusionOk="0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2943;p47">
              <a:extLst>
                <a:ext uri="{FF2B5EF4-FFF2-40B4-BE49-F238E27FC236}">
                  <a16:creationId xmlns:a16="http://schemas.microsoft.com/office/drawing/2014/main" id="{89A98484-00A5-4372-8A6B-CC09BF115378}"/>
                </a:ext>
              </a:extLst>
            </p:cNvPr>
            <p:cNvSpPr/>
            <p:nvPr/>
          </p:nvSpPr>
          <p:spPr>
            <a:xfrm>
              <a:off x="2511120" y="1180647"/>
              <a:ext cx="61436" cy="88868"/>
            </a:xfrm>
            <a:custGeom>
              <a:avLst/>
              <a:gdLst/>
              <a:ahLst/>
              <a:cxnLst/>
              <a:rect l="l" t="t" r="r" b="b"/>
              <a:pathLst>
                <a:path w="61436" h="88868" extrusionOk="0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2944;p47">
              <a:extLst>
                <a:ext uri="{FF2B5EF4-FFF2-40B4-BE49-F238E27FC236}">
                  <a16:creationId xmlns:a16="http://schemas.microsoft.com/office/drawing/2014/main" id="{22578857-10BB-4428-BED6-512D9B7ABE3B}"/>
                </a:ext>
              </a:extLst>
            </p:cNvPr>
            <p:cNvSpPr/>
            <p:nvPr/>
          </p:nvSpPr>
          <p:spPr>
            <a:xfrm>
              <a:off x="6137574" y="3350157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2945;p47">
              <a:extLst>
                <a:ext uri="{FF2B5EF4-FFF2-40B4-BE49-F238E27FC236}">
                  <a16:creationId xmlns:a16="http://schemas.microsoft.com/office/drawing/2014/main" id="{5F9066EA-EA25-461F-B23E-00B317B86BEA}"/>
                </a:ext>
              </a:extLst>
            </p:cNvPr>
            <p:cNvSpPr/>
            <p:nvPr/>
          </p:nvSpPr>
          <p:spPr>
            <a:xfrm>
              <a:off x="6267054" y="2297586"/>
              <a:ext cx="217597" cy="318657"/>
            </a:xfrm>
            <a:custGeom>
              <a:avLst/>
              <a:gdLst/>
              <a:ahLst/>
              <a:cxnLst/>
              <a:rect l="l" t="t" r="r" b="b"/>
              <a:pathLst>
                <a:path w="217597" h="318657" extrusionOk="0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2946;p47">
              <a:extLst>
                <a:ext uri="{FF2B5EF4-FFF2-40B4-BE49-F238E27FC236}">
                  <a16:creationId xmlns:a16="http://schemas.microsoft.com/office/drawing/2014/main" id="{70DA7D80-AF76-466F-9DE0-883EDB108F7C}"/>
                </a:ext>
              </a:extLst>
            </p:cNvPr>
            <p:cNvSpPr/>
            <p:nvPr/>
          </p:nvSpPr>
          <p:spPr>
            <a:xfrm>
              <a:off x="6260770" y="2526901"/>
              <a:ext cx="40647" cy="235450"/>
            </a:xfrm>
            <a:custGeom>
              <a:avLst/>
              <a:gdLst/>
              <a:ahLst/>
              <a:cxnLst/>
              <a:rect l="l" t="t" r="r" b="b"/>
              <a:pathLst>
                <a:path w="40647" h="235450" extrusionOk="0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2947;p47">
              <a:extLst>
                <a:ext uri="{FF2B5EF4-FFF2-40B4-BE49-F238E27FC236}">
                  <a16:creationId xmlns:a16="http://schemas.microsoft.com/office/drawing/2014/main" id="{1F5656DB-E170-43C2-8387-061BDAD02E10}"/>
                </a:ext>
              </a:extLst>
            </p:cNvPr>
            <p:cNvSpPr/>
            <p:nvPr/>
          </p:nvSpPr>
          <p:spPr>
            <a:xfrm>
              <a:off x="6283969" y="2294668"/>
              <a:ext cx="103921" cy="128329"/>
            </a:xfrm>
            <a:custGeom>
              <a:avLst/>
              <a:gdLst/>
              <a:ahLst/>
              <a:cxnLst/>
              <a:rect l="l" t="t" r="r" b="b"/>
              <a:pathLst>
                <a:path w="103921" h="128329" extrusionOk="0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2948;p47">
              <a:extLst>
                <a:ext uri="{FF2B5EF4-FFF2-40B4-BE49-F238E27FC236}">
                  <a16:creationId xmlns:a16="http://schemas.microsoft.com/office/drawing/2014/main" id="{559F5BF8-91FA-4B03-BFB2-D7993132A6EC}"/>
                </a:ext>
              </a:extLst>
            </p:cNvPr>
            <p:cNvSpPr/>
            <p:nvPr/>
          </p:nvSpPr>
          <p:spPr>
            <a:xfrm>
              <a:off x="6304395" y="2434900"/>
              <a:ext cx="128622" cy="143860"/>
            </a:xfrm>
            <a:custGeom>
              <a:avLst/>
              <a:gdLst/>
              <a:ahLst/>
              <a:cxnLst/>
              <a:rect l="l" t="t" r="r" b="b"/>
              <a:pathLst>
                <a:path w="128622" h="143860" extrusionOk="0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2949;p47">
              <a:extLst>
                <a:ext uri="{FF2B5EF4-FFF2-40B4-BE49-F238E27FC236}">
                  <a16:creationId xmlns:a16="http://schemas.microsoft.com/office/drawing/2014/main" id="{8273D1E1-77C6-4BCA-8423-19420F4E7B1F}"/>
                </a:ext>
              </a:extLst>
            </p:cNvPr>
            <p:cNvSpPr/>
            <p:nvPr/>
          </p:nvSpPr>
          <p:spPr>
            <a:xfrm>
              <a:off x="6266985" y="2481191"/>
              <a:ext cx="187397" cy="215209"/>
            </a:xfrm>
            <a:custGeom>
              <a:avLst/>
              <a:gdLst/>
              <a:ahLst/>
              <a:cxnLst/>
              <a:rect l="l" t="t" r="r" b="b"/>
              <a:pathLst>
                <a:path w="187397" h="215209" extrusionOk="0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2950;p47">
              <a:extLst>
                <a:ext uri="{FF2B5EF4-FFF2-40B4-BE49-F238E27FC236}">
                  <a16:creationId xmlns:a16="http://schemas.microsoft.com/office/drawing/2014/main" id="{832E7E1A-C3FA-46B1-9361-F28860FDDE4E}"/>
                </a:ext>
              </a:extLst>
            </p:cNvPr>
            <p:cNvSpPr/>
            <p:nvPr/>
          </p:nvSpPr>
          <p:spPr>
            <a:xfrm>
              <a:off x="6300305" y="2304949"/>
              <a:ext cx="138529" cy="170431"/>
            </a:xfrm>
            <a:custGeom>
              <a:avLst/>
              <a:gdLst/>
              <a:ahLst/>
              <a:cxnLst/>
              <a:rect l="l" t="t" r="r" b="b"/>
              <a:pathLst>
                <a:path w="138529" h="170431" extrusionOk="0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2951;p47">
              <a:extLst>
                <a:ext uri="{FF2B5EF4-FFF2-40B4-BE49-F238E27FC236}">
                  <a16:creationId xmlns:a16="http://schemas.microsoft.com/office/drawing/2014/main" id="{C610E84C-32CD-413A-8934-0DD814A05FB7}"/>
                </a:ext>
              </a:extLst>
            </p:cNvPr>
            <p:cNvSpPr/>
            <p:nvPr/>
          </p:nvSpPr>
          <p:spPr>
            <a:xfrm>
              <a:off x="6305880" y="2304032"/>
              <a:ext cx="138474" cy="130867"/>
            </a:xfrm>
            <a:custGeom>
              <a:avLst/>
              <a:gdLst/>
              <a:ahLst/>
              <a:cxnLst/>
              <a:rect l="l" t="t" r="r" b="b"/>
              <a:pathLst>
                <a:path w="138474" h="130867" extrusionOk="0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2952;p47">
              <a:extLst>
                <a:ext uri="{FF2B5EF4-FFF2-40B4-BE49-F238E27FC236}">
                  <a16:creationId xmlns:a16="http://schemas.microsoft.com/office/drawing/2014/main" id="{2CF50A40-77B8-496A-8E5F-ABD575F76491}"/>
                </a:ext>
              </a:extLst>
            </p:cNvPr>
            <p:cNvSpPr/>
            <p:nvPr/>
          </p:nvSpPr>
          <p:spPr>
            <a:xfrm>
              <a:off x="6412912" y="2510225"/>
              <a:ext cx="93089" cy="307779"/>
            </a:xfrm>
            <a:custGeom>
              <a:avLst/>
              <a:gdLst/>
              <a:ahLst/>
              <a:cxnLst/>
              <a:rect l="l" t="t" r="r" b="b"/>
              <a:pathLst>
                <a:path w="93089" h="307779" extrusionOk="0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2953;p47">
              <a:extLst>
                <a:ext uri="{FF2B5EF4-FFF2-40B4-BE49-F238E27FC236}">
                  <a16:creationId xmlns:a16="http://schemas.microsoft.com/office/drawing/2014/main" id="{D06A120C-F3BD-4942-9D4C-DF968DF09265}"/>
                </a:ext>
              </a:extLst>
            </p:cNvPr>
            <p:cNvSpPr/>
            <p:nvPr/>
          </p:nvSpPr>
          <p:spPr>
            <a:xfrm>
              <a:off x="6328850" y="3433403"/>
              <a:ext cx="108744" cy="83141"/>
            </a:xfrm>
            <a:custGeom>
              <a:avLst/>
              <a:gdLst/>
              <a:ahLst/>
              <a:cxnLst/>
              <a:rect l="l" t="t" r="r" b="b"/>
              <a:pathLst>
                <a:path w="108744" h="83141" extrusionOk="0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2954;p47">
              <a:extLst>
                <a:ext uri="{FF2B5EF4-FFF2-40B4-BE49-F238E27FC236}">
                  <a16:creationId xmlns:a16="http://schemas.microsoft.com/office/drawing/2014/main" id="{B9099370-601D-4300-A740-D96438CE8EF5}"/>
                </a:ext>
              </a:extLst>
            </p:cNvPr>
            <p:cNvSpPr/>
            <p:nvPr/>
          </p:nvSpPr>
          <p:spPr>
            <a:xfrm>
              <a:off x="6329407" y="3459885"/>
              <a:ext cx="108204" cy="56238"/>
            </a:xfrm>
            <a:custGeom>
              <a:avLst/>
              <a:gdLst/>
              <a:ahLst/>
              <a:cxnLst/>
              <a:rect l="l" t="t" r="r" b="b"/>
              <a:pathLst>
                <a:path w="108204" h="56238" extrusionOk="0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2955;p47">
              <a:extLst>
                <a:ext uri="{FF2B5EF4-FFF2-40B4-BE49-F238E27FC236}">
                  <a16:creationId xmlns:a16="http://schemas.microsoft.com/office/drawing/2014/main" id="{27B9E8FA-BBDA-4DFF-8788-FA03302FDA0D}"/>
                </a:ext>
              </a:extLst>
            </p:cNvPr>
            <p:cNvSpPr/>
            <p:nvPr/>
          </p:nvSpPr>
          <p:spPr>
            <a:xfrm>
              <a:off x="6246119" y="3415021"/>
              <a:ext cx="99827" cy="77341"/>
            </a:xfrm>
            <a:custGeom>
              <a:avLst/>
              <a:gdLst/>
              <a:ahLst/>
              <a:cxnLst/>
              <a:rect l="l" t="t" r="r" b="b"/>
              <a:pathLst>
                <a:path w="99827" h="77341" extrusionOk="0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2956;p47">
              <a:extLst>
                <a:ext uri="{FF2B5EF4-FFF2-40B4-BE49-F238E27FC236}">
                  <a16:creationId xmlns:a16="http://schemas.microsoft.com/office/drawing/2014/main" id="{E4AEDE6C-7165-4E10-91FF-D5FD7FD3200C}"/>
                </a:ext>
              </a:extLst>
            </p:cNvPr>
            <p:cNvSpPr/>
            <p:nvPr/>
          </p:nvSpPr>
          <p:spPr>
            <a:xfrm>
              <a:off x="6246063" y="3440454"/>
              <a:ext cx="99536" cy="51729"/>
            </a:xfrm>
            <a:custGeom>
              <a:avLst/>
              <a:gdLst/>
              <a:ahLst/>
              <a:cxnLst/>
              <a:rect l="l" t="t" r="r" b="b"/>
              <a:pathLst>
                <a:path w="99536" h="51729" extrusionOk="0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2957;p47">
              <a:extLst>
                <a:ext uri="{FF2B5EF4-FFF2-40B4-BE49-F238E27FC236}">
                  <a16:creationId xmlns:a16="http://schemas.microsoft.com/office/drawing/2014/main" id="{5BA0CCAD-73DF-48EB-A357-A0C9184F80E0}"/>
                </a:ext>
              </a:extLst>
            </p:cNvPr>
            <p:cNvSpPr/>
            <p:nvPr/>
          </p:nvSpPr>
          <p:spPr>
            <a:xfrm>
              <a:off x="6262125" y="2696837"/>
              <a:ext cx="213068" cy="744450"/>
            </a:xfrm>
            <a:custGeom>
              <a:avLst/>
              <a:gdLst/>
              <a:ahLst/>
              <a:cxnLst/>
              <a:rect l="l" t="t" r="r" b="b"/>
              <a:pathLst>
                <a:path w="213068" h="744450" extrusionOk="0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2958;p47">
              <a:extLst>
                <a:ext uri="{FF2B5EF4-FFF2-40B4-BE49-F238E27FC236}">
                  <a16:creationId xmlns:a16="http://schemas.microsoft.com/office/drawing/2014/main" id="{2649F4A1-0477-4078-AE51-B37E923C0677}"/>
                </a:ext>
              </a:extLst>
            </p:cNvPr>
            <p:cNvSpPr/>
            <p:nvPr/>
          </p:nvSpPr>
          <p:spPr>
            <a:xfrm>
              <a:off x="6253173" y="2679311"/>
              <a:ext cx="226922" cy="495109"/>
            </a:xfrm>
            <a:custGeom>
              <a:avLst/>
              <a:gdLst/>
              <a:ahLst/>
              <a:cxnLst/>
              <a:rect l="l" t="t" r="r" b="b"/>
              <a:pathLst>
                <a:path w="226922" h="495109" extrusionOk="0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2959;p47">
              <a:extLst>
                <a:ext uri="{FF2B5EF4-FFF2-40B4-BE49-F238E27FC236}">
                  <a16:creationId xmlns:a16="http://schemas.microsoft.com/office/drawing/2014/main" id="{C385C40A-9F79-41E7-8445-B9CCAFEC677F}"/>
                </a:ext>
              </a:extLst>
            </p:cNvPr>
            <p:cNvSpPr/>
            <p:nvPr/>
          </p:nvSpPr>
          <p:spPr>
            <a:xfrm>
              <a:off x="6408973" y="2507035"/>
              <a:ext cx="76263" cy="95029"/>
            </a:xfrm>
            <a:custGeom>
              <a:avLst/>
              <a:gdLst/>
              <a:ahLst/>
              <a:cxnLst/>
              <a:rect l="l" t="t" r="r" b="b"/>
              <a:pathLst>
                <a:path w="76263" h="95029" extrusionOk="0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2960;p47">
              <a:extLst>
                <a:ext uri="{FF2B5EF4-FFF2-40B4-BE49-F238E27FC236}">
                  <a16:creationId xmlns:a16="http://schemas.microsoft.com/office/drawing/2014/main" id="{D54DC257-9EA8-462B-B2FC-9D9D2C957D37}"/>
                </a:ext>
              </a:extLst>
            </p:cNvPr>
            <p:cNvSpPr/>
            <p:nvPr/>
          </p:nvSpPr>
          <p:spPr>
            <a:xfrm>
              <a:off x="6261399" y="2481311"/>
              <a:ext cx="63531" cy="66745"/>
            </a:xfrm>
            <a:custGeom>
              <a:avLst/>
              <a:gdLst/>
              <a:ahLst/>
              <a:cxnLst/>
              <a:rect l="l" t="t" r="r" b="b"/>
              <a:pathLst>
                <a:path w="63531" h="66745" extrusionOk="0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2961;p47">
              <a:extLst>
                <a:ext uri="{FF2B5EF4-FFF2-40B4-BE49-F238E27FC236}">
                  <a16:creationId xmlns:a16="http://schemas.microsoft.com/office/drawing/2014/main" id="{EB100030-2939-4489-BC55-8AA9D5D74A7F}"/>
                </a:ext>
              </a:extLst>
            </p:cNvPr>
            <p:cNvSpPr/>
            <p:nvPr/>
          </p:nvSpPr>
          <p:spPr>
            <a:xfrm>
              <a:off x="2608942" y="4557070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2962;p47">
              <a:extLst>
                <a:ext uri="{FF2B5EF4-FFF2-40B4-BE49-F238E27FC236}">
                  <a16:creationId xmlns:a16="http://schemas.microsoft.com/office/drawing/2014/main" id="{28FB2FE4-95CF-48F1-A393-000E493A3D32}"/>
                </a:ext>
              </a:extLst>
            </p:cNvPr>
            <p:cNvSpPr/>
            <p:nvPr/>
          </p:nvSpPr>
          <p:spPr>
            <a:xfrm>
              <a:off x="2930982" y="3722965"/>
              <a:ext cx="85002" cy="305847"/>
            </a:xfrm>
            <a:custGeom>
              <a:avLst/>
              <a:gdLst/>
              <a:ahLst/>
              <a:cxnLst/>
              <a:rect l="l" t="t" r="r" b="b"/>
              <a:pathLst>
                <a:path w="85002" h="305847" extrusionOk="0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2963;p47">
              <a:extLst>
                <a:ext uri="{FF2B5EF4-FFF2-40B4-BE49-F238E27FC236}">
                  <a16:creationId xmlns:a16="http://schemas.microsoft.com/office/drawing/2014/main" id="{286209DC-F60D-4293-8FF3-A9647AB9951B}"/>
                </a:ext>
              </a:extLst>
            </p:cNvPr>
            <p:cNvSpPr/>
            <p:nvPr/>
          </p:nvSpPr>
          <p:spPr>
            <a:xfrm>
              <a:off x="2667241" y="4676337"/>
              <a:ext cx="123900" cy="70118"/>
            </a:xfrm>
            <a:custGeom>
              <a:avLst/>
              <a:gdLst/>
              <a:ahLst/>
              <a:cxnLst/>
              <a:rect l="l" t="t" r="r" b="b"/>
              <a:pathLst>
                <a:path w="123900" h="70118" extrusionOk="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2964;p47">
              <a:extLst>
                <a:ext uri="{FF2B5EF4-FFF2-40B4-BE49-F238E27FC236}">
                  <a16:creationId xmlns:a16="http://schemas.microsoft.com/office/drawing/2014/main" id="{93D94A2A-FB8F-46A2-ACD2-357F72E9A489}"/>
                </a:ext>
              </a:extLst>
            </p:cNvPr>
            <p:cNvSpPr/>
            <p:nvPr/>
          </p:nvSpPr>
          <p:spPr>
            <a:xfrm>
              <a:off x="2667120" y="4688038"/>
              <a:ext cx="121939" cy="58416"/>
            </a:xfrm>
            <a:custGeom>
              <a:avLst/>
              <a:gdLst/>
              <a:ahLst/>
              <a:cxnLst/>
              <a:rect l="l" t="t" r="r" b="b"/>
              <a:pathLst>
                <a:path w="121939" h="58416" extrusionOk="0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2965;p47">
              <a:extLst>
                <a:ext uri="{FF2B5EF4-FFF2-40B4-BE49-F238E27FC236}">
                  <a16:creationId xmlns:a16="http://schemas.microsoft.com/office/drawing/2014/main" id="{D6E62FCC-E5E5-4883-B33F-BAEDA32AC317}"/>
                </a:ext>
              </a:extLst>
            </p:cNvPr>
            <p:cNvSpPr/>
            <p:nvPr/>
          </p:nvSpPr>
          <p:spPr>
            <a:xfrm>
              <a:off x="2825027" y="4597173"/>
              <a:ext cx="119416" cy="67472"/>
            </a:xfrm>
            <a:custGeom>
              <a:avLst/>
              <a:gdLst/>
              <a:ahLst/>
              <a:cxnLst/>
              <a:rect l="l" t="t" r="r" b="b"/>
              <a:pathLst>
                <a:path w="119416" h="67472" extrusionOk="0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2966;p47">
              <a:extLst>
                <a:ext uri="{FF2B5EF4-FFF2-40B4-BE49-F238E27FC236}">
                  <a16:creationId xmlns:a16="http://schemas.microsoft.com/office/drawing/2014/main" id="{50545F14-8ECA-4BA4-A98D-6046AA9FC23C}"/>
                </a:ext>
              </a:extLst>
            </p:cNvPr>
            <p:cNvSpPr/>
            <p:nvPr/>
          </p:nvSpPr>
          <p:spPr>
            <a:xfrm>
              <a:off x="2825072" y="4608314"/>
              <a:ext cx="117340" cy="56332"/>
            </a:xfrm>
            <a:custGeom>
              <a:avLst/>
              <a:gdLst/>
              <a:ahLst/>
              <a:cxnLst/>
              <a:rect l="l" t="t" r="r" b="b"/>
              <a:pathLst>
                <a:path w="117340" h="56332" extrusionOk="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2967;p47">
              <a:extLst>
                <a:ext uri="{FF2B5EF4-FFF2-40B4-BE49-F238E27FC236}">
                  <a16:creationId xmlns:a16="http://schemas.microsoft.com/office/drawing/2014/main" id="{B2F22E02-A4FC-42C3-B331-01C0E37A88E4}"/>
                </a:ext>
              </a:extLst>
            </p:cNvPr>
            <p:cNvSpPr/>
            <p:nvPr/>
          </p:nvSpPr>
          <p:spPr>
            <a:xfrm>
              <a:off x="2742284" y="3964900"/>
              <a:ext cx="238054" cy="732926"/>
            </a:xfrm>
            <a:custGeom>
              <a:avLst/>
              <a:gdLst/>
              <a:ahLst/>
              <a:cxnLst/>
              <a:rect l="l" t="t" r="r" b="b"/>
              <a:pathLst>
                <a:path w="238054" h="732926" extrusionOk="0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2968;p47">
              <a:extLst>
                <a:ext uri="{FF2B5EF4-FFF2-40B4-BE49-F238E27FC236}">
                  <a16:creationId xmlns:a16="http://schemas.microsoft.com/office/drawing/2014/main" id="{27544AA6-7A2B-466C-B81B-67C30190392E}"/>
                </a:ext>
              </a:extLst>
            </p:cNvPr>
            <p:cNvSpPr/>
            <p:nvPr/>
          </p:nvSpPr>
          <p:spPr>
            <a:xfrm>
              <a:off x="2743301" y="3964900"/>
              <a:ext cx="236925" cy="409866"/>
            </a:xfrm>
            <a:custGeom>
              <a:avLst/>
              <a:gdLst/>
              <a:ahLst/>
              <a:cxnLst/>
              <a:rect l="l" t="t" r="r" b="b"/>
              <a:pathLst>
                <a:path w="236925" h="409866" extrusionOk="0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2969;p47">
              <a:extLst>
                <a:ext uri="{FF2B5EF4-FFF2-40B4-BE49-F238E27FC236}">
                  <a16:creationId xmlns:a16="http://schemas.microsoft.com/office/drawing/2014/main" id="{37FF545C-82AB-41F3-91F9-CB96C1A770E5}"/>
                </a:ext>
              </a:extLst>
            </p:cNvPr>
            <p:cNvSpPr/>
            <p:nvPr/>
          </p:nvSpPr>
          <p:spPr>
            <a:xfrm>
              <a:off x="2790577" y="3522142"/>
              <a:ext cx="160521" cy="258577"/>
            </a:xfrm>
            <a:custGeom>
              <a:avLst/>
              <a:gdLst/>
              <a:ahLst/>
              <a:cxnLst/>
              <a:rect l="l" t="t" r="r" b="b"/>
              <a:pathLst>
                <a:path w="160521" h="258577" extrusionOk="0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2970;p47">
              <a:extLst>
                <a:ext uri="{FF2B5EF4-FFF2-40B4-BE49-F238E27FC236}">
                  <a16:creationId xmlns:a16="http://schemas.microsoft.com/office/drawing/2014/main" id="{6416A70F-54C8-4F3B-BED2-7C5F7D9701A1}"/>
                </a:ext>
              </a:extLst>
            </p:cNvPr>
            <p:cNvSpPr/>
            <p:nvPr/>
          </p:nvSpPr>
          <p:spPr>
            <a:xfrm>
              <a:off x="2954700" y="3752463"/>
              <a:ext cx="61341" cy="108805"/>
            </a:xfrm>
            <a:custGeom>
              <a:avLst/>
              <a:gdLst/>
              <a:ahLst/>
              <a:cxnLst/>
              <a:rect l="l" t="t" r="r" b="b"/>
              <a:pathLst>
                <a:path w="61341" h="108805" extrusionOk="0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2971;p47">
              <a:extLst>
                <a:ext uri="{FF2B5EF4-FFF2-40B4-BE49-F238E27FC236}">
                  <a16:creationId xmlns:a16="http://schemas.microsoft.com/office/drawing/2014/main" id="{7F86076F-C6B7-40B3-B76F-C8ED299B0F71}"/>
                </a:ext>
              </a:extLst>
            </p:cNvPr>
            <p:cNvSpPr/>
            <p:nvPr/>
          </p:nvSpPr>
          <p:spPr>
            <a:xfrm>
              <a:off x="2782487" y="3720882"/>
              <a:ext cx="191546" cy="273865"/>
            </a:xfrm>
            <a:custGeom>
              <a:avLst/>
              <a:gdLst/>
              <a:ahLst/>
              <a:cxnLst/>
              <a:rect l="l" t="t" r="r" b="b"/>
              <a:pathLst>
                <a:path w="191546" h="273865" extrusionOk="0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2972;p47">
              <a:extLst>
                <a:ext uri="{FF2B5EF4-FFF2-40B4-BE49-F238E27FC236}">
                  <a16:creationId xmlns:a16="http://schemas.microsoft.com/office/drawing/2014/main" id="{E3540180-2075-4835-B1DE-3D547AC7C925}"/>
                </a:ext>
              </a:extLst>
            </p:cNvPr>
            <p:cNvSpPr/>
            <p:nvPr/>
          </p:nvSpPr>
          <p:spPr>
            <a:xfrm>
              <a:off x="2469603" y="3777311"/>
              <a:ext cx="368747" cy="265455"/>
            </a:xfrm>
            <a:custGeom>
              <a:avLst/>
              <a:gdLst/>
              <a:ahLst/>
              <a:cxnLst/>
              <a:rect l="l" t="t" r="r" b="b"/>
              <a:pathLst>
                <a:path w="368747" h="265455" extrusionOk="0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2973;p47">
              <a:extLst>
                <a:ext uri="{FF2B5EF4-FFF2-40B4-BE49-F238E27FC236}">
                  <a16:creationId xmlns:a16="http://schemas.microsoft.com/office/drawing/2014/main" id="{031DB428-07B7-4C7D-9575-B049CF36118A}"/>
                </a:ext>
              </a:extLst>
            </p:cNvPr>
            <p:cNvSpPr/>
            <p:nvPr/>
          </p:nvSpPr>
          <p:spPr>
            <a:xfrm>
              <a:off x="2743245" y="3761847"/>
              <a:ext cx="100785" cy="104755"/>
            </a:xfrm>
            <a:custGeom>
              <a:avLst/>
              <a:gdLst/>
              <a:ahLst/>
              <a:cxnLst/>
              <a:rect l="l" t="t" r="r" b="b"/>
              <a:pathLst>
                <a:path w="100785" h="104755" extrusionOk="0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2974;p47">
              <a:extLst>
                <a:ext uri="{FF2B5EF4-FFF2-40B4-BE49-F238E27FC236}">
                  <a16:creationId xmlns:a16="http://schemas.microsoft.com/office/drawing/2014/main" id="{BDF325CA-E0F8-40ED-A581-0729F6E7792F}"/>
                </a:ext>
              </a:extLst>
            </p:cNvPr>
            <p:cNvSpPr/>
            <p:nvPr/>
          </p:nvSpPr>
          <p:spPr>
            <a:xfrm>
              <a:off x="2783810" y="3522089"/>
              <a:ext cx="201012" cy="328692"/>
            </a:xfrm>
            <a:custGeom>
              <a:avLst/>
              <a:gdLst/>
              <a:ahLst/>
              <a:cxnLst/>
              <a:rect l="l" t="t" r="r" b="b"/>
              <a:pathLst>
                <a:path w="201012" h="328692" extrusionOk="0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2975;p47">
              <a:extLst>
                <a:ext uri="{FF2B5EF4-FFF2-40B4-BE49-F238E27FC236}">
                  <a16:creationId xmlns:a16="http://schemas.microsoft.com/office/drawing/2014/main" id="{DEBDA685-4A76-4327-86BB-4BBA24CDC69E}"/>
                </a:ext>
              </a:extLst>
            </p:cNvPr>
            <p:cNvSpPr/>
            <p:nvPr/>
          </p:nvSpPr>
          <p:spPr>
            <a:xfrm>
              <a:off x="2011725" y="4252365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2976;p47">
              <a:extLst>
                <a:ext uri="{FF2B5EF4-FFF2-40B4-BE49-F238E27FC236}">
                  <a16:creationId xmlns:a16="http://schemas.microsoft.com/office/drawing/2014/main" id="{5FE9A729-76F9-4BEF-99A2-8BF2EEC6DB4D}"/>
                </a:ext>
              </a:extLst>
            </p:cNvPr>
            <p:cNvSpPr/>
            <p:nvPr/>
          </p:nvSpPr>
          <p:spPr>
            <a:xfrm>
              <a:off x="2116256" y="4345803"/>
              <a:ext cx="122876" cy="95119"/>
            </a:xfrm>
            <a:custGeom>
              <a:avLst/>
              <a:gdLst/>
              <a:ahLst/>
              <a:cxnLst/>
              <a:rect l="l" t="t" r="r" b="b"/>
              <a:pathLst>
                <a:path w="122876" h="95119" extrusionOk="0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2977;p47">
              <a:extLst>
                <a:ext uri="{FF2B5EF4-FFF2-40B4-BE49-F238E27FC236}">
                  <a16:creationId xmlns:a16="http://schemas.microsoft.com/office/drawing/2014/main" id="{F29D3206-4374-4A99-8ED8-25890E4AF39E}"/>
                </a:ext>
              </a:extLst>
            </p:cNvPr>
            <p:cNvSpPr/>
            <p:nvPr/>
          </p:nvSpPr>
          <p:spPr>
            <a:xfrm>
              <a:off x="2116272" y="4377142"/>
              <a:ext cx="122242" cy="63751"/>
            </a:xfrm>
            <a:custGeom>
              <a:avLst/>
              <a:gdLst/>
              <a:ahLst/>
              <a:cxnLst/>
              <a:rect l="l" t="t" r="r" b="b"/>
              <a:pathLst>
                <a:path w="122242" h="63751" extrusionOk="0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2978;p47">
              <a:extLst>
                <a:ext uri="{FF2B5EF4-FFF2-40B4-BE49-F238E27FC236}">
                  <a16:creationId xmlns:a16="http://schemas.microsoft.com/office/drawing/2014/main" id="{E48D7623-914E-457F-A625-90530DA61628}"/>
                </a:ext>
              </a:extLst>
            </p:cNvPr>
            <p:cNvSpPr/>
            <p:nvPr/>
          </p:nvSpPr>
          <p:spPr>
            <a:xfrm>
              <a:off x="2242069" y="4298215"/>
              <a:ext cx="122771" cy="91654"/>
            </a:xfrm>
            <a:custGeom>
              <a:avLst/>
              <a:gdLst/>
              <a:ahLst/>
              <a:cxnLst/>
              <a:rect l="l" t="t" r="r" b="b"/>
              <a:pathLst>
                <a:path w="122771" h="91654" extrusionOk="0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2979;p47">
              <a:extLst>
                <a:ext uri="{FF2B5EF4-FFF2-40B4-BE49-F238E27FC236}">
                  <a16:creationId xmlns:a16="http://schemas.microsoft.com/office/drawing/2014/main" id="{E9CB4BC9-D092-484D-A414-4AB89F53D6C1}"/>
                </a:ext>
              </a:extLst>
            </p:cNvPr>
            <p:cNvSpPr/>
            <p:nvPr/>
          </p:nvSpPr>
          <p:spPr>
            <a:xfrm>
              <a:off x="2242300" y="4327803"/>
              <a:ext cx="122230" cy="63800"/>
            </a:xfrm>
            <a:custGeom>
              <a:avLst/>
              <a:gdLst/>
              <a:ahLst/>
              <a:cxnLst/>
              <a:rect l="l" t="t" r="r" b="b"/>
              <a:pathLst>
                <a:path w="122230" h="63800" extrusionOk="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2980;p47">
              <a:extLst>
                <a:ext uri="{FF2B5EF4-FFF2-40B4-BE49-F238E27FC236}">
                  <a16:creationId xmlns:a16="http://schemas.microsoft.com/office/drawing/2014/main" id="{1BCA8782-2A2F-46D4-BA50-CB5AD5D131E7}"/>
                </a:ext>
              </a:extLst>
            </p:cNvPr>
            <p:cNvSpPr/>
            <p:nvPr/>
          </p:nvSpPr>
          <p:spPr>
            <a:xfrm>
              <a:off x="2122246" y="3749635"/>
              <a:ext cx="211613" cy="606004"/>
            </a:xfrm>
            <a:custGeom>
              <a:avLst/>
              <a:gdLst/>
              <a:ahLst/>
              <a:cxnLst/>
              <a:rect l="l" t="t" r="r" b="b"/>
              <a:pathLst>
                <a:path w="211613" h="606004" extrusionOk="0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2981;p47">
              <a:extLst>
                <a:ext uri="{FF2B5EF4-FFF2-40B4-BE49-F238E27FC236}">
                  <a16:creationId xmlns:a16="http://schemas.microsoft.com/office/drawing/2014/main" id="{316E34A2-3109-4A0A-A0C1-B4E55B5DAB08}"/>
                </a:ext>
              </a:extLst>
            </p:cNvPr>
            <p:cNvSpPr/>
            <p:nvPr/>
          </p:nvSpPr>
          <p:spPr>
            <a:xfrm>
              <a:off x="2150411" y="3371683"/>
              <a:ext cx="135319" cy="132132"/>
            </a:xfrm>
            <a:custGeom>
              <a:avLst/>
              <a:gdLst/>
              <a:ahLst/>
              <a:cxnLst/>
              <a:rect l="l" t="t" r="r" b="b"/>
              <a:pathLst>
                <a:path w="135319" h="132132" extrusionOk="0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2982;p47">
              <a:extLst>
                <a:ext uri="{FF2B5EF4-FFF2-40B4-BE49-F238E27FC236}">
                  <a16:creationId xmlns:a16="http://schemas.microsoft.com/office/drawing/2014/main" id="{8AD1D30F-6596-4A0D-B3EC-B3BF559E11B7}"/>
                </a:ext>
              </a:extLst>
            </p:cNvPr>
            <p:cNvSpPr/>
            <p:nvPr/>
          </p:nvSpPr>
          <p:spPr>
            <a:xfrm>
              <a:off x="2307535" y="3402925"/>
              <a:ext cx="192267" cy="377666"/>
            </a:xfrm>
            <a:custGeom>
              <a:avLst/>
              <a:gdLst/>
              <a:ahLst/>
              <a:cxnLst/>
              <a:rect l="l" t="t" r="r" b="b"/>
              <a:pathLst>
                <a:path w="192267" h="377666" extrusionOk="0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2983;p47">
              <a:extLst>
                <a:ext uri="{FF2B5EF4-FFF2-40B4-BE49-F238E27FC236}">
                  <a16:creationId xmlns:a16="http://schemas.microsoft.com/office/drawing/2014/main" id="{06321079-E472-4DE9-B4D1-F9A34C9DA5BF}"/>
                </a:ext>
              </a:extLst>
            </p:cNvPr>
            <p:cNvSpPr/>
            <p:nvPr/>
          </p:nvSpPr>
          <p:spPr>
            <a:xfrm>
              <a:off x="2114600" y="3389774"/>
              <a:ext cx="219367" cy="442443"/>
            </a:xfrm>
            <a:custGeom>
              <a:avLst/>
              <a:gdLst/>
              <a:ahLst/>
              <a:cxnLst/>
              <a:rect l="l" t="t" r="r" b="b"/>
              <a:pathLst>
                <a:path w="219367" h="442443" extrusionOk="0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2984;p47">
              <a:extLst>
                <a:ext uri="{FF2B5EF4-FFF2-40B4-BE49-F238E27FC236}">
                  <a16:creationId xmlns:a16="http://schemas.microsoft.com/office/drawing/2014/main" id="{2B8F4EBC-AB9E-49B2-B652-CFFD292C4F75}"/>
                </a:ext>
              </a:extLst>
            </p:cNvPr>
            <p:cNvSpPr/>
            <p:nvPr/>
          </p:nvSpPr>
          <p:spPr>
            <a:xfrm>
              <a:off x="2145213" y="3235029"/>
              <a:ext cx="146094" cy="177613"/>
            </a:xfrm>
            <a:custGeom>
              <a:avLst/>
              <a:gdLst/>
              <a:ahLst/>
              <a:cxnLst/>
              <a:rect l="l" t="t" r="r" b="b"/>
              <a:pathLst>
                <a:path w="146094" h="177613" extrusionOk="0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2985;p47">
              <a:extLst>
                <a:ext uri="{FF2B5EF4-FFF2-40B4-BE49-F238E27FC236}">
                  <a16:creationId xmlns:a16="http://schemas.microsoft.com/office/drawing/2014/main" id="{997D1FC9-E061-47BC-B8B1-EEB3CB23AC92}"/>
                </a:ext>
              </a:extLst>
            </p:cNvPr>
            <p:cNvSpPr/>
            <p:nvPr/>
          </p:nvSpPr>
          <p:spPr>
            <a:xfrm>
              <a:off x="2131725" y="3219615"/>
              <a:ext cx="154031" cy="152067"/>
            </a:xfrm>
            <a:custGeom>
              <a:avLst/>
              <a:gdLst/>
              <a:ahLst/>
              <a:cxnLst/>
              <a:rect l="l" t="t" r="r" b="b"/>
              <a:pathLst>
                <a:path w="154031" h="152067" extrusionOk="0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2986;p47">
              <a:extLst>
                <a:ext uri="{FF2B5EF4-FFF2-40B4-BE49-F238E27FC236}">
                  <a16:creationId xmlns:a16="http://schemas.microsoft.com/office/drawing/2014/main" id="{54709A52-3A5E-4341-BBBA-E4EE4B4BA289}"/>
                </a:ext>
              </a:extLst>
            </p:cNvPr>
            <p:cNvSpPr/>
            <p:nvPr/>
          </p:nvSpPr>
          <p:spPr>
            <a:xfrm>
              <a:off x="2103052" y="3477411"/>
              <a:ext cx="196972" cy="338613"/>
            </a:xfrm>
            <a:custGeom>
              <a:avLst/>
              <a:gdLst/>
              <a:ahLst/>
              <a:cxnLst/>
              <a:rect l="l" t="t" r="r" b="b"/>
              <a:pathLst>
                <a:path w="196972" h="338613" extrusionOk="0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2987;p47">
              <a:extLst>
                <a:ext uri="{FF2B5EF4-FFF2-40B4-BE49-F238E27FC236}">
                  <a16:creationId xmlns:a16="http://schemas.microsoft.com/office/drawing/2014/main" id="{AE147240-73C0-4572-BFE0-07E1BB9FF51C}"/>
                </a:ext>
              </a:extLst>
            </p:cNvPr>
            <p:cNvSpPr/>
            <p:nvPr/>
          </p:nvSpPr>
          <p:spPr>
            <a:xfrm>
              <a:off x="2312810" y="3580852"/>
              <a:ext cx="228028" cy="306609"/>
            </a:xfrm>
            <a:custGeom>
              <a:avLst/>
              <a:gdLst/>
              <a:ahLst/>
              <a:cxnLst/>
              <a:rect l="l" t="t" r="r" b="b"/>
              <a:pathLst>
                <a:path w="228028" h="306609" extrusionOk="0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2988;p47">
              <a:extLst>
                <a:ext uri="{FF2B5EF4-FFF2-40B4-BE49-F238E27FC236}">
                  <a16:creationId xmlns:a16="http://schemas.microsoft.com/office/drawing/2014/main" id="{64442BF3-5E37-4A7E-AF00-CE048E3B0965}"/>
                </a:ext>
              </a:extLst>
            </p:cNvPr>
            <p:cNvSpPr/>
            <p:nvPr/>
          </p:nvSpPr>
          <p:spPr>
            <a:xfrm>
              <a:off x="2273486" y="3773067"/>
              <a:ext cx="115992" cy="56976"/>
            </a:xfrm>
            <a:custGeom>
              <a:avLst/>
              <a:gdLst/>
              <a:ahLst/>
              <a:cxnLst/>
              <a:rect l="l" t="t" r="r" b="b"/>
              <a:pathLst>
                <a:path w="115992" h="56976" extrusionOk="0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2989;p47">
              <a:extLst>
                <a:ext uri="{FF2B5EF4-FFF2-40B4-BE49-F238E27FC236}">
                  <a16:creationId xmlns:a16="http://schemas.microsoft.com/office/drawing/2014/main" id="{FE706988-7AA5-4AD2-8328-E8C5FD3AD7EE}"/>
                </a:ext>
              </a:extLst>
            </p:cNvPr>
            <p:cNvSpPr/>
            <p:nvPr/>
          </p:nvSpPr>
          <p:spPr>
            <a:xfrm>
              <a:off x="2440714" y="3737029"/>
              <a:ext cx="71478" cy="59099"/>
            </a:xfrm>
            <a:custGeom>
              <a:avLst/>
              <a:gdLst/>
              <a:ahLst/>
              <a:cxnLst/>
              <a:rect l="l" t="t" r="r" b="b"/>
              <a:pathLst>
                <a:path w="71478" h="59099" extrusionOk="0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2990;p47">
              <a:extLst>
                <a:ext uri="{FF2B5EF4-FFF2-40B4-BE49-F238E27FC236}">
                  <a16:creationId xmlns:a16="http://schemas.microsoft.com/office/drawing/2014/main" id="{3AB7CCDD-9889-480D-B64C-754CAFE1E7AF}"/>
                </a:ext>
              </a:extLst>
            </p:cNvPr>
            <p:cNvSpPr/>
            <p:nvPr/>
          </p:nvSpPr>
          <p:spPr>
            <a:xfrm>
              <a:off x="2285854" y="3390448"/>
              <a:ext cx="70866" cy="103155"/>
            </a:xfrm>
            <a:custGeom>
              <a:avLst/>
              <a:gdLst/>
              <a:ahLst/>
              <a:cxnLst/>
              <a:rect l="l" t="t" r="r" b="b"/>
              <a:pathLst>
                <a:path w="70866" h="103155" extrusionOk="0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2991;p47">
              <a:extLst>
                <a:ext uri="{FF2B5EF4-FFF2-40B4-BE49-F238E27FC236}">
                  <a16:creationId xmlns:a16="http://schemas.microsoft.com/office/drawing/2014/main" id="{F013744E-C876-41C3-B6E2-64F0553694C3}"/>
                </a:ext>
              </a:extLst>
            </p:cNvPr>
            <p:cNvSpPr/>
            <p:nvPr/>
          </p:nvSpPr>
          <p:spPr>
            <a:xfrm>
              <a:off x="2088637" y="3460502"/>
              <a:ext cx="85975" cy="128318"/>
            </a:xfrm>
            <a:custGeom>
              <a:avLst/>
              <a:gdLst/>
              <a:ahLst/>
              <a:cxnLst/>
              <a:rect l="l" t="t" r="r" b="b"/>
              <a:pathLst>
                <a:path w="85975" h="128318" extrusionOk="0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2992;p47">
              <a:extLst>
                <a:ext uri="{FF2B5EF4-FFF2-40B4-BE49-F238E27FC236}">
                  <a16:creationId xmlns:a16="http://schemas.microsoft.com/office/drawing/2014/main" id="{841293DF-3DFB-4229-AA48-85D1D054960A}"/>
                </a:ext>
              </a:extLst>
            </p:cNvPr>
            <p:cNvSpPr/>
            <p:nvPr/>
          </p:nvSpPr>
          <p:spPr>
            <a:xfrm>
              <a:off x="4813163" y="609565"/>
              <a:ext cx="169617" cy="33321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2993;p47">
              <a:extLst>
                <a:ext uri="{FF2B5EF4-FFF2-40B4-BE49-F238E27FC236}">
                  <a16:creationId xmlns:a16="http://schemas.microsoft.com/office/drawing/2014/main" id="{0B1E4F7E-439F-4CDE-B0DB-13B8AE18F779}"/>
                </a:ext>
              </a:extLst>
            </p:cNvPr>
            <p:cNvSpPr/>
            <p:nvPr/>
          </p:nvSpPr>
          <p:spPr>
            <a:xfrm>
              <a:off x="4828467" y="1392196"/>
              <a:ext cx="116692" cy="90410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2994;p47">
              <a:extLst>
                <a:ext uri="{FF2B5EF4-FFF2-40B4-BE49-F238E27FC236}">
                  <a16:creationId xmlns:a16="http://schemas.microsoft.com/office/drawing/2014/main" id="{ED16B651-5D1C-4A80-A9FD-BF7326BB4AB4}"/>
                </a:ext>
              </a:extLst>
            </p:cNvPr>
            <p:cNvSpPr/>
            <p:nvPr/>
          </p:nvSpPr>
          <p:spPr>
            <a:xfrm>
              <a:off x="4829505" y="1421916"/>
              <a:ext cx="116196" cy="60608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2995;p47">
              <a:extLst>
                <a:ext uri="{FF2B5EF4-FFF2-40B4-BE49-F238E27FC236}">
                  <a16:creationId xmlns:a16="http://schemas.microsoft.com/office/drawing/2014/main" id="{8A58AC8B-9992-4BFA-9091-32D762B6BE13}"/>
                </a:ext>
              </a:extLst>
            </p:cNvPr>
            <p:cNvSpPr/>
            <p:nvPr/>
          </p:nvSpPr>
          <p:spPr>
            <a:xfrm>
              <a:off x="4688430" y="1310886"/>
              <a:ext cx="116665" cy="87067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2996;p47">
              <a:extLst>
                <a:ext uri="{FF2B5EF4-FFF2-40B4-BE49-F238E27FC236}">
                  <a16:creationId xmlns:a16="http://schemas.microsoft.com/office/drawing/2014/main" id="{18572B96-D40C-4E8A-95CD-8AA8B0FEDA14}"/>
                </a:ext>
              </a:extLst>
            </p:cNvPr>
            <p:cNvSpPr/>
            <p:nvPr/>
          </p:nvSpPr>
          <p:spPr>
            <a:xfrm>
              <a:off x="4688726" y="1338477"/>
              <a:ext cx="116135" cy="60608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2997;p47">
              <a:extLst>
                <a:ext uri="{FF2B5EF4-FFF2-40B4-BE49-F238E27FC236}">
                  <a16:creationId xmlns:a16="http://schemas.microsoft.com/office/drawing/2014/main" id="{18501E95-CC45-4D28-9F2B-E97CD40584FF}"/>
                </a:ext>
              </a:extLst>
            </p:cNvPr>
            <p:cNvSpPr/>
            <p:nvPr/>
          </p:nvSpPr>
          <p:spPr>
            <a:xfrm>
              <a:off x="4717732" y="910305"/>
              <a:ext cx="408631" cy="493987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2998;p47">
              <a:extLst>
                <a:ext uri="{FF2B5EF4-FFF2-40B4-BE49-F238E27FC236}">
                  <a16:creationId xmlns:a16="http://schemas.microsoft.com/office/drawing/2014/main" id="{89B9D028-6102-4AA1-B4FC-40F40D74465A}"/>
                </a:ext>
              </a:extLst>
            </p:cNvPr>
            <p:cNvSpPr/>
            <p:nvPr/>
          </p:nvSpPr>
          <p:spPr>
            <a:xfrm>
              <a:off x="4963696" y="579048"/>
              <a:ext cx="128556" cy="125075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2999;p47">
              <a:extLst>
                <a:ext uri="{FF2B5EF4-FFF2-40B4-BE49-F238E27FC236}">
                  <a16:creationId xmlns:a16="http://schemas.microsoft.com/office/drawing/2014/main" id="{1C1B67AD-5D8C-493A-9EA1-62F262151DD0}"/>
                </a:ext>
              </a:extLst>
            </p:cNvPr>
            <p:cNvSpPr/>
            <p:nvPr/>
          </p:nvSpPr>
          <p:spPr>
            <a:xfrm>
              <a:off x="4918440" y="596574"/>
              <a:ext cx="208599" cy="407146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3000;p47">
              <a:extLst>
                <a:ext uri="{FF2B5EF4-FFF2-40B4-BE49-F238E27FC236}">
                  <a16:creationId xmlns:a16="http://schemas.microsoft.com/office/drawing/2014/main" id="{BCC243F9-5A4D-43C2-962D-9464327F7573}"/>
                </a:ext>
              </a:extLst>
            </p:cNvPr>
            <p:cNvSpPr/>
            <p:nvPr/>
          </p:nvSpPr>
          <p:spPr>
            <a:xfrm>
              <a:off x="4958560" y="449309"/>
              <a:ext cx="138537" cy="168686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3001;p47">
              <a:extLst>
                <a:ext uri="{FF2B5EF4-FFF2-40B4-BE49-F238E27FC236}">
                  <a16:creationId xmlns:a16="http://schemas.microsoft.com/office/drawing/2014/main" id="{981F6FFA-7D8F-4FA9-B9E1-0D5886D83C15}"/>
                </a:ext>
              </a:extLst>
            </p:cNvPr>
            <p:cNvSpPr/>
            <p:nvPr/>
          </p:nvSpPr>
          <p:spPr>
            <a:xfrm>
              <a:off x="4963736" y="434568"/>
              <a:ext cx="146199" cy="144480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3002;p47">
              <a:extLst>
                <a:ext uri="{FF2B5EF4-FFF2-40B4-BE49-F238E27FC236}">
                  <a16:creationId xmlns:a16="http://schemas.microsoft.com/office/drawing/2014/main" id="{23C53AE9-5C0F-4BC2-9008-1A719ACD0303}"/>
                </a:ext>
              </a:extLst>
            </p:cNvPr>
            <p:cNvSpPr/>
            <p:nvPr/>
          </p:nvSpPr>
          <p:spPr>
            <a:xfrm>
              <a:off x="4896275" y="596956"/>
              <a:ext cx="67341" cy="98012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3003;p47">
              <a:extLst>
                <a:ext uri="{FF2B5EF4-FFF2-40B4-BE49-F238E27FC236}">
                  <a16:creationId xmlns:a16="http://schemas.microsoft.com/office/drawing/2014/main" id="{CE700B6C-A025-4D3D-B234-E219A9771900}"/>
                </a:ext>
              </a:extLst>
            </p:cNvPr>
            <p:cNvSpPr/>
            <p:nvPr/>
          </p:nvSpPr>
          <p:spPr>
            <a:xfrm>
              <a:off x="5434686" y="3650290"/>
              <a:ext cx="676058" cy="390429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3004;p47">
              <a:extLst>
                <a:ext uri="{FF2B5EF4-FFF2-40B4-BE49-F238E27FC236}">
                  <a16:creationId xmlns:a16="http://schemas.microsoft.com/office/drawing/2014/main" id="{766026CE-1D95-46CB-AE01-DF15099824AD}"/>
                </a:ext>
              </a:extLst>
            </p:cNvPr>
            <p:cNvSpPr/>
            <p:nvPr/>
          </p:nvSpPr>
          <p:spPr>
            <a:xfrm>
              <a:off x="5472633" y="3576375"/>
              <a:ext cx="587572" cy="226763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3005;p47">
              <a:extLst>
                <a:ext uri="{FF2B5EF4-FFF2-40B4-BE49-F238E27FC236}">
                  <a16:creationId xmlns:a16="http://schemas.microsoft.com/office/drawing/2014/main" id="{925E4833-9CA4-400D-82DB-517D028948B5}"/>
                </a:ext>
              </a:extLst>
            </p:cNvPr>
            <p:cNvSpPr/>
            <p:nvPr/>
          </p:nvSpPr>
          <p:spPr>
            <a:xfrm>
              <a:off x="5434724" y="3741253"/>
              <a:ext cx="51339" cy="103346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3006;p47">
              <a:extLst>
                <a:ext uri="{FF2B5EF4-FFF2-40B4-BE49-F238E27FC236}">
                  <a16:creationId xmlns:a16="http://schemas.microsoft.com/office/drawing/2014/main" id="{89CD220D-FE1A-4640-AF99-E9DEB1B624EB}"/>
                </a:ext>
              </a:extLst>
            </p:cNvPr>
            <p:cNvSpPr/>
            <p:nvPr/>
          </p:nvSpPr>
          <p:spPr>
            <a:xfrm>
              <a:off x="6065565" y="3741825"/>
              <a:ext cx="45148" cy="102774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3007;p47">
              <a:extLst>
                <a:ext uri="{FF2B5EF4-FFF2-40B4-BE49-F238E27FC236}">
                  <a16:creationId xmlns:a16="http://schemas.microsoft.com/office/drawing/2014/main" id="{48CD803C-B867-4FDA-AC5F-5D8D80F7330D}"/>
                </a:ext>
              </a:extLst>
            </p:cNvPr>
            <p:cNvSpPr/>
            <p:nvPr/>
          </p:nvSpPr>
          <p:spPr>
            <a:xfrm>
              <a:off x="5494446" y="3630573"/>
              <a:ext cx="562737" cy="32480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3008;p47">
              <a:extLst>
                <a:ext uri="{FF2B5EF4-FFF2-40B4-BE49-F238E27FC236}">
                  <a16:creationId xmlns:a16="http://schemas.microsoft.com/office/drawing/2014/main" id="{A9356281-3F36-4DA1-A08A-039E22197DBC}"/>
                </a:ext>
              </a:extLst>
            </p:cNvPr>
            <p:cNvSpPr/>
            <p:nvPr/>
          </p:nvSpPr>
          <p:spPr>
            <a:xfrm>
              <a:off x="5460441" y="3803737"/>
              <a:ext cx="614737" cy="220544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3009;p47">
              <a:extLst>
                <a:ext uri="{FF2B5EF4-FFF2-40B4-BE49-F238E27FC236}">
                  <a16:creationId xmlns:a16="http://schemas.microsoft.com/office/drawing/2014/main" id="{83074021-32CB-43BB-8279-382497497455}"/>
                </a:ext>
              </a:extLst>
            </p:cNvPr>
            <p:cNvSpPr/>
            <p:nvPr/>
          </p:nvSpPr>
          <p:spPr>
            <a:xfrm>
              <a:off x="5434724" y="3551706"/>
              <a:ext cx="675989" cy="390489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3010;p47">
              <a:extLst>
                <a:ext uri="{FF2B5EF4-FFF2-40B4-BE49-F238E27FC236}">
                  <a16:creationId xmlns:a16="http://schemas.microsoft.com/office/drawing/2014/main" id="{1F354916-B24C-47BB-8F6A-F9124996DD05}"/>
                </a:ext>
              </a:extLst>
            </p:cNvPr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3011;p47">
              <a:extLst>
                <a:ext uri="{FF2B5EF4-FFF2-40B4-BE49-F238E27FC236}">
                  <a16:creationId xmlns:a16="http://schemas.microsoft.com/office/drawing/2014/main" id="{36A5C5B2-A1D9-4679-943B-6E0F7F13AB3D}"/>
                </a:ext>
              </a:extLst>
            </p:cNvPr>
            <p:cNvSpPr/>
            <p:nvPr/>
          </p:nvSpPr>
          <p:spPr>
            <a:xfrm>
              <a:off x="5382050" y="3902892"/>
              <a:ext cx="186213" cy="107537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3012;p47">
              <a:extLst>
                <a:ext uri="{FF2B5EF4-FFF2-40B4-BE49-F238E27FC236}">
                  <a16:creationId xmlns:a16="http://schemas.microsoft.com/office/drawing/2014/main" id="{C388C929-E64D-47E6-9EF4-201213478DB3}"/>
                </a:ext>
              </a:extLst>
            </p:cNvPr>
            <p:cNvSpPr/>
            <p:nvPr/>
          </p:nvSpPr>
          <p:spPr>
            <a:xfrm>
              <a:off x="5425961" y="3928134"/>
              <a:ext cx="142303" cy="132873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3013;p47">
              <a:extLst>
                <a:ext uri="{FF2B5EF4-FFF2-40B4-BE49-F238E27FC236}">
                  <a16:creationId xmlns:a16="http://schemas.microsoft.com/office/drawing/2014/main" id="{D67775B2-4F21-46DD-A788-38E75E9AB500}"/>
                </a:ext>
              </a:extLst>
            </p:cNvPr>
            <p:cNvSpPr/>
            <p:nvPr/>
          </p:nvSpPr>
          <p:spPr>
            <a:xfrm>
              <a:off x="5023720" y="3961462"/>
              <a:ext cx="431291" cy="317858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3014;p47">
              <a:extLst>
                <a:ext uri="{FF2B5EF4-FFF2-40B4-BE49-F238E27FC236}">
                  <a16:creationId xmlns:a16="http://schemas.microsoft.com/office/drawing/2014/main" id="{21004C8D-2B66-41A5-AA47-3AEB244E3983}"/>
                </a:ext>
              </a:extLst>
            </p:cNvPr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3015;p47">
              <a:extLst>
                <a:ext uri="{FF2B5EF4-FFF2-40B4-BE49-F238E27FC236}">
                  <a16:creationId xmlns:a16="http://schemas.microsoft.com/office/drawing/2014/main" id="{1147EFB1-521C-48A6-B1D1-56BCB62434D3}"/>
                </a:ext>
              </a:extLst>
            </p:cNvPr>
            <p:cNvSpPr/>
            <p:nvPr/>
          </p:nvSpPr>
          <p:spPr>
            <a:xfrm>
              <a:off x="5833536" y="4556308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3016;p47">
              <a:extLst>
                <a:ext uri="{FF2B5EF4-FFF2-40B4-BE49-F238E27FC236}">
                  <a16:creationId xmlns:a16="http://schemas.microsoft.com/office/drawing/2014/main" id="{2D99E338-4022-45F7-827E-7D2D93D5B445}"/>
                </a:ext>
              </a:extLst>
            </p:cNvPr>
            <p:cNvSpPr/>
            <p:nvPr/>
          </p:nvSpPr>
          <p:spPr>
            <a:xfrm>
              <a:off x="6124048" y="3784878"/>
              <a:ext cx="99113" cy="215741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3017;p47">
              <a:extLst>
                <a:ext uri="{FF2B5EF4-FFF2-40B4-BE49-F238E27FC236}">
                  <a16:creationId xmlns:a16="http://schemas.microsoft.com/office/drawing/2014/main" id="{DE788A24-5480-4EF3-9180-3A672173ED4F}"/>
                </a:ext>
              </a:extLst>
            </p:cNvPr>
            <p:cNvSpPr/>
            <p:nvPr/>
          </p:nvSpPr>
          <p:spPr>
            <a:xfrm>
              <a:off x="6137955" y="3696137"/>
              <a:ext cx="71246" cy="137090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3018;p47">
              <a:extLst>
                <a:ext uri="{FF2B5EF4-FFF2-40B4-BE49-F238E27FC236}">
                  <a16:creationId xmlns:a16="http://schemas.microsoft.com/office/drawing/2014/main" id="{4B60EFE8-5800-4333-B907-571A1A1BC48E}"/>
                </a:ext>
              </a:extLst>
            </p:cNvPr>
            <p:cNvSpPr/>
            <p:nvPr/>
          </p:nvSpPr>
          <p:spPr>
            <a:xfrm>
              <a:off x="5898535" y="4644969"/>
              <a:ext cx="153698" cy="86203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3019;p47">
              <a:extLst>
                <a:ext uri="{FF2B5EF4-FFF2-40B4-BE49-F238E27FC236}">
                  <a16:creationId xmlns:a16="http://schemas.microsoft.com/office/drawing/2014/main" id="{28BAC697-A914-42A4-903E-F06B086936F7}"/>
                </a:ext>
              </a:extLst>
            </p:cNvPr>
            <p:cNvSpPr/>
            <p:nvPr/>
          </p:nvSpPr>
          <p:spPr>
            <a:xfrm>
              <a:off x="5898544" y="4659654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3020;p47">
              <a:extLst>
                <a:ext uri="{FF2B5EF4-FFF2-40B4-BE49-F238E27FC236}">
                  <a16:creationId xmlns:a16="http://schemas.microsoft.com/office/drawing/2014/main" id="{E367ED33-3418-4D96-B017-815C32351B90}"/>
                </a:ext>
              </a:extLst>
            </p:cNvPr>
            <p:cNvSpPr/>
            <p:nvPr/>
          </p:nvSpPr>
          <p:spPr>
            <a:xfrm>
              <a:off x="6010930" y="4594540"/>
              <a:ext cx="153698" cy="86245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3021;p47">
              <a:extLst>
                <a:ext uri="{FF2B5EF4-FFF2-40B4-BE49-F238E27FC236}">
                  <a16:creationId xmlns:a16="http://schemas.microsoft.com/office/drawing/2014/main" id="{ADCFFFAF-B08E-45F8-926F-13DEC2E4FACE}"/>
                </a:ext>
              </a:extLst>
            </p:cNvPr>
            <p:cNvSpPr/>
            <p:nvPr/>
          </p:nvSpPr>
          <p:spPr>
            <a:xfrm>
              <a:off x="6010940" y="4609266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3022;p47">
              <a:extLst>
                <a:ext uri="{FF2B5EF4-FFF2-40B4-BE49-F238E27FC236}">
                  <a16:creationId xmlns:a16="http://schemas.microsoft.com/office/drawing/2014/main" id="{D50F8B0D-1AD0-42BF-B742-16882971B2A6}"/>
                </a:ext>
              </a:extLst>
            </p:cNvPr>
            <p:cNvSpPr/>
            <p:nvPr/>
          </p:nvSpPr>
          <p:spPr>
            <a:xfrm>
              <a:off x="5939834" y="4034528"/>
              <a:ext cx="224738" cy="6344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3023;p47">
              <a:extLst>
                <a:ext uri="{FF2B5EF4-FFF2-40B4-BE49-F238E27FC236}">
                  <a16:creationId xmlns:a16="http://schemas.microsoft.com/office/drawing/2014/main" id="{F0403A12-006E-4B6A-90E0-ECC4C192FC10}"/>
                </a:ext>
              </a:extLst>
            </p:cNvPr>
            <p:cNvSpPr/>
            <p:nvPr/>
          </p:nvSpPr>
          <p:spPr>
            <a:xfrm>
              <a:off x="5972635" y="3514319"/>
              <a:ext cx="163123" cy="261076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3024;p47">
              <a:extLst>
                <a:ext uri="{FF2B5EF4-FFF2-40B4-BE49-F238E27FC236}">
                  <a16:creationId xmlns:a16="http://schemas.microsoft.com/office/drawing/2014/main" id="{7C02476F-430C-46A2-9EDA-5F69939030CD}"/>
                </a:ext>
              </a:extLst>
            </p:cNvPr>
            <p:cNvSpPr/>
            <p:nvPr/>
          </p:nvSpPr>
          <p:spPr>
            <a:xfrm>
              <a:off x="5938247" y="3698937"/>
              <a:ext cx="250857" cy="415389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3025;p47">
              <a:extLst>
                <a:ext uri="{FF2B5EF4-FFF2-40B4-BE49-F238E27FC236}">
                  <a16:creationId xmlns:a16="http://schemas.microsoft.com/office/drawing/2014/main" id="{34C24780-8485-4982-B6DA-5AC369E07796}"/>
                </a:ext>
              </a:extLst>
            </p:cNvPr>
            <p:cNvSpPr/>
            <p:nvPr/>
          </p:nvSpPr>
          <p:spPr>
            <a:xfrm>
              <a:off x="5692823" y="3751153"/>
              <a:ext cx="318504" cy="248122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3026;p47">
              <a:extLst>
                <a:ext uri="{FF2B5EF4-FFF2-40B4-BE49-F238E27FC236}">
                  <a16:creationId xmlns:a16="http://schemas.microsoft.com/office/drawing/2014/main" id="{04E400B5-3BEC-4C7F-9966-F817C95EEC29}"/>
                </a:ext>
              </a:extLst>
            </p:cNvPr>
            <p:cNvSpPr/>
            <p:nvPr/>
          </p:nvSpPr>
          <p:spPr>
            <a:xfrm>
              <a:off x="5925738" y="3745773"/>
              <a:ext cx="96916" cy="141862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3027;p47">
              <a:extLst>
                <a:ext uri="{FF2B5EF4-FFF2-40B4-BE49-F238E27FC236}">
                  <a16:creationId xmlns:a16="http://schemas.microsoft.com/office/drawing/2014/main" id="{EEEA50E6-A47C-4FF7-A4EA-9CA281B04C5B}"/>
                </a:ext>
              </a:extLst>
            </p:cNvPr>
            <p:cNvSpPr/>
            <p:nvPr/>
          </p:nvSpPr>
          <p:spPr>
            <a:xfrm>
              <a:off x="5972396" y="3502859"/>
              <a:ext cx="158142" cy="174304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0" name="Google Shape;3028;p47">
              <a:extLst>
                <a:ext uri="{FF2B5EF4-FFF2-40B4-BE49-F238E27FC236}">
                  <a16:creationId xmlns:a16="http://schemas.microsoft.com/office/drawing/2014/main" id="{BBA8CABE-EF7D-4686-801C-86A336E9CC60}"/>
                </a:ext>
              </a:extLst>
            </p:cNvPr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697" name="Google Shape;3029;p47">
                <a:extLst>
                  <a:ext uri="{FF2B5EF4-FFF2-40B4-BE49-F238E27FC236}">
                    <a16:creationId xmlns:a16="http://schemas.microsoft.com/office/drawing/2014/main" id="{B0E000C3-9157-4347-B729-D898E7A32902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3030;p47">
                <a:extLst>
                  <a:ext uri="{FF2B5EF4-FFF2-40B4-BE49-F238E27FC236}">
                    <a16:creationId xmlns:a16="http://schemas.microsoft.com/office/drawing/2014/main" id="{FF74397B-72D9-4E1B-88A5-58B62662CD28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3031;p47">
                <a:extLst>
                  <a:ext uri="{FF2B5EF4-FFF2-40B4-BE49-F238E27FC236}">
                    <a16:creationId xmlns:a16="http://schemas.microsoft.com/office/drawing/2014/main" id="{F048B275-1DC3-4D52-8675-63463F111545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3032;p47">
                <a:extLst>
                  <a:ext uri="{FF2B5EF4-FFF2-40B4-BE49-F238E27FC236}">
                    <a16:creationId xmlns:a16="http://schemas.microsoft.com/office/drawing/2014/main" id="{CDEBF29D-ECBD-48C2-8BC1-BC9EC3DC8944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3033;p47">
                <a:extLst>
                  <a:ext uri="{FF2B5EF4-FFF2-40B4-BE49-F238E27FC236}">
                    <a16:creationId xmlns:a16="http://schemas.microsoft.com/office/drawing/2014/main" id="{B38FF300-ADAD-4FF3-8654-ADC443A5A3CF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1" name="Google Shape;3034;p47">
              <a:extLst>
                <a:ext uri="{FF2B5EF4-FFF2-40B4-BE49-F238E27FC236}">
                  <a16:creationId xmlns:a16="http://schemas.microsoft.com/office/drawing/2014/main" id="{D8D08053-4B59-4403-988E-299002E253BA}"/>
                </a:ext>
              </a:extLst>
            </p:cNvPr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692" name="Google Shape;3035;p47">
                <a:extLst>
                  <a:ext uri="{FF2B5EF4-FFF2-40B4-BE49-F238E27FC236}">
                    <a16:creationId xmlns:a16="http://schemas.microsoft.com/office/drawing/2014/main" id="{19BEA6CF-919E-4873-AB1E-DF232A274739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3036;p47">
                <a:extLst>
                  <a:ext uri="{FF2B5EF4-FFF2-40B4-BE49-F238E27FC236}">
                    <a16:creationId xmlns:a16="http://schemas.microsoft.com/office/drawing/2014/main" id="{1ED2EDD9-D780-45AD-979D-31DD5F9D8ED8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3037;p47">
                <a:extLst>
                  <a:ext uri="{FF2B5EF4-FFF2-40B4-BE49-F238E27FC236}">
                    <a16:creationId xmlns:a16="http://schemas.microsoft.com/office/drawing/2014/main" id="{0448439E-658F-46E8-9BF0-E6BB33558577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3038;p47">
                <a:extLst>
                  <a:ext uri="{FF2B5EF4-FFF2-40B4-BE49-F238E27FC236}">
                    <a16:creationId xmlns:a16="http://schemas.microsoft.com/office/drawing/2014/main" id="{B104F916-6E0A-4CC7-9782-827038AD5A08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3039;p47">
                <a:extLst>
                  <a:ext uri="{FF2B5EF4-FFF2-40B4-BE49-F238E27FC236}">
                    <a16:creationId xmlns:a16="http://schemas.microsoft.com/office/drawing/2014/main" id="{684C6F7A-2ED1-4CA9-A0F9-FB658F8B3044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2" name="Google Shape;3040;p47">
              <a:extLst>
                <a:ext uri="{FF2B5EF4-FFF2-40B4-BE49-F238E27FC236}">
                  <a16:creationId xmlns:a16="http://schemas.microsoft.com/office/drawing/2014/main" id="{51C9E488-346E-4279-B8EC-BD5640C9A015}"/>
                </a:ext>
              </a:extLst>
            </p:cNvPr>
            <p:cNvSpPr/>
            <p:nvPr/>
          </p:nvSpPr>
          <p:spPr>
            <a:xfrm>
              <a:off x="5005135" y="663654"/>
              <a:ext cx="157949" cy="441664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3041;p47">
              <a:extLst>
                <a:ext uri="{FF2B5EF4-FFF2-40B4-BE49-F238E27FC236}">
                  <a16:creationId xmlns:a16="http://schemas.microsoft.com/office/drawing/2014/main" id="{0CEE0ACC-1CC9-46E4-AE51-BE8B27FC0081}"/>
                </a:ext>
              </a:extLst>
            </p:cNvPr>
            <p:cNvSpPr/>
            <p:nvPr/>
          </p:nvSpPr>
          <p:spPr>
            <a:xfrm>
              <a:off x="5078203" y="660182"/>
              <a:ext cx="90963" cy="123358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4" name="Google Shape;3042;p47">
              <a:extLst>
                <a:ext uri="{FF2B5EF4-FFF2-40B4-BE49-F238E27FC236}">
                  <a16:creationId xmlns:a16="http://schemas.microsoft.com/office/drawing/2014/main" id="{623512B1-6FD0-444D-B1BC-C68B8070E175}"/>
                </a:ext>
              </a:extLst>
            </p:cNvPr>
            <p:cNvGrpSpPr/>
            <p:nvPr/>
          </p:nvGrpSpPr>
          <p:grpSpPr>
            <a:xfrm flipH="1">
              <a:off x="2446567" y="1414370"/>
              <a:ext cx="298963" cy="226660"/>
              <a:chOff x="6621095" y="1452181"/>
              <a:chExt cx="330894" cy="250785"/>
            </a:xfrm>
          </p:grpSpPr>
          <p:sp>
            <p:nvSpPr>
              <p:cNvPr id="1687" name="Google Shape;3043;p47">
                <a:extLst>
                  <a:ext uri="{FF2B5EF4-FFF2-40B4-BE49-F238E27FC236}">
                    <a16:creationId xmlns:a16="http://schemas.microsoft.com/office/drawing/2014/main" id="{82192732-BDBF-4076-9D6C-87FF133D0454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3044;p47">
                <a:extLst>
                  <a:ext uri="{FF2B5EF4-FFF2-40B4-BE49-F238E27FC236}">
                    <a16:creationId xmlns:a16="http://schemas.microsoft.com/office/drawing/2014/main" id="{E4A013B2-B39F-4AE9-B75D-5E0CB90C9848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3045;p47">
                <a:extLst>
                  <a:ext uri="{FF2B5EF4-FFF2-40B4-BE49-F238E27FC236}">
                    <a16:creationId xmlns:a16="http://schemas.microsoft.com/office/drawing/2014/main" id="{1576C6ED-57A4-400B-91F1-0A99FE3C9CB4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3046;p47">
                <a:extLst>
                  <a:ext uri="{FF2B5EF4-FFF2-40B4-BE49-F238E27FC236}">
                    <a16:creationId xmlns:a16="http://schemas.microsoft.com/office/drawing/2014/main" id="{F675A1C2-93DF-4C21-8A30-333489640D37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3047;p47">
                <a:extLst>
                  <a:ext uri="{FF2B5EF4-FFF2-40B4-BE49-F238E27FC236}">
                    <a16:creationId xmlns:a16="http://schemas.microsoft.com/office/drawing/2014/main" id="{69392ACA-87D9-4127-8DBF-00147DEF7008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5" name="Google Shape;3048;p47">
              <a:extLst>
                <a:ext uri="{FF2B5EF4-FFF2-40B4-BE49-F238E27FC236}">
                  <a16:creationId xmlns:a16="http://schemas.microsoft.com/office/drawing/2014/main" id="{F58FAD2A-ECE6-4085-83F4-931281F250E2}"/>
                </a:ext>
              </a:extLst>
            </p:cNvPr>
            <p:cNvSpPr/>
            <p:nvPr/>
          </p:nvSpPr>
          <p:spPr>
            <a:xfrm>
              <a:off x="2329846" y="1241863"/>
              <a:ext cx="143174" cy="402337"/>
            </a:xfrm>
            <a:custGeom>
              <a:avLst/>
              <a:gdLst/>
              <a:ahLst/>
              <a:cxnLst/>
              <a:rect l="l" t="t" r="r" b="b"/>
              <a:pathLst>
                <a:path w="143174" h="402337" extrusionOk="0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3049;p47">
              <a:extLst>
                <a:ext uri="{FF2B5EF4-FFF2-40B4-BE49-F238E27FC236}">
                  <a16:creationId xmlns:a16="http://schemas.microsoft.com/office/drawing/2014/main" id="{BE87D4D1-7749-44D6-BA8D-B6C5196E3BE4}"/>
                </a:ext>
              </a:extLst>
            </p:cNvPr>
            <p:cNvSpPr/>
            <p:nvPr/>
          </p:nvSpPr>
          <p:spPr>
            <a:xfrm>
              <a:off x="2323859" y="1237315"/>
              <a:ext cx="82772" cy="112806"/>
            </a:xfrm>
            <a:custGeom>
              <a:avLst/>
              <a:gdLst/>
              <a:ahLst/>
              <a:cxnLst/>
              <a:rect l="l" t="t" r="r" b="b"/>
              <a:pathLst>
                <a:path w="82772" h="112806" extrusionOk="0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3155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grpSp>
        <p:nvGrpSpPr>
          <p:cNvPr id="2529" name="Google Shape;2529;p47"/>
          <p:cNvGrpSpPr/>
          <p:nvPr/>
        </p:nvGrpSpPr>
        <p:grpSpPr>
          <a:xfrm>
            <a:off x="411391" y="1651690"/>
            <a:ext cx="1782756" cy="1850564"/>
            <a:chOff x="2012475" y="393272"/>
            <a:chExt cx="4440240" cy="4609126"/>
          </a:xfrm>
        </p:grpSpPr>
        <p:sp>
          <p:nvSpPr>
            <p:cNvPr id="2530" name="Google Shape;2530;p47"/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47"/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2" name="Google Shape;2542;p47"/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47"/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47"/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47"/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47"/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47"/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47"/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47"/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47"/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47"/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47"/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47"/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47"/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47"/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47"/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47"/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47"/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47"/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47"/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47"/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47"/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47"/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47"/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47"/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47"/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47"/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47"/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47"/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47"/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47"/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47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47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47"/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0" name="Google Shape;3050;p47"/>
          <p:cNvGrpSpPr/>
          <p:nvPr/>
        </p:nvGrpSpPr>
        <p:grpSpPr>
          <a:xfrm>
            <a:off x="7270866" y="2067705"/>
            <a:ext cx="1407493" cy="1561147"/>
            <a:chOff x="2152750" y="190500"/>
            <a:chExt cx="4293756" cy="4762499"/>
          </a:xfrm>
        </p:grpSpPr>
        <p:sp>
          <p:nvSpPr>
            <p:cNvPr id="3051" name="Google Shape;3051;p47"/>
            <p:cNvSpPr/>
            <p:nvPr/>
          </p:nvSpPr>
          <p:spPr>
            <a:xfrm>
              <a:off x="2152750" y="2957607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47"/>
            <p:cNvSpPr/>
            <p:nvPr/>
          </p:nvSpPr>
          <p:spPr>
            <a:xfrm>
              <a:off x="2318956" y="3109336"/>
              <a:ext cx="225716" cy="175248"/>
            </a:xfrm>
            <a:custGeom>
              <a:avLst/>
              <a:gdLst/>
              <a:ahLst/>
              <a:cxnLst/>
              <a:rect l="l" t="t" r="r" b="b"/>
              <a:pathLst>
                <a:path w="225716" h="175248" extrusionOk="0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47"/>
            <p:cNvSpPr/>
            <p:nvPr/>
          </p:nvSpPr>
          <p:spPr>
            <a:xfrm>
              <a:off x="2319304" y="3166967"/>
              <a:ext cx="224715" cy="117585"/>
            </a:xfrm>
            <a:custGeom>
              <a:avLst/>
              <a:gdLst/>
              <a:ahLst/>
              <a:cxnLst/>
              <a:rect l="l" t="t" r="r" b="b"/>
              <a:pathLst>
                <a:path w="224715" h="117585" extrusionOk="0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47"/>
            <p:cNvSpPr/>
            <p:nvPr/>
          </p:nvSpPr>
          <p:spPr>
            <a:xfrm>
              <a:off x="2550431" y="3021675"/>
              <a:ext cx="225586" cy="168802"/>
            </a:xfrm>
            <a:custGeom>
              <a:avLst/>
              <a:gdLst/>
              <a:ahLst/>
              <a:cxnLst/>
              <a:rect l="l" t="t" r="r" b="b"/>
              <a:pathLst>
                <a:path w="225586" h="168802" extrusionOk="0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5" name="Google Shape;3055;p47"/>
            <p:cNvSpPr/>
            <p:nvPr/>
          </p:nvSpPr>
          <p:spPr>
            <a:xfrm>
              <a:off x="2551534" y="3076575"/>
              <a:ext cx="224758" cy="117584"/>
            </a:xfrm>
            <a:custGeom>
              <a:avLst/>
              <a:gdLst/>
              <a:ahLst/>
              <a:cxnLst/>
              <a:rect l="l" t="t" r="r" b="b"/>
              <a:pathLst>
                <a:path w="224758" h="117584" extrusionOk="0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47"/>
            <p:cNvSpPr/>
            <p:nvPr/>
          </p:nvSpPr>
          <p:spPr>
            <a:xfrm>
              <a:off x="2330724" y="2010537"/>
              <a:ext cx="387976" cy="1115665"/>
            </a:xfrm>
            <a:custGeom>
              <a:avLst/>
              <a:gdLst/>
              <a:ahLst/>
              <a:cxnLst/>
              <a:rect l="l" t="t" r="r" b="b"/>
              <a:pathLst>
                <a:path w="387976" h="1115665" extrusionOk="0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47"/>
            <p:cNvSpPr/>
            <p:nvPr/>
          </p:nvSpPr>
          <p:spPr>
            <a:xfrm>
              <a:off x="2382705" y="1314450"/>
              <a:ext cx="248692" cy="242377"/>
            </a:xfrm>
            <a:custGeom>
              <a:avLst/>
              <a:gdLst/>
              <a:ahLst/>
              <a:cxnLst/>
              <a:rect l="l" t="t" r="r" b="b"/>
              <a:pathLst>
                <a:path w="248692" h="242377" extrusionOk="0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8" name="Google Shape;3058;p47"/>
            <p:cNvSpPr/>
            <p:nvPr/>
          </p:nvSpPr>
          <p:spPr>
            <a:xfrm>
              <a:off x="2671394" y="1371981"/>
              <a:ext cx="353519" cy="695039"/>
            </a:xfrm>
            <a:custGeom>
              <a:avLst/>
              <a:gdLst/>
              <a:ahLst/>
              <a:cxnLst/>
              <a:rect l="l" t="t" r="r" b="b"/>
              <a:pathLst>
                <a:path w="353519" h="695039" extrusionOk="0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47"/>
            <p:cNvSpPr/>
            <p:nvPr/>
          </p:nvSpPr>
          <p:spPr>
            <a:xfrm>
              <a:off x="2315965" y="1348763"/>
              <a:ext cx="403432" cy="814679"/>
            </a:xfrm>
            <a:custGeom>
              <a:avLst/>
              <a:gdLst/>
              <a:ahLst/>
              <a:cxnLst/>
              <a:rect l="l" t="t" r="r" b="b"/>
              <a:pathLst>
                <a:path w="403432" h="814679" extrusionOk="0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47"/>
            <p:cNvSpPr/>
            <p:nvPr/>
          </p:nvSpPr>
          <p:spPr>
            <a:xfrm>
              <a:off x="2373403" y="1062776"/>
              <a:ext cx="268166" cy="327122"/>
            </a:xfrm>
            <a:custGeom>
              <a:avLst/>
              <a:gdLst/>
              <a:ahLst/>
              <a:cxnLst/>
              <a:rect l="l" t="t" r="r" b="b"/>
              <a:pathLst>
                <a:path w="268166" h="327122" extrusionOk="0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1" name="Google Shape;3061;p47"/>
            <p:cNvSpPr/>
            <p:nvPr/>
          </p:nvSpPr>
          <p:spPr>
            <a:xfrm>
              <a:off x="2348404" y="1033740"/>
              <a:ext cx="282986" cy="280709"/>
            </a:xfrm>
            <a:custGeom>
              <a:avLst/>
              <a:gdLst/>
              <a:ahLst/>
              <a:cxnLst/>
              <a:rect l="l" t="t" r="r" b="b"/>
              <a:pathLst>
                <a:path w="282986" h="280709" extrusionOk="0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2" name="Google Shape;3062;p47"/>
            <p:cNvSpPr/>
            <p:nvPr/>
          </p:nvSpPr>
          <p:spPr>
            <a:xfrm>
              <a:off x="2295460" y="1509426"/>
              <a:ext cx="362138" cy="623316"/>
            </a:xfrm>
            <a:custGeom>
              <a:avLst/>
              <a:gdLst/>
              <a:ahLst/>
              <a:cxnLst/>
              <a:rect l="l" t="t" r="r" b="b"/>
              <a:pathLst>
                <a:path w="362138" h="623316" extrusionOk="0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47"/>
            <p:cNvSpPr/>
            <p:nvPr/>
          </p:nvSpPr>
          <p:spPr>
            <a:xfrm>
              <a:off x="2681160" y="1699641"/>
              <a:ext cx="419212" cy="565118"/>
            </a:xfrm>
            <a:custGeom>
              <a:avLst/>
              <a:gdLst/>
              <a:ahLst/>
              <a:cxnLst/>
              <a:rect l="l" t="t" r="r" b="b"/>
              <a:pathLst>
                <a:path w="419212" h="565118" extrusionOk="0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47"/>
            <p:cNvSpPr/>
            <p:nvPr/>
          </p:nvSpPr>
          <p:spPr>
            <a:xfrm>
              <a:off x="2608827" y="2053875"/>
              <a:ext cx="212446" cy="104783"/>
            </a:xfrm>
            <a:custGeom>
              <a:avLst/>
              <a:gdLst/>
              <a:ahLst/>
              <a:cxnLst/>
              <a:rect l="l" t="t" r="r" b="b"/>
              <a:pathLst>
                <a:path w="212446" h="104783" extrusionOk="0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5" name="Google Shape;3065;p47"/>
            <p:cNvSpPr/>
            <p:nvPr/>
          </p:nvSpPr>
          <p:spPr>
            <a:xfrm>
              <a:off x="2916099" y="1987646"/>
              <a:ext cx="131568" cy="109091"/>
            </a:xfrm>
            <a:custGeom>
              <a:avLst/>
              <a:gdLst/>
              <a:ahLst/>
              <a:cxnLst/>
              <a:rect l="l" t="t" r="r" b="b"/>
              <a:pathLst>
                <a:path w="131568" h="109091" extrusionOk="0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47"/>
            <p:cNvSpPr/>
            <p:nvPr/>
          </p:nvSpPr>
          <p:spPr>
            <a:xfrm>
              <a:off x="2631550" y="1349025"/>
              <a:ext cx="130391" cy="190023"/>
            </a:xfrm>
            <a:custGeom>
              <a:avLst/>
              <a:gdLst/>
              <a:ahLst/>
              <a:cxnLst/>
              <a:rect l="l" t="t" r="r" b="b"/>
              <a:pathLst>
                <a:path w="130391" h="190023" extrusionOk="0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47"/>
            <p:cNvSpPr/>
            <p:nvPr/>
          </p:nvSpPr>
          <p:spPr>
            <a:xfrm>
              <a:off x="2269458" y="1478036"/>
              <a:ext cx="157611" cy="236452"/>
            </a:xfrm>
            <a:custGeom>
              <a:avLst/>
              <a:gdLst/>
              <a:ahLst/>
              <a:cxnLst/>
              <a:rect l="l" t="t" r="r" b="b"/>
              <a:pathLst>
                <a:path w="157611" h="236452" extrusionOk="0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47"/>
            <p:cNvSpPr/>
            <p:nvPr/>
          </p:nvSpPr>
          <p:spPr>
            <a:xfrm>
              <a:off x="3098756" y="3983831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47"/>
            <p:cNvSpPr/>
            <p:nvPr/>
          </p:nvSpPr>
          <p:spPr>
            <a:xfrm>
              <a:off x="4017202" y="4508754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0" name="Google Shape;3070;p47"/>
            <p:cNvSpPr/>
            <p:nvPr/>
          </p:nvSpPr>
          <p:spPr>
            <a:xfrm>
              <a:off x="5609182" y="3535680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47"/>
            <p:cNvSpPr/>
            <p:nvPr/>
          </p:nvSpPr>
          <p:spPr>
            <a:xfrm>
              <a:off x="3115863" y="3050952"/>
              <a:ext cx="67191" cy="975240"/>
            </a:xfrm>
            <a:custGeom>
              <a:avLst/>
              <a:gdLst/>
              <a:ahLst/>
              <a:cxnLst/>
              <a:rect l="l" t="t" r="r" b="b"/>
              <a:pathLst>
                <a:path w="67191" h="975240" extrusionOk="0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47"/>
            <p:cNvSpPr/>
            <p:nvPr/>
          </p:nvSpPr>
          <p:spPr>
            <a:xfrm>
              <a:off x="4036495" y="3422808"/>
              <a:ext cx="59588" cy="1128783"/>
            </a:xfrm>
            <a:custGeom>
              <a:avLst/>
              <a:gdLst/>
              <a:ahLst/>
              <a:cxnLst/>
              <a:rect l="l" t="t" r="r" b="b"/>
              <a:pathLst>
                <a:path w="59588" h="1128783" extrusionOk="0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47"/>
            <p:cNvSpPr/>
            <p:nvPr/>
          </p:nvSpPr>
          <p:spPr>
            <a:xfrm>
              <a:off x="5628379" y="2652522"/>
              <a:ext cx="59588" cy="923996"/>
            </a:xfrm>
            <a:custGeom>
              <a:avLst/>
              <a:gdLst/>
              <a:ahLst/>
              <a:cxnLst/>
              <a:rect l="l" t="t" r="r" b="b"/>
              <a:pathLst>
                <a:path w="59588" h="923996" extrusionOk="0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47"/>
            <p:cNvSpPr/>
            <p:nvPr/>
          </p:nvSpPr>
          <p:spPr>
            <a:xfrm>
              <a:off x="3056370" y="3054762"/>
              <a:ext cx="1009872" cy="652653"/>
            </a:xfrm>
            <a:custGeom>
              <a:avLst/>
              <a:gdLst/>
              <a:ahLst/>
              <a:cxnLst/>
              <a:rect l="l" t="t" r="r" b="b"/>
              <a:pathLst>
                <a:path w="1009872" h="652653" extrusionOk="0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3056084" y="2071592"/>
              <a:ext cx="2712855" cy="1569720"/>
            </a:xfrm>
            <a:custGeom>
              <a:avLst/>
              <a:gdLst/>
              <a:ahLst/>
              <a:cxnLst/>
              <a:rect l="l" t="t" r="r" b="b"/>
              <a:pathLst>
                <a:path w="2712855" h="1569720" extrusionOk="0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47"/>
            <p:cNvSpPr/>
            <p:nvPr/>
          </p:nvSpPr>
          <p:spPr>
            <a:xfrm>
              <a:off x="4066242" y="2653855"/>
              <a:ext cx="1702888" cy="1053560"/>
            </a:xfrm>
            <a:custGeom>
              <a:avLst/>
              <a:gdLst/>
              <a:ahLst/>
              <a:cxnLst/>
              <a:rect l="l" t="t" r="r" b="b"/>
              <a:pathLst>
                <a:path w="1702888" h="1053560" extrusionOk="0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47"/>
            <p:cNvSpPr/>
            <p:nvPr/>
          </p:nvSpPr>
          <p:spPr>
            <a:xfrm>
              <a:off x="4763535" y="2360390"/>
              <a:ext cx="519572" cy="326898"/>
            </a:xfrm>
            <a:custGeom>
              <a:avLst/>
              <a:gdLst/>
              <a:ahLst/>
              <a:cxnLst/>
              <a:rect l="l" t="t" r="r" b="b"/>
              <a:pathLst>
                <a:path w="519572" h="326898" extrusionOk="0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47"/>
            <p:cNvSpPr/>
            <p:nvPr/>
          </p:nvSpPr>
          <p:spPr>
            <a:xfrm>
              <a:off x="4668877" y="2346674"/>
              <a:ext cx="551219" cy="318992"/>
            </a:xfrm>
            <a:custGeom>
              <a:avLst/>
              <a:gdLst/>
              <a:ahLst/>
              <a:cxnLst/>
              <a:rect l="l" t="t" r="r" b="b"/>
              <a:pathLst>
                <a:path w="551219" h="318992" extrusionOk="0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47"/>
            <p:cNvSpPr/>
            <p:nvPr/>
          </p:nvSpPr>
          <p:spPr>
            <a:xfrm>
              <a:off x="4743291" y="2531554"/>
              <a:ext cx="161184" cy="93249"/>
            </a:xfrm>
            <a:custGeom>
              <a:avLst/>
              <a:gdLst/>
              <a:ahLst/>
              <a:cxnLst/>
              <a:rect l="l" t="t" r="r" b="b"/>
              <a:pathLst>
                <a:path w="161184" h="93249" extrusionOk="0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47"/>
            <p:cNvSpPr/>
            <p:nvPr/>
          </p:nvSpPr>
          <p:spPr>
            <a:xfrm>
              <a:off x="4789955" y="2504598"/>
              <a:ext cx="161089" cy="93249"/>
            </a:xfrm>
            <a:custGeom>
              <a:avLst/>
              <a:gdLst/>
              <a:ahLst/>
              <a:cxnLst/>
              <a:rect l="l" t="t" r="r" b="b"/>
              <a:pathLst>
                <a:path w="161089" h="93249" extrusionOk="0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1" name="Google Shape;3081;p47"/>
            <p:cNvSpPr/>
            <p:nvPr/>
          </p:nvSpPr>
          <p:spPr>
            <a:xfrm>
              <a:off x="4834813" y="2478690"/>
              <a:ext cx="161089" cy="93154"/>
            </a:xfrm>
            <a:custGeom>
              <a:avLst/>
              <a:gdLst/>
              <a:ahLst/>
              <a:cxnLst/>
              <a:rect l="l" t="t" r="r" b="b"/>
              <a:pathLst>
                <a:path w="161089" h="93154" extrusionOk="0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47"/>
            <p:cNvSpPr/>
            <p:nvPr/>
          </p:nvSpPr>
          <p:spPr>
            <a:xfrm>
              <a:off x="4998753" y="2451734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47"/>
            <p:cNvSpPr/>
            <p:nvPr/>
          </p:nvSpPr>
          <p:spPr>
            <a:xfrm>
              <a:off x="5043611" y="2425731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47"/>
            <p:cNvSpPr/>
            <p:nvPr/>
          </p:nvSpPr>
          <p:spPr>
            <a:xfrm>
              <a:off x="4912649" y="2469832"/>
              <a:ext cx="307447" cy="180974"/>
            </a:xfrm>
            <a:custGeom>
              <a:avLst/>
              <a:gdLst/>
              <a:ahLst/>
              <a:cxnLst/>
              <a:rect l="l" t="t" r="r" b="b"/>
              <a:pathLst>
                <a:path w="307447" h="180974" extrusionOk="0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47"/>
            <p:cNvSpPr/>
            <p:nvPr/>
          </p:nvSpPr>
          <p:spPr>
            <a:xfrm>
              <a:off x="4894497" y="284121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47"/>
            <p:cNvSpPr/>
            <p:nvPr/>
          </p:nvSpPr>
          <p:spPr>
            <a:xfrm>
              <a:off x="4901418" y="2763964"/>
              <a:ext cx="147800" cy="156591"/>
            </a:xfrm>
            <a:custGeom>
              <a:avLst/>
              <a:gdLst/>
              <a:ahLst/>
              <a:cxnLst/>
              <a:rect l="l" t="t" r="r" b="b"/>
              <a:pathLst>
                <a:path w="147800" h="156591" extrusionOk="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47"/>
            <p:cNvSpPr/>
            <p:nvPr/>
          </p:nvSpPr>
          <p:spPr>
            <a:xfrm>
              <a:off x="4901720" y="272129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47"/>
            <p:cNvSpPr/>
            <p:nvPr/>
          </p:nvSpPr>
          <p:spPr>
            <a:xfrm>
              <a:off x="4913314" y="2732891"/>
              <a:ext cx="124214" cy="61955"/>
            </a:xfrm>
            <a:custGeom>
              <a:avLst/>
              <a:gdLst/>
              <a:ahLst/>
              <a:cxnLst/>
              <a:rect l="l" t="t" r="r" b="b"/>
              <a:pathLst>
                <a:path w="124214" h="61955" extrusionOk="0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47"/>
            <p:cNvSpPr/>
            <p:nvPr/>
          </p:nvSpPr>
          <p:spPr>
            <a:xfrm>
              <a:off x="4922818" y="2733153"/>
              <a:ext cx="114710" cy="61622"/>
            </a:xfrm>
            <a:custGeom>
              <a:avLst/>
              <a:gdLst/>
              <a:ahLst/>
              <a:cxnLst/>
              <a:rect l="l" t="t" r="r" b="b"/>
              <a:pathLst>
                <a:path w="114710" h="61622" extrusionOk="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47"/>
            <p:cNvSpPr/>
            <p:nvPr/>
          </p:nvSpPr>
          <p:spPr>
            <a:xfrm>
              <a:off x="5015195" y="2807589"/>
              <a:ext cx="42215" cy="98678"/>
            </a:xfrm>
            <a:custGeom>
              <a:avLst/>
              <a:gdLst/>
              <a:ahLst/>
              <a:cxnLst/>
              <a:rect l="l" t="t" r="r" b="b"/>
              <a:pathLst>
                <a:path w="42215" h="98678" extrusionOk="0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7"/>
            <p:cNvSpPr/>
            <p:nvPr/>
          </p:nvSpPr>
          <p:spPr>
            <a:xfrm>
              <a:off x="5015195" y="2812256"/>
              <a:ext cx="34783" cy="94465"/>
            </a:xfrm>
            <a:custGeom>
              <a:avLst/>
              <a:gdLst/>
              <a:ahLst/>
              <a:cxnLst/>
              <a:rect l="l" t="t" r="r" b="b"/>
              <a:pathLst>
                <a:path w="34783" h="94465" extrusionOk="0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7"/>
            <p:cNvSpPr/>
            <p:nvPr/>
          </p:nvSpPr>
          <p:spPr>
            <a:xfrm>
              <a:off x="3439562" y="299475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47"/>
            <p:cNvSpPr/>
            <p:nvPr/>
          </p:nvSpPr>
          <p:spPr>
            <a:xfrm>
              <a:off x="3446488" y="2917507"/>
              <a:ext cx="147795" cy="156591"/>
            </a:xfrm>
            <a:custGeom>
              <a:avLst/>
              <a:gdLst/>
              <a:ahLst/>
              <a:cxnLst/>
              <a:rect l="l" t="t" r="r" b="b"/>
              <a:pathLst>
                <a:path w="147795" h="156591" extrusionOk="0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4" name="Google Shape;3094;p47"/>
            <p:cNvSpPr/>
            <p:nvPr/>
          </p:nvSpPr>
          <p:spPr>
            <a:xfrm>
              <a:off x="3446785" y="287483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5" name="Google Shape;3095;p47"/>
            <p:cNvSpPr/>
            <p:nvPr/>
          </p:nvSpPr>
          <p:spPr>
            <a:xfrm>
              <a:off x="3458475" y="2886430"/>
              <a:ext cx="124119" cy="61959"/>
            </a:xfrm>
            <a:custGeom>
              <a:avLst/>
              <a:gdLst/>
              <a:ahLst/>
              <a:cxnLst/>
              <a:rect l="l" t="t" r="r" b="b"/>
              <a:pathLst>
                <a:path w="124119" h="61959" extrusionOk="0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6" name="Google Shape;3096;p47"/>
            <p:cNvSpPr/>
            <p:nvPr/>
          </p:nvSpPr>
          <p:spPr>
            <a:xfrm>
              <a:off x="3467883" y="2886601"/>
              <a:ext cx="114710" cy="61717"/>
            </a:xfrm>
            <a:custGeom>
              <a:avLst/>
              <a:gdLst/>
              <a:ahLst/>
              <a:cxnLst/>
              <a:rect l="l" t="t" r="r" b="b"/>
              <a:pathLst>
                <a:path w="114710" h="61717" extrusionOk="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47"/>
            <p:cNvSpPr/>
            <p:nvPr/>
          </p:nvSpPr>
          <p:spPr>
            <a:xfrm>
              <a:off x="3559880" y="2961132"/>
              <a:ext cx="42223" cy="98678"/>
            </a:xfrm>
            <a:custGeom>
              <a:avLst/>
              <a:gdLst/>
              <a:ahLst/>
              <a:cxnLst/>
              <a:rect l="l" t="t" r="r" b="b"/>
              <a:pathLst>
                <a:path w="42223" h="98678" extrusionOk="0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7"/>
            <p:cNvSpPr/>
            <p:nvPr/>
          </p:nvSpPr>
          <p:spPr>
            <a:xfrm>
              <a:off x="3560165" y="2965989"/>
              <a:ext cx="34688" cy="94398"/>
            </a:xfrm>
            <a:custGeom>
              <a:avLst/>
              <a:gdLst/>
              <a:ahLst/>
              <a:cxnLst/>
              <a:rect l="l" t="t" r="r" b="b"/>
              <a:pathLst>
                <a:path w="34688" h="94398" extrusionOk="0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9" name="Google Shape;3099;p47"/>
            <p:cNvSpPr/>
            <p:nvPr/>
          </p:nvSpPr>
          <p:spPr>
            <a:xfrm>
              <a:off x="5618400" y="4515040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0" name="Google Shape;3100;p47"/>
            <p:cNvSpPr/>
            <p:nvPr/>
          </p:nvSpPr>
          <p:spPr>
            <a:xfrm>
              <a:off x="6158405" y="3069812"/>
              <a:ext cx="186021" cy="406050"/>
            </a:xfrm>
            <a:custGeom>
              <a:avLst/>
              <a:gdLst/>
              <a:ahLst/>
              <a:cxnLst/>
              <a:rect l="l" t="t" r="r" b="b"/>
              <a:pathLst>
                <a:path w="186021" h="406050" extrusionOk="0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47"/>
            <p:cNvSpPr/>
            <p:nvPr/>
          </p:nvSpPr>
          <p:spPr>
            <a:xfrm>
              <a:off x="6184541" y="2902850"/>
              <a:ext cx="133813" cy="257894"/>
            </a:xfrm>
            <a:custGeom>
              <a:avLst/>
              <a:gdLst/>
              <a:ahLst/>
              <a:cxnLst/>
              <a:rect l="l" t="t" r="r" b="b"/>
              <a:pathLst>
                <a:path w="133813" h="257894" extrusionOk="0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2" name="Google Shape;3102;p47"/>
            <p:cNvSpPr/>
            <p:nvPr/>
          </p:nvSpPr>
          <p:spPr>
            <a:xfrm>
              <a:off x="5735029" y="4688404"/>
              <a:ext cx="288490" cy="162715"/>
            </a:xfrm>
            <a:custGeom>
              <a:avLst/>
              <a:gdLst/>
              <a:ahLst/>
              <a:cxnLst/>
              <a:rect l="l" t="t" r="r" b="b"/>
              <a:pathLst>
                <a:path w="288490" h="162715" extrusionOk="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7"/>
            <p:cNvSpPr/>
            <p:nvPr/>
          </p:nvSpPr>
          <p:spPr>
            <a:xfrm>
              <a:off x="5735111" y="4715446"/>
              <a:ext cx="283683" cy="135768"/>
            </a:xfrm>
            <a:custGeom>
              <a:avLst/>
              <a:gdLst/>
              <a:ahLst/>
              <a:cxnLst/>
              <a:rect l="l" t="t" r="r" b="b"/>
              <a:pathLst>
                <a:path w="283683" h="135768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7"/>
            <p:cNvSpPr/>
            <p:nvPr/>
          </p:nvSpPr>
          <p:spPr>
            <a:xfrm>
              <a:off x="5946488" y="4593442"/>
              <a:ext cx="288134" cy="162731"/>
            </a:xfrm>
            <a:custGeom>
              <a:avLst/>
              <a:gdLst/>
              <a:ahLst/>
              <a:cxnLst/>
              <a:rect l="l" t="t" r="r" b="b"/>
              <a:pathLst>
                <a:path w="288134" h="162731" extrusionOk="0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47"/>
            <p:cNvSpPr/>
            <p:nvPr/>
          </p:nvSpPr>
          <p:spPr>
            <a:xfrm>
              <a:off x="5946095" y="4620482"/>
              <a:ext cx="283683" cy="135691"/>
            </a:xfrm>
            <a:custGeom>
              <a:avLst/>
              <a:gdLst/>
              <a:ahLst/>
              <a:cxnLst/>
              <a:rect l="l" t="t" r="r" b="b"/>
              <a:pathLst>
                <a:path w="283683" h="135691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47"/>
            <p:cNvSpPr/>
            <p:nvPr/>
          </p:nvSpPr>
          <p:spPr>
            <a:xfrm>
              <a:off x="5812467" y="3540156"/>
              <a:ext cx="422006" cy="1193603"/>
            </a:xfrm>
            <a:custGeom>
              <a:avLst/>
              <a:gdLst/>
              <a:ahLst/>
              <a:cxnLst/>
              <a:rect l="l" t="t" r="r" b="b"/>
              <a:pathLst>
                <a:path w="422006" h="1193603" extrusionOk="0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47"/>
            <p:cNvSpPr/>
            <p:nvPr/>
          </p:nvSpPr>
          <p:spPr>
            <a:xfrm>
              <a:off x="5874419" y="2560474"/>
              <a:ext cx="305952" cy="491697"/>
            </a:xfrm>
            <a:custGeom>
              <a:avLst/>
              <a:gdLst/>
              <a:ahLst/>
              <a:cxnLst/>
              <a:rect l="l" t="t" r="r" b="b"/>
              <a:pathLst>
                <a:path w="305952" h="491697" extrusionOk="0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47"/>
            <p:cNvSpPr/>
            <p:nvPr/>
          </p:nvSpPr>
          <p:spPr>
            <a:xfrm>
              <a:off x="5809360" y="2908700"/>
              <a:ext cx="471048" cy="781597"/>
            </a:xfrm>
            <a:custGeom>
              <a:avLst/>
              <a:gdLst/>
              <a:ahLst/>
              <a:cxnLst/>
              <a:rect l="l" t="t" r="r" b="b"/>
              <a:pathLst>
                <a:path w="471048" h="781597" extrusionOk="0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47"/>
            <p:cNvSpPr/>
            <p:nvPr/>
          </p:nvSpPr>
          <p:spPr>
            <a:xfrm>
              <a:off x="5348856" y="3006224"/>
              <a:ext cx="597933" cy="466333"/>
            </a:xfrm>
            <a:custGeom>
              <a:avLst/>
              <a:gdLst/>
              <a:ahLst/>
              <a:cxnLst/>
              <a:rect l="l" t="t" r="r" b="b"/>
              <a:pathLst>
                <a:path w="597933" h="466333" extrusionOk="0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47"/>
            <p:cNvSpPr/>
            <p:nvPr/>
          </p:nvSpPr>
          <p:spPr>
            <a:xfrm>
              <a:off x="5786047" y="2996305"/>
              <a:ext cx="182011" cy="266828"/>
            </a:xfrm>
            <a:custGeom>
              <a:avLst/>
              <a:gdLst/>
              <a:ahLst/>
              <a:cxnLst/>
              <a:rect l="l" t="t" r="r" b="b"/>
              <a:pathLst>
                <a:path w="182011" h="266828" extrusionOk="0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47"/>
            <p:cNvSpPr/>
            <p:nvPr/>
          </p:nvSpPr>
          <p:spPr>
            <a:xfrm>
              <a:off x="5873666" y="2538911"/>
              <a:ext cx="296973" cy="328330"/>
            </a:xfrm>
            <a:custGeom>
              <a:avLst/>
              <a:gdLst/>
              <a:ahLst/>
              <a:cxnLst/>
              <a:rect l="l" t="t" r="r" b="b"/>
              <a:pathLst>
                <a:path w="296973" h="328330" extrusionOk="0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47"/>
            <p:cNvSpPr/>
            <p:nvPr/>
          </p:nvSpPr>
          <p:spPr>
            <a:xfrm>
              <a:off x="4284779" y="1788612"/>
              <a:ext cx="334152" cy="334899"/>
            </a:xfrm>
            <a:custGeom>
              <a:avLst/>
              <a:gdLst/>
              <a:ahLst/>
              <a:cxnLst/>
              <a:rect l="l" t="t" r="r" b="b"/>
              <a:pathLst>
                <a:path w="334153" h="334898" extrusionOk="0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47"/>
            <p:cNvSpPr/>
            <p:nvPr/>
          </p:nvSpPr>
          <p:spPr>
            <a:xfrm>
              <a:off x="4197204" y="1948719"/>
              <a:ext cx="450859" cy="225075"/>
            </a:xfrm>
            <a:custGeom>
              <a:avLst/>
              <a:gdLst/>
              <a:ahLst/>
              <a:cxnLst/>
              <a:rect l="l" t="t" r="r" b="b"/>
              <a:pathLst>
                <a:path w="450859" h="225075" extrusionOk="0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47"/>
            <p:cNvSpPr/>
            <p:nvPr/>
          </p:nvSpPr>
          <p:spPr>
            <a:xfrm>
              <a:off x="4129822" y="1856041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47"/>
            <p:cNvSpPr/>
            <p:nvPr/>
          </p:nvSpPr>
          <p:spPr>
            <a:xfrm>
              <a:off x="4129822" y="1818703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47"/>
            <p:cNvSpPr/>
            <p:nvPr/>
          </p:nvSpPr>
          <p:spPr>
            <a:xfrm>
              <a:off x="4066052" y="1720024"/>
              <a:ext cx="713163" cy="355663"/>
            </a:xfrm>
            <a:custGeom>
              <a:avLst/>
              <a:gdLst/>
              <a:ahLst/>
              <a:cxnLst/>
              <a:rect l="l" t="t" r="r" b="b"/>
              <a:pathLst>
                <a:path w="713163" h="355663" extrusionOk="0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47"/>
            <p:cNvSpPr/>
            <p:nvPr/>
          </p:nvSpPr>
          <p:spPr>
            <a:xfrm>
              <a:off x="4066052" y="1674590"/>
              <a:ext cx="713163" cy="355568"/>
            </a:xfrm>
            <a:custGeom>
              <a:avLst/>
              <a:gdLst/>
              <a:ahLst/>
              <a:cxnLst/>
              <a:rect l="l" t="t" r="r" b="b"/>
              <a:pathLst>
                <a:path w="713163" h="355568" extrusionOk="0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47"/>
            <p:cNvSpPr/>
            <p:nvPr/>
          </p:nvSpPr>
          <p:spPr>
            <a:xfrm>
              <a:off x="4013211" y="1574958"/>
              <a:ext cx="818751" cy="408241"/>
            </a:xfrm>
            <a:custGeom>
              <a:avLst/>
              <a:gdLst/>
              <a:ahLst/>
              <a:cxnLst/>
              <a:rect l="l" t="t" r="r" b="b"/>
              <a:pathLst>
                <a:path w="818751" h="408241" extrusionOk="0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47"/>
            <p:cNvSpPr/>
            <p:nvPr/>
          </p:nvSpPr>
          <p:spPr>
            <a:xfrm>
              <a:off x="4013211" y="1522666"/>
              <a:ext cx="818751" cy="408336"/>
            </a:xfrm>
            <a:custGeom>
              <a:avLst/>
              <a:gdLst/>
              <a:ahLst/>
              <a:cxnLst/>
              <a:rect l="l" t="t" r="r" b="b"/>
              <a:pathLst>
                <a:path w="818751" h="408336" extrusionOk="0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47"/>
            <p:cNvSpPr/>
            <p:nvPr/>
          </p:nvSpPr>
          <p:spPr>
            <a:xfrm>
              <a:off x="3962270" y="1359312"/>
              <a:ext cx="920726" cy="532828"/>
            </a:xfrm>
            <a:custGeom>
              <a:avLst/>
              <a:gdLst/>
              <a:ahLst/>
              <a:cxnLst/>
              <a:rect l="l" t="t" r="r" b="b"/>
              <a:pathLst>
                <a:path w="920726" h="532828" extrusionOk="0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47"/>
            <p:cNvSpPr/>
            <p:nvPr/>
          </p:nvSpPr>
          <p:spPr>
            <a:xfrm>
              <a:off x="4264396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47"/>
            <p:cNvSpPr/>
            <p:nvPr/>
          </p:nvSpPr>
          <p:spPr>
            <a:xfrm>
              <a:off x="4543522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47"/>
            <p:cNvSpPr/>
            <p:nvPr/>
          </p:nvSpPr>
          <p:spPr>
            <a:xfrm>
              <a:off x="4264396" y="901827"/>
              <a:ext cx="319897" cy="108775"/>
            </a:xfrm>
            <a:custGeom>
              <a:avLst/>
              <a:gdLst/>
              <a:ahLst/>
              <a:cxnLst/>
              <a:rect l="l" t="t" r="r" b="b"/>
              <a:pathLst>
                <a:path w="319897" h="108775" extrusionOk="0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47"/>
            <p:cNvSpPr/>
            <p:nvPr/>
          </p:nvSpPr>
          <p:spPr>
            <a:xfrm>
              <a:off x="3775856" y="190500"/>
              <a:ext cx="1317273" cy="1322737"/>
            </a:xfrm>
            <a:custGeom>
              <a:avLst/>
              <a:gdLst/>
              <a:ahLst/>
              <a:cxnLst/>
              <a:rect l="l" t="t" r="r" b="b"/>
              <a:pathLst>
                <a:path w="1343462" h="1451800" extrusionOk="0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25" name="Google Shape;3125;p4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126" name="Google Shape;3126;p4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177232" h="100744" extrusionOk="0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7" name="Google Shape;3127;p4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avLst/>
                <a:gdLst/>
                <a:ahLst/>
                <a:cxnLst/>
                <a:rect l="l" t="t" r="r" b="b"/>
                <a:pathLst>
                  <a:path w="155883" h="109857" extrusionOk="0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8" name="Google Shape;3128;p4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192169" h="73375" extrusionOk="0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9" name="Google Shape;3129;p4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avLst/>
                <a:gdLst/>
                <a:ahLst/>
                <a:cxnLst/>
                <a:rect l="l" t="t" r="r" b="b"/>
                <a:pathLst>
                  <a:path w="156130" h="127583" extrusionOk="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0" name="Google Shape;3130;p4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62054" extrusionOk="0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1" name="Google Shape;3131;p4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avLst/>
                <a:gdLst/>
                <a:ahLst/>
                <a:cxnLst/>
                <a:rect l="l" t="t" r="r" b="b"/>
                <a:pathLst>
                  <a:path w="183510" h="128783" extrusionOk="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2" name="Google Shape;3132;p4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64221" h="49275" extrusionOk="0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3" name="Google Shape;3133;p4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avLst/>
                <a:gdLst/>
                <a:ahLst/>
                <a:cxnLst/>
                <a:rect l="l" t="t" r="r" b="b"/>
                <a:pathLst>
                  <a:path w="68642" h="51616" extrusionOk="0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4" name="Google Shape;3134;p4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avLst/>
                <a:gdLst/>
                <a:ahLst/>
                <a:cxnLst/>
                <a:rect l="l" t="t" r="r" b="b"/>
                <a:pathLst>
                  <a:path w="68187" h="61619" extrusionOk="0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5" name="Google Shape;3135;p47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3136" name="Google Shape;3136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7" name="Google Shape;3137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8" name="Google Shape;3138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9" name="Google Shape;3139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41" name="Google Shape;3141;p4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47"/>
            <p:cNvSpPr/>
            <p:nvPr/>
          </p:nvSpPr>
          <p:spPr>
            <a:xfrm>
              <a:off x="5777153" y="2115925"/>
              <a:ext cx="669353" cy="387341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47"/>
            <p:cNvSpPr/>
            <p:nvPr/>
          </p:nvSpPr>
          <p:spPr>
            <a:xfrm>
              <a:off x="5964040" y="276791"/>
              <a:ext cx="375852" cy="551229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47"/>
            <p:cNvSpPr/>
            <p:nvPr/>
          </p:nvSpPr>
          <p:spPr>
            <a:xfrm>
              <a:off x="5952425" y="673402"/>
              <a:ext cx="70057" cy="407712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47"/>
            <p:cNvSpPr/>
            <p:nvPr/>
          </p:nvSpPr>
          <p:spPr>
            <a:xfrm>
              <a:off x="5992903" y="271657"/>
              <a:ext cx="179035" cy="222681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47"/>
            <p:cNvSpPr/>
            <p:nvPr/>
          </p:nvSpPr>
          <p:spPr>
            <a:xfrm>
              <a:off x="6027515" y="513497"/>
              <a:ext cx="222025" cy="248990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47"/>
            <p:cNvSpPr/>
            <p:nvPr/>
          </p:nvSpPr>
          <p:spPr>
            <a:xfrm>
              <a:off x="5963282" y="594790"/>
              <a:ext cx="323371" cy="372912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47"/>
            <p:cNvSpPr/>
            <p:nvPr/>
          </p:nvSpPr>
          <p:spPr>
            <a:xfrm>
              <a:off x="6020709" y="289521"/>
              <a:ext cx="238064" cy="294179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47"/>
            <p:cNvSpPr/>
            <p:nvPr/>
          </p:nvSpPr>
          <p:spPr>
            <a:xfrm>
              <a:off x="6029967" y="288305"/>
              <a:ext cx="239492" cy="225171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47"/>
            <p:cNvSpPr/>
            <p:nvPr/>
          </p:nvSpPr>
          <p:spPr>
            <a:xfrm>
              <a:off x="6069645" y="2237688"/>
              <a:ext cx="188076" cy="143860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47"/>
            <p:cNvSpPr/>
            <p:nvPr/>
          </p:nvSpPr>
          <p:spPr>
            <a:xfrm>
              <a:off x="6070415" y="2283614"/>
              <a:ext cx="187263" cy="97891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47"/>
            <p:cNvSpPr/>
            <p:nvPr/>
          </p:nvSpPr>
          <p:spPr>
            <a:xfrm>
              <a:off x="5927157" y="2205996"/>
              <a:ext cx="172547" cy="133696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47"/>
            <p:cNvSpPr/>
            <p:nvPr/>
          </p:nvSpPr>
          <p:spPr>
            <a:xfrm>
              <a:off x="5927737" y="2249998"/>
              <a:ext cx="171800" cy="89748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47"/>
            <p:cNvSpPr/>
            <p:nvPr/>
          </p:nvSpPr>
          <p:spPr>
            <a:xfrm>
              <a:off x="5955035" y="963103"/>
              <a:ext cx="368082" cy="128814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47"/>
            <p:cNvSpPr/>
            <p:nvPr/>
          </p:nvSpPr>
          <p:spPr>
            <a:xfrm>
              <a:off x="5939457" y="937334"/>
              <a:ext cx="391797" cy="856741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47"/>
            <p:cNvSpPr/>
            <p:nvPr/>
          </p:nvSpPr>
          <p:spPr>
            <a:xfrm>
              <a:off x="5733626" y="681017"/>
              <a:ext cx="564393" cy="49234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47"/>
            <p:cNvSpPr/>
            <p:nvPr/>
          </p:nvSpPr>
          <p:spPr>
            <a:xfrm>
              <a:off x="6171801" y="649512"/>
              <a:ext cx="135912" cy="159574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47"/>
            <p:cNvSpPr/>
            <p:nvPr/>
          </p:nvSpPr>
          <p:spPr>
            <a:xfrm>
              <a:off x="5953447" y="594810"/>
              <a:ext cx="109819" cy="11544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9" name="Google Shape;3159;p47"/>
          <p:cNvGrpSpPr/>
          <p:nvPr/>
        </p:nvGrpSpPr>
        <p:grpSpPr>
          <a:xfrm>
            <a:off x="3812724" y="1678046"/>
            <a:ext cx="1641530" cy="1833054"/>
            <a:chOff x="2152775" y="305709"/>
            <a:chExt cx="4264823" cy="4762415"/>
          </a:xfrm>
        </p:grpSpPr>
        <p:grpSp>
          <p:nvGrpSpPr>
            <p:cNvPr id="3160" name="Google Shape;3160;p47"/>
            <p:cNvGrpSpPr/>
            <p:nvPr/>
          </p:nvGrpSpPr>
          <p:grpSpPr>
            <a:xfrm>
              <a:off x="2593845" y="3487641"/>
              <a:ext cx="936028" cy="696373"/>
              <a:chOff x="4403470" y="4229766"/>
              <a:chExt cx="936028" cy="696373"/>
            </a:xfrm>
          </p:grpSpPr>
          <p:sp>
            <p:nvSpPr>
              <p:cNvPr id="3161" name="Google Shape;3161;p47"/>
              <p:cNvSpPr/>
              <p:nvPr/>
            </p:nvSpPr>
            <p:spPr>
              <a:xfrm>
                <a:off x="4403470" y="441464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47"/>
              <p:cNvSpPr/>
              <p:nvPr/>
            </p:nvSpPr>
            <p:spPr>
              <a:xfrm>
                <a:off x="4455646" y="433930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47"/>
              <p:cNvSpPr/>
              <p:nvPr/>
            </p:nvSpPr>
            <p:spPr>
              <a:xfrm>
                <a:off x="4455741" y="448246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4" name="Google Shape;3164;p47"/>
              <p:cNvSpPr/>
              <p:nvPr/>
            </p:nvSpPr>
            <p:spPr>
              <a:xfrm>
                <a:off x="5272972" y="448551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5" name="Google Shape;3165;p47"/>
              <p:cNvSpPr/>
              <p:nvPr/>
            </p:nvSpPr>
            <p:spPr>
              <a:xfrm>
                <a:off x="4455646" y="42297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6" name="Google Shape;3166;p47"/>
              <p:cNvSpPr/>
              <p:nvPr/>
            </p:nvSpPr>
            <p:spPr>
              <a:xfrm>
                <a:off x="4581266" y="4299370"/>
                <a:ext cx="632693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93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7121" y="92130"/>
                      <a:pt x="63734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7" name="Google Shape;3167;p47"/>
              <p:cNvSpPr/>
              <p:nvPr/>
            </p:nvSpPr>
            <p:spPr>
              <a:xfrm>
                <a:off x="4581856" y="4321278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8" name="Google Shape;3168;p47"/>
              <p:cNvSpPr/>
              <p:nvPr/>
            </p:nvSpPr>
            <p:spPr>
              <a:xfrm>
                <a:off x="4743040" y="4404074"/>
                <a:ext cx="29535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357" h="184784" extrusionOk="0">
                    <a:moveTo>
                      <a:pt x="149875" y="29432"/>
                    </a:moveTo>
                    <a:cubicBezTo>
                      <a:pt x="145990" y="29423"/>
                      <a:pt x="142111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678" y="36576"/>
                      <a:pt x="100645" y="38671"/>
                    </a:cubicBezTo>
                    <a:cubicBezTo>
                      <a:pt x="93878" y="40719"/>
                      <a:pt x="87271" y="43272"/>
                      <a:pt x="80877" y="46292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84" y="58598"/>
                      <a:pt x="199589" y="56779"/>
                      <a:pt x="210699" y="56007"/>
                    </a:cubicBezTo>
                    <a:cubicBezTo>
                      <a:pt x="220849" y="55397"/>
                      <a:pt x="231037" y="56102"/>
                      <a:pt x="241016" y="58103"/>
                    </a:cubicBezTo>
                    <a:cubicBezTo>
                      <a:pt x="251062" y="60293"/>
                      <a:pt x="260689" y="64084"/>
                      <a:pt x="269527" y="69342"/>
                    </a:cubicBezTo>
                    <a:cubicBezTo>
                      <a:pt x="278299" y="73743"/>
                      <a:pt x="285826" y="80296"/>
                      <a:pt x="291386" y="88392"/>
                    </a:cubicBezTo>
                    <a:cubicBezTo>
                      <a:pt x="295112" y="94317"/>
                      <a:pt x="296281" y="101498"/>
                      <a:pt x="294617" y="108299"/>
                    </a:cubicBezTo>
                    <a:cubicBezTo>
                      <a:pt x="292460" y="115776"/>
                      <a:pt x="288364" y="122549"/>
                      <a:pt x="282738" y="127921"/>
                    </a:cubicBezTo>
                    <a:cubicBezTo>
                      <a:pt x="275762" y="134922"/>
                      <a:pt x="267978" y="141065"/>
                      <a:pt x="259548" y="146209"/>
                    </a:cubicBezTo>
                    <a:lnTo>
                      <a:pt x="291861" y="165259"/>
                    </a:lnTo>
                    <a:lnTo>
                      <a:pt x="274279" y="175451"/>
                    </a:lnTo>
                    <a:lnTo>
                      <a:pt x="241681" y="156401"/>
                    </a:lnTo>
                    <a:cubicBezTo>
                      <a:pt x="226162" y="164068"/>
                      <a:pt x="209929" y="170193"/>
                      <a:pt x="193212" y="174688"/>
                    </a:cubicBezTo>
                    <a:cubicBezTo>
                      <a:pt x="175734" y="179604"/>
                      <a:pt x="157863" y="182975"/>
                      <a:pt x="139801" y="184785"/>
                    </a:cubicBezTo>
                    <a:lnTo>
                      <a:pt x="122219" y="154305"/>
                    </a:lnTo>
                    <a:cubicBezTo>
                      <a:pt x="126957" y="154276"/>
                      <a:pt x="131688" y="153924"/>
                      <a:pt x="136379" y="153257"/>
                    </a:cubicBezTo>
                    <a:cubicBezTo>
                      <a:pt x="142842" y="152495"/>
                      <a:pt x="149875" y="151257"/>
                      <a:pt x="157763" y="149638"/>
                    </a:cubicBezTo>
                    <a:cubicBezTo>
                      <a:pt x="165651" y="148019"/>
                      <a:pt x="173824" y="145733"/>
                      <a:pt x="182568" y="143256"/>
                    </a:cubicBezTo>
                    <a:cubicBezTo>
                      <a:pt x="191055" y="140684"/>
                      <a:pt x="199342" y="137503"/>
                      <a:pt x="207373" y="133731"/>
                    </a:cubicBezTo>
                    <a:lnTo>
                      <a:pt x="156812" y="104489"/>
                    </a:lnTo>
                    <a:cubicBezTo>
                      <a:pt x="154722" y="105346"/>
                      <a:pt x="152536" y="106109"/>
                      <a:pt x="150255" y="106871"/>
                    </a:cubicBezTo>
                    <a:lnTo>
                      <a:pt x="143317" y="108966"/>
                    </a:lnTo>
                    <a:cubicBezTo>
                      <a:pt x="130582" y="113157"/>
                      <a:pt x="118987" y="116396"/>
                      <a:pt x="108343" y="118491"/>
                    </a:cubicBezTo>
                    <a:cubicBezTo>
                      <a:pt x="98576" y="120768"/>
                      <a:pt x="88616" y="122101"/>
                      <a:pt x="78596" y="122492"/>
                    </a:cubicBezTo>
                    <a:cubicBezTo>
                      <a:pt x="69750" y="122854"/>
                      <a:pt x="60896" y="122015"/>
                      <a:pt x="52271" y="120015"/>
                    </a:cubicBezTo>
                    <a:cubicBezTo>
                      <a:pt x="43727" y="118091"/>
                      <a:pt x="35524" y="114881"/>
                      <a:pt x="27941" y="110490"/>
                    </a:cubicBezTo>
                    <a:cubicBezTo>
                      <a:pt x="19600" y="106099"/>
                      <a:pt x="12355" y="99889"/>
                      <a:pt x="6748" y="92297"/>
                    </a:cubicBezTo>
                    <a:cubicBezTo>
                      <a:pt x="2686" y="86592"/>
                      <a:pt x="675" y="79677"/>
                      <a:pt x="1045" y="72676"/>
                    </a:cubicBezTo>
                    <a:cubicBezTo>
                      <a:pt x="1772" y="65380"/>
                      <a:pt x="4687" y="58464"/>
                      <a:pt x="9409" y="52864"/>
                    </a:cubicBezTo>
                    <a:cubicBezTo>
                      <a:pt x="15218" y="45482"/>
                      <a:pt x="22145" y="39053"/>
                      <a:pt x="29937" y="33814"/>
                    </a:cubicBezTo>
                    <a:lnTo>
                      <a:pt x="0" y="16478"/>
                    </a:lnTo>
                    <a:lnTo>
                      <a:pt x="17677" y="6858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58" y="4277"/>
                      <a:pt x="119901" y="1629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53" y="86639"/>
                      <a:pt x="77868" y="88306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245"/>
                    </a:lnTo>
                    <a:cubicBezTo>
                      <a:pt x="50845" y="64675"/>
                      <a:pt x="49230" y="74514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30" y="92793"/>
                      <a:pt x="214786" y="91288"/>
                      <a:pt x="206612" y="92488"/>
                    </a:cubicBezTo>
                    <a:cubicBezTo>
                      <a:pt x="195331" y="93945"/>
                      <a:pt x="184202" y="96403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9" name="Google Shape;3169;p47"/>
              <p:cNvSpPr/>
              <p:nvPr/>
            </p:nvSpPr>
            <p:spPr>
              <a:xfrm>
                <a:off x="4865259" y="4541234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0" name="Google Shape;3170;p47"/>
              <p:cNvSpPr/>
              <p:nvPr/>
            </p:nvSpPr>
            <p:spPr>
              <a:xfrm>
                <a:off x="4992800" y="455209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240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045" y="19717"/>
                    </a:lnTo>
                    <a:lnTo>
                      <a:pt x="42007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47"/>
              <p:cNvSpPr/>
              <p:nvPr/>
            </p:nvSpPr>
            <p:spPr>
              <a:xfrm>
                <a:off x="5006866" y="44889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47"/>
              <p:cNvSpPr/>
              <p:nvPr/>
            </p:nvSpPr>
            <p:spPr>
              <a:xfrm>
                <a:off x="4908026" y="44953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3" name="Google Shape;3173;p47"/>
              <p:cNvSpPr/>
              <p:nvPr/>
            </p:nvSpPr>
            <p:spPr>
              <a:xfrm>
                <a:off x="4811468" y="4440078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8924" y="31718"/>
                    </a:lnTo>
                    <a:cubicBezTo>
                      <a:pt x="58924" y="31718"/>
                      <a:pt x="52841" y="24670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4" name="Google Shape;3174;p47"/>
              <p:cNvSpPr/>
              <p:nvPr/>
            </p:nvSpPr>
            <p:spPr>
              <a:xfrm>
                <a:off x="4865639" y="440902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47"/>
              <p:cNvSpPr/>
              <p:nvPr/>
            </p:nvSpPr>
            <p:spPr>
              <a:xfrm>
                <a:off x="4743421" y="440397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6" name="Google Shape;3176;p47"/>
              <p:cNvSpPr/>
              <p:nvPr/>
            </p:nvSpPr>
            <p:spPr>
              <a:xfrm>
                <a:off x="4744371" y="446150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7" name="Google Shape;3177;p47"/>
              <p:cNvSpPr/>
              <p:nvPr/>
            </p:nvSpPr>
            <p:spPr>
              <a:xfrm>
                <a:off x="4743040" y="4386929"/>
                <a:ext cx="295352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5352" h="185070" extrusionOk="0">
                    <a:moveTo>
                      <a:pt x="149875" y="29432"/>
                    </a:moveTo>
                    <a:cubicBezTo>
                      <a:pt x="145994" y="29432"/>
                      <a:pt x="142119" y="29718"/>
                      <a:pt x="138280" y="30289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678" y="36576"/>
                      <a:pt x="100645" y="38671"/>
                    </a:cubicBezTo>
                    <a:cubicBezTo>
                      <a:pt x="93881" y="40691"/>
                      <a:pt x="87274" y="43205"/>
                      <a:pt x="80877" y="46196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74" y="58550"/>
                      <a:pt x="199589" y="56740"/>
                      <a:pt x="210699" y="56007"/>
                    </a:cubicBezTo>
                    <a:cubicBezTo>
                      <a:pt x="220849" y="55369"/>
                      <a:pt x="231037" y="56045"/>
                      <a:pt x="241016" y="58007"/>
                    </a:cubicBezTo>
                    <a:cubicBezTo>
                      <a:pt x="251052" y="60274"/>
                      <a:pt x="260670" y="64094"/>
                      <a:pt x="269527" y="69342"/>
                    </a:cubicBezTo>
                    <a:cubicBezTo>
                      <a:pt x="278328" y="73705"/>
                      <a:pt x="285855" y="80258"/>
                      <a:pt x="291386" y="88392"/>
                    </a:cubicBezTo>
                    <a:cubicBezTo>
                      <a:pt x="295112" y="94278"/>
                      <a:pt x="296271" y="101432"/>
                      <a:pt x="294617" y="108204"/>
                    </a:cubicBezTo>
                    <a:cubicBezTo>
                      <a:pt x="292508" y="115700"/>
                      <a:pt x="288402" y="122482"/>
                      <a:pt x="282738" y="127825"/>
                    </a:cubicBezTo>
                    <a:cubicBezTo>
                      <a:pt x="275762" y="134855"/>
                      <a:pt x="267978" y="141027"/>
                      <a:pt x="259548" y="146209"/>
                    </a:cubicBezTo>
                    <a:lnTo>
                      <a:pt x="291861" y="165259"/>
                    </a:lnTo>
                    <a:lnTo>
                      <a:pt x="274279" y="175546"/>
                    </a:lnTo>
                    <a:lnTo>
                      <a:pt x="241681" y="156496"/>
                    </a:lnTo>
                    <a:cubicBezTo>
                      <a:pt x="226181" y="164239"/>
                      <a:pt x="209939" y="170402"/>
                      <a:pt x="193212" y="174879"/>
                    </a:cubicBezTo>
                    <a:cubicBezTo>
                      <a:pt x="175668" y="179784"/>
                      <a:pt x="157733" y="183194"/>
                      <a:pt x="139611" y="185071"/>
                    </a:cubicBezTo>
                    <a:lnTo>
                      <a:pt x="122219" y="154305"/>
                    </a:lnTo>
                    <a:cubicBezTo>
                      <a:pt x="125355" y="154305"/>
                      <a:pt x="130107" y="154305"/>
                      <a:pt x="136379" y="153257"/>
                    </a:cubicBezTo>
                    <a:cubicBezTo>
                      <a:pt x="142652" y="152209"/>
                      <a:pt x="149875" y="151257"/>
                      <a:pt x="157763" y="149542"/>
                    </a:cubicBezTo>
                    <a:cubicBezTo>
                      <a:pt x="165651" y="147828"/>
                      <a:pt x="173824" y="145732"/>
                      <a:pt x="182568" y="143161"/>
                    </a:cubicBezTo>
                    <a:cubicBezTo>
                      <a:pt x="191074" y="140636"/>
                      <a:pt x="199361" y="137446"/>
                      <a:pt x="207373" y="133636"/>
                    </a:cubicBezTo>
                    <a:lnTo>
                      <a:pt x="156812" y="104394"/>
                    </a:lnTo>
                    <a:cubicBezTo>
                      <a:pt x="154722" y="105156"/>
                      <a:pt x="152536" y="106013"/>
                      <a:pt x="150255" y="106680"/>
                    </a:cubicBezTo>
                    <a:lnTo>
                      <a:pt x="143317" y="108871"/>
                    </a:lnTo>
                    <a:cubicBezTo>
                      <a:pt x="130582" y="113062"/>
                      <a:pt x="118987" y="116300"/>
                      <a:pt x="108343" y="118396"/>
                    </a:cubicBezTo>
                    <a:cubicBezTo>
                      <a:pt x="98576" y="120672"/>
                      <a:pt x="88616" y="122006"/>
                      <a:pt x="78596" y="122396"/>
                    </a:cubicBezTo>
                    <a:cubicBezTo>
                      <a:pt x="69751" y="122711"/>
                      <a:pt x="60903" y="121882"/>
                      <a:pt x="52271" y="119920"/>
                    </a:cubicBezTo>
                    <a:cubicBezTo>
                      <a:pt x="43739" y="117958"/>
                      <a:pt x="35542" y="114748"/>
                      <a:pt x="27941" y="110395"/>
                    </a:cubicBezTo>
                    <a:cubicBezTo>
                      <a:pt x="19600" y="106004"/>
                      <a:pt x="12355" y="99793"/>
                      <a:pt x="6748" y="92202"/>
                    </a:cubicBezTo>
                    <a:cubicBezTo>
                      <a:pt x="2692" y="86496"/>
                      <a:pt x="682" y="79581"/>
                      <a:pt x="1045" y="72580"/>
                    </a:cubicBezTo>
                    <a:cubicBezTo>
                      <a:pt x="1772" y="65284"/>
                      <a:pt x="4687" y="58369"/>
                      <a:pt x="9409" y="52768"/>
                    </a:cubicBezTo>
                    <a:cubicBezTo>
                      <a:pt x="15221" y="45386"/>
                      <a:pt x="22148" y="38957"/>
                      <a:pt x="29937" y="33718"/>
                    </a:cubicBezTo>
                    <a:lnTo>
                      <a:pt x="0" y="16383"/>
                    </a:lnTo>
                    <a:lnTo>
                      <a:pt x="17677" y="6763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48" y="4229"/>
                      <a:pt x="119894" y="1591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69" y="86601"/>
                      <a:pt x="77870" y="88259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149"/>
                    </a:lnTo>
                    <a:cubicBezTo>
                      <a:pt x="50845" y="64675"/>
                      <a:pt x="49230" y="74486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120" y="92735"/>
                      <a:pt x="214776" y="91259"/>
                      <a:pt x="206612" y="92488"/>
                    </a:cubicBezTo>
                    <a:cubicBezTo>
                      <a:pt x="195331" y="93907"/>
                      <a:pt x="184202" y="96326"/>
                      <a:pt x="173349" y="99727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8" name="Google Shape;3178;p47"/>
            <p:cNvGrpSpPr/>
            <p:nvPr/>
          </p:nvGrpSpPr>
          <p:grpSpPr>
            <a:xfrm>
              <a:off x="2682040" y="3351243"/>
              <a:ext cx="883852" cy="621125"/>
              <a:chOff x="4491665" y="4093368"/>
              <a:chExt cx="883852" cy="621125"/>
            </a:xfrm>
          </p:grpSpPr>
          <p:sp>
            <p:nvSpPr>
              <p:cNvPr id="3179" name="Google Shape;3179;p47"/>
              <p:cNvSpPr/>
              <p:nvPr/>
            </p:nvSpPr>
            <p:spPr>
              <a:xfrm>
                <a:off x="4491665" y="420300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47"/>
              <p:cNvSpPr/>
              <p:nvPr/>
            </p:nvSpPr>
            <p:spPr>
              <a:xfrm>
                <a:off x="4491855" y="43460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47"/>
              <p:cNvSpPr/>
              <p:nvPr/>
            </p:nvSpPr>
            <p:spPr>
              <a:xfrm>
                <a:off x="5309086" y="4349115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47"/>
              <p:cNvSpPr/>
              <p:nvPr/>
            </p:nvSpPr>
            <p:spPr>
              <a:xfrm>
                <a:off x="4491665" y="409336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47"/>
              <p:cNvSpPr/>
              <p:nvPr/>
            </p:nvSpPr>
            <p:spPr>
              <a:xfrm>
                <a:off x="4617381" y="4162996"/>
                <a:ext cx="632721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721" h="366093" extrusionOk="0">
                    <a:moveTo>
                      <a:pt x="632116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107"/>
                      <a:pt x="637534" y="143637"/>
                      <a:pt x="632116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4" name="Google Shape;3184;p47"/>
              <p:cNvSpPr/>
              <p:nvPr/>
            </p:nvSpPr>
            <p:spPr>
              <a:xfrm>
                <a:off x="4617971" y="4184904"/>
                <a:ext cx="631526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5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363" y="86677"/>
                      <a:pt x="627440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5" name="Google Shape;3185;p47"/>
              <p:cNvSpPr/>
              <p:nvPr/>
            </p:nvSpPr>
            <p:spPr>
              <a:xfrm>
                <a:off x="4779725" y="4267771"/>
                <a:ext cx="29506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880" extrusionOk="0">
                    <a:moveTo>
                      <a:pt x="149304" y="29337"/>
                    </a:moveTo>
                    <a:cubicBezTo>
                      <a:pt x="145417" y="29375"/>
                      <a:pt x="141549" y="29689"/>
                      <a:pt x="137710" y="30289"/>
                    </a:cubicBezTo>
                    <a:cubicBezTo>
                      <a:pt x="132483" y="31052"/>
                      <a:pt x="126685" y="32099"/>
                      <a:pt x="120223" y="33433"/>
                    </a:cubicBezTo>
                    <a:cubicBezTo>
                      <a:pt x="113760" y="34766"/>
                      <a:pt x="107013" y="36576"/>
                      <a:pt x="100075" y="38671"/>
                    </a:cubicBezTo>
                    <a:cubicBezTo>
                      <a:pt x="93311" y="40691"/>
                      <a:pt x="86703" y="43206"/>
                      <a:pt x="80307" y="46196"/>
                    </a:cubicBezTo>
                    <a:lnTo>
                      <a:pt x="131057" y="75629"/>
                    </a:lnTo>
                    <a:lnTo>
                      <a:pt x="140561" y="72390"/>
                    </a:lnTo>
                    <a:cubicBezTo>
                      <a:pt x="153486" y="68104"/>
                      <a:pt x="165651" y="64389"/>
                      <a:pt x="177151" y="61436"/>
                    </a:cubicBezTo>
                    <a:cubicBezTo>
                      <a:pt x="187899" y="58503"/>
                      <a:pt x="198914" y="56683"/>
                      <a:pt x="210034" y="56007"/>
                    </a:cubicBezTo>
                    <a:cubicBezTo>
                      <a:pt x="220155" y="55321"/>
                      <a:pt x="230315" y="55988"/>
                      <a:pt x="240256" y="58007"/>
                    </a:cubicBezTo>
                    <a:cubicBezTo>
                      <a:pt x="250463" y="60217"/>
                      <a:pt x="260242" y="64037"/>
                      <a:pt x="269242" y="69342"/>
                    </a:cubicBezTo>
                    <a:cubicBezTo>
                      <a:pt x="278024" y="73733"/>
                      <a:pt x="285541" y="80286"/>
                      <a:pt x="291101" y="88392"/>
                    </a:cubicBezTo>
                    <a:cubicBezTo>
                      <a:pt x="294817" y="94317"/>
                      <a:pt x="295986" y="101498"/>
                      <a:pt x="294332" y="108299"/>
                    </a:cubicBezTo>
                    <a:cubicBezTo>
                      <a:pt x="292194" y="115786"/>
                      <a:pt x="288088" y="122568"/>
                      <a:pt x="282453" y="127921"/>
                    </a:cubicBezTo>
                    <a:cubicBezTo>
                      <a:pt x="275477" y="134950"/>
                      <a:pt x="267693" y="141122"/>
                      <a:pt x="259263" y="146304"/>
                    </a:cubicBezTo>
                    <a:lnTo>
                      <a:pt x="291576" y="165354"/>
                    </a:lnTo>
                    <a:lnTo>
                      <a:pt x="273899" y="175546"/>
                    </a:lnTo>
                    <a:lnTo>
                      <a:pt x="241301" y="156496"/>
                    </a:lnTo>
                    <a:cubicBezTo>
                      <a:pt x="225781" y="164202"/>
                      <a:pt x="209549" y="170355"/>
                      <a:pt x="192832" y="174879"/>
                    </a:cubicBezTo>
                    <a:cubicBezTo>
                      <a:pt x="175345" y="179718"/>
                      <a:pt x="157478" y="183061"/>
                      <a:pt x="139421" y="184880"/>
                    </a:cubicBezTo>
                    <a:lnTo>
                      <a:pt x="122409" y="154305"/>
                    </a:lnTo>
                    <a:cubicBezTo>
                      <a:pt x="127146" y="154181"/>
                      <a:pt x="131874" y="153800"/>
                      <a:pt x="136569" y="153162"/>
                    </a:cubicBezTo>
                    <a:cubicBezTo>
                      <a:pt x="143726" y="152352"/>
                      <a:pt x="150835" y="151143"/>
                      <a:pt x="157858" y="149543"/>
                    </a:cubicBezTo>
                    <a:cubicBezTo>
                      <a:pt x="165746" y="147828"/>
                      <a:pt x="174014" y="145732"/>
                      <a:pt x="182758" y="143161"/>
                    </a:cubicBezTo>
                    <a:cubicBezTo>
                      <a:pt x="191245" y="140580"/>
                      <a:pt x="199532" y="137398"/>
                      <a:pt x="207563" y="133636"/>
                    </a:cubicBezTo>
                    <a:lnTo>
                      <a:pt x="157003" y="104394"/>
                    </a:lnTo>
                    <a:lnTo>
                      <a:pt x="150445" y="106680"/>
                    </a:lnTo>
                    <a:lnTo>
                      <a:pt x="143507" y="108776"/>
                    </a:lnTo>
                    <a:cubicBezTo>
                      <a:pt x="130772" y="112967"/>
                      <a:pt x="119177" y="116300"/>
                      <a:pt x="108533" y="118301"/>
                    </a:cubicBezTo>
                    <a:cubicBezTo>
                      <a:pt x="98766" y="120577"/>
                      <a:pt x="88806" y="121911"/>
                      <a:pt x="78786" y="122301"/>
                    </a:cubicBezTo>
                    <a:cubicBezTo>
                      <a:pt x="69941" y="122615"/>
                      <a:pt x="61093" y="121787"/>
                      <a:pt x="52461" y="119825"/>
                    </a:cubicBezTo>
                    <a:cubicBezTo>
                      <a:pt x="43893" y="117881"/>
                      <a:pt x="35661" y="114671"/>
                      <a:pt x="28036" y="110300"/>
                    </a:cubicBezTo>
                    <a:cubicBezTo>
                      <a:pt x="19700" y="105947"/>
                      <a:pt x="12480" y="99717"/>
                      <a:pt x="6938" y="92107"/>
                    </a:cubicBezTo>
                    <a:cubicBezTo>
                      <a:pt x="2819" y="86430"/>
                      <a:pt x="803" y="79496"/>
                      <a:pt x="1235" y="72485"/>
                    </a:cubicBezTo>
                    <a:cubicBezTo>
                      <a:pt x="1979" y="65189"/>
                      <a:pt x="4893" y="58283"/>
                      <a:pt x="9599" y="52673"/>
                    </a:cubicBezTo>
                    <a:cubicBezTo>
                      <a:pt x="15435" y="45310"/>
                      <a:pt x="22357" y="38891"/>
                      <a:pt x="30127" y="33623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7" y="17059"/>
                      <a:pt x="75797" y="11697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2915" y="82772"/>
                    </a:moveTo>
                    <a:cubicBezTo>
                      <a:pt x="69599" y="86601"/>
                      <a:pt x="77300" y="88259"/>
                      <a:pt x="84964" y="87535"/>
                    </a:cubicBezTo>
                    <a:cubicBezTo>
                      <a:pt x="95260" y="86382"/>
                      <a:pt x="105397" y="84077"/>
                      <a:pt x="115186" y="80677"/>
                    </a:cubicBezTo>
                    <a:lnTo>
                      <a:pt x="67667" y="53150"/>
                    </a:lnTo>
                    <a:cubicBezTo>
                      <a:pt x="50180" y="64579"/>
                      <a:pt x="48659" y="74486"/>
                      <a:pt x="62915" y="82772"/>
                    </a:cubicBezTo>
                    <a:close/>
                    <a:moveTo>
                      <a:pt x="229802" y="96679"/>
                    </a:moveTo>
                    <a:cubicBezTo>
                      <a:pt x="222503" y="92755"/>
                      <a:pt x="214149" y="91250"/>
                      <a:pt x="205947" y="92393"/>
                    </a:cubicBezTo>
                    <a:cubicBezTo>
                      <a:pt x="194704" y="93907"/>
                      <a:pt x="183613" y="96364"/>
                      <a:pt x="172779" y="99727"/>
                    </a:cubicBezTo>
                    <a:lnTo>
                      <a:pt x="220298" y="127063"/>
                    </a:lnTo>
                    <a:cubicBezTo>
                      <a:pt x="240256" y="114776"/>
                      <a:pt x="243487" y="104204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47"/>
              <p:cNvSpPr/>
              <p:nvPr/>
            </p:nvSpPr>
            <p:spPr>
              <a:xfrm>
                <a:off x="4901754" y="4404931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47"/>
              <p:cNvSpPr/>
              <p:nvPr/>
            </p:nvSpPr>
            <p:spPr>
              <a:xfrm>
                <a:off x="5028819" y="4415790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8" name="Google Shape;3188;p47"/>
              <p:cNvSpPr/>
              <p:nvPr/>
            </p:nvSpPr>
            <p:spPr>
              <a:xfrm>
                <a:off x="5042980" y="435254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47"/>
              <p:cNvSpPr/>
              <p:nvPr/>
            </p:nvSpPr>
            <p:spPr>
              <a:xfrm>
                <a:off x="4944141" y="4358925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47"/>
              <p:cNvSpPr/>
              <p:nvPr/>
            </p:nvSpPr>
            <p:spPr>
              <a:xfrm>
                <a:off x="4847487" y="430368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8"/>
                    </a:lnTo>
                    <a:lnTo>
                      <a:pt x="58543" y="31623"/>
                    </a:lnTo>
                    <a:cubicBezTo>
                      <a:pt x="58543" y="31623"/>
                      <a:pt x="52461" y="24575"/>
                      <a:pt x="51986" y="23908"/>
                    </a:cubicBezTo>
                    <a:cubicBezTo>
                      <a:pt x="47612" y="18888"/>
                      <a:pt x="42482" y="14573"/>
                      <a:pt x="36780" y="11144"/>
                    </a:cubicBezTo>
                    <a:cubicBezTo>
                      <a:pt x="33168" y="10383"/>
                      <a:pt x="9884" y="0"/>
                      <a:pt x="988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47"/>
              <p:cNvSpPr/>
              <p:nvPr/>
            </p:nvSpPr>
            <p:spPr>
              <a:xfrm>
                <a:off x="4901754" y="4272629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47"/>
              <p:cNvSpPr/>
              <p:nvPr/>
            </p:nvSpPr>
            <p:spPr>
              <a:xfrm>
                <a:off x="4779535" y="4267581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3" name="Google Shape;3193;p47"/>
              <p:cNvSpPr/>
              <p:nvPr/>
            </p:nvSpPr>
            <p:spPr>
              <a:xfrm>
                <a:off x="4780485" y="4325492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4" name="Google Shape;3194;p47"/>
              <p:cNvSpPr/>
              <p:nvPr/>
            </p:nvSpPr>
            <p:spPr>
              <a:xfrm>
                <a:off x="4779725" y="4250816"/>
                <a:ext cx="295065" cy="184594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594" extrusionOk="0">
                    <a:moveTo>
                      <a:pt x="149304" y="29146"/>
                    </a:moveTo>
                    <a:cubicBezTo>
                      <a:pt x="145417" y="29137"/>
                      <a:pt x="141540" y="29451"/>
                      <a:pt x="137710" y="30099"/>
                    </a:cubicBezTo>
                    <a:cubicBezTo>
                      <a:pt x="132483" y="30861"/>
                      <a:pt x="126685" y="31909"/>
                      <a:pt x="120223" y="33242"/>
                    </a:cubicBezTo>
                    <a:cubicBezTo>
                      <a:pt x="113760" y="34576"/>
                      <a:pt x="107013" y="36290"/>
                      <a:pt x="100075" y="38386"/>
                    </a:cubicBezTo>
                    <a:cubicBezTo>
                      <a:pt x="93308" y="40434"/>
                      <a:pt x="86701" y="42986"/>
                      <a:pt x="80307" y="46006"/>
                    </a:cubicBezTo>
                    <a:lnTo>
                      <a:pt x="131057" y="75343"/>
                    </a:lnTo>
                    <a:lnTo>
                      <a:pt x="140561" y="72199"/>
                    </a:lnTo>
                    <a:cubicBezTo>
                      <a:pt x="153486" y="67818"/>
                      <a:pt x="165651" y="64198"/>
                      <a:pt x="177151" y="61246"/>
                    </a:cubicBezTo>
                    <a:cubicBezTo>
                      <a:pt x="187899" y="58331"/>
                      <a:pt x="198914" y="56474"/>
                      <a:pt x="210034" y="55721"/>
                    </a:cubicBezTo>
                    <a:cubicBezTo>
                      <a:pt x="220155" y="55112"/>
                      <a:pt x="230315" y="55817"/>
                      <a:pt x="240256" y="57817"/>
                    </a:cubicBezTo>
                    <a:cubicBezTo>
                      <a:pt x="250453" y="59988"/>
                      <a:pt x="260242" y="63780"/>
                      <a:pt x="269242" y="69056"/>
                    </a:cubicBezTo>
                    <a:cubicBezTo>
                      <a:pt x="278014" y="73457"/>
                      <a:pt x="285541" y="80010"/>
                      <a:pt x="291101" y="88106"/>
                    </a:cubicBezTo>
                    <a:cubicBezTo>
                      <a:pt x="294817" y="94031"/>
                      <a:pt x="295986" y="101213"/>
                      <a:pt x="294332" y="108013"/>
                    </a:cubicBezTo>
                    <a:cubicBezTo>
                      <a:pt x="292175" y="115491"/>
                      <a:pt x="288079" y="122263"/>
                      <a:pt x="282453" y="127635"/>
                    </a:cubicBezTo>
                    <a:cubicBezTo>
                      <a:pt x="275477" y="134664"/>
                      <a:pt x="267693" y="140837"/>
                      <a:pt x="259263" y="146018"/>
                    </a:cubicBezTo>
                    <a:lnTo>
                      <a:pt x="291576" y="165068"/>
                    </a:lnTo>
                    <a:lnTo>
                      <a:pt x="273899" y="175260"/>
                    </a:lnTo>
                    <a:lnTo>
                      <a:pt x="241301" y="156210"/>
                    </a:lnTo>
                    <a:cubicBezTo>
                      <a:pt x="225762" y="163868"/>
                      <a:pt x="209539" y="170031"/>
                      <a:pt x="192832" y="174593"/>
                    </a:cubicBezTo>
                    <a:cubicBezTo>
                      <a:pt x="175345" y="179432"/>
                      <a:pt x="157478" y="182775"/>
                      <a:pt x="139421" y="184595"/>
                    </a:cubicBezTo>
                    <a:lnTo>
                      <a:pt x="122409" y="154019"/>
                    </a:lnTo>
                    <a:cubicBezTo>
                      <a:pt x="127146" y="153896"/>
                      <a:pt x="131874" y="153514"/>
                      <a:pt x="136569" y="152876"/>
                    </a:cubicBezTo>
                    <a:cubicBezTo>
                      <a:pt x="142937" y="152114"/>
                      <a:pt x="150065" y="150971"/>
                      <a:pt x="157858" y="149257"/>
                    </a:cubicBezTo>
                    <a:cubicBezTo>
                      <a:pt x="165651" y="147542"/>
                      <a:pt x="174014" y="145447"/>
                      <a:pt x="182758" y="142875"/>
                    </a:cubicBezTo>
                    <a:cubicBezTo>
                      <a:pt x="191245" y="140294"/>
                      <a:pt x="199532" y="137112"/>
                      <a:pt x="207563" y="133350"/>
                    </a:cubicBezTo>
                    <a:lnTo>
                      <a:pt x="157003" y="104108"/>
                    </a:lnTo>
                    <a:lnTo>
                      <a:pt x="150445" y="106394"/>
                    </a:lnTo>
                    <a:lnTo>
                      <a:pt x="143507" y="108490"/>
                    </a:lnTo>
                    <a:cubicBezTo>
                      <a:pt x="130772" y="112681"/>
                      <a:pt x="119177" y="116014"/>
                      <a:pt x="108533" y="118015"/>
                    </a:cubicBezTo>
                    <a:cubicBezTo>
                      <a:pt x="98772" y="120310"/>
                      <a:pt x="88807" y="121615"/>
                      <a:pt x="78786" y="121920"/>
                    </a:cubicBezTo>
                    <a:cubicBezTo>
                      <a:pt x="69946" y="122263"/>
                      <a:pt x="61097" y="121463"/>
                      <a:pt x="52461" y="119539"/>
                    </a:cubicBezTo>
                    <a:cubicBezTo>
                      <a:pt x="43906" y="117558"/>
                      <a:pt x="35680" y="114348"/>
                      <a:pt x="28036" y="110014"/>
                    </a:cubicBezTo>
                    <a:cubicBezTo>
                      <a:pt x="19642" y="105928"/>
                      <a:pt x="12295" y="99965"/>
                      <a:pt x="6558" y="92583"/>
                    </a:cubicBezTo>
                    <a:cubicBezTo>
                      <a:pt x="2453" y="86897"/>
                      <a:pt x="439" y="79962"/>
                      <a:pt x="855" y="72962"/>
                    </a:cubicBezTo>
                    <a:cubicBezTo>
                      <a:pt x="1599" y="65665"/>
                      <a:pt x="4512" y="58760"/>
                      <a:pt x="9219" y="53149"/>
                    </a:cubicBezTo>
                    <a:cubicBezTo>
                      <a:pt x="15027" y="45768"/>
                      <a:pt x="21955" y="39338"/>
                      <a:pt x="29747" y="34099"/>
                    </a:cubicBezTo>
                    <a:lnTo>
                      <a:pt x="0" y="16383"/>
                    </a:lnTo>
                    <a:lnTo>
                      <a:pt x="17392" y="6858"/>
                    </a:lnTo>
                    <a:lnTo>
                      <a:pt x="47044" y="24003"/>
                    </a:lnTo>
                    <a:cubicBezTo>
                      <a:pt x="60984" y="17126"/>
                      <a:pt x="75605" y="11725"/>
                      <a:pt x="90666" y="7906"/>
                    </a:cubicBezTo>
                    <a:cubicBezTo>
                      <a:pt x="105021" y="4324"/>
                      <a:pt x="119593" y="1686"/>
                      <a:pt x="134288" y="0"/>
                    </a:cubicBezTo>
                    <a:close/>
                    <a:moveTo>
                      <a:pt x="62915" y="82487"/>
                    </a:moveTo>
                    <a:cubicBezTo>
                      <a:pt x="69567" y="86401"/>
                      <a:pt x="77295" y="88068"/>
                      <a:pt x="84964" y="87249"/>
                    </a:cubicBezTo>
                    <a:cubicBezTo>
                      <a:pt x="95251" y="86087"/>
                      <a:pt x="105383" y="83820"/>
                      <a:pt x="115186" y="80486"/>
                    </a:cubicBezTo>
                    <a:lnTo>
                      <a:pt x="67667" y="52959"/>
                    </a:lnTo>
                    <a:cubicBezTo>
                      <a:pt x="50180" y="64008"/>
                      <a:pt x="48659" y="74295"/>
                      <a:pt x="62915" y="82487"/>
                    </a:cubicBezTo>
                    <a:close/>
                    <a:moveTo>
                      <a:pt x="229802" y="96488"/>
                    </a:moveTo>
                    <a:cubicBezTo>
                      <a:pt x="222531" y="92488"/>
                      <a:pt x="214149" y="90983"/>
                      <a:pt x="205947" y="92202"/>
                    </a:cubicBezTo>
                    <a:cubicBezTo>
                      <a:pt x="194695" y="93669"/>
                      <a:pt x="183604" y="96126"/>
                      <a:pt x="172779" y="99536"/>
                    </a:cubicBezTo>
                    <a:lnTo>
                      <a:pt x="220298" y="126873"/>
                    </a:lnTo>
                    <a:cubicBezTo>
                      <a:pt x="240256" y="114586"/>
                      <a:pt x="243487" y="104394"/>
                      <a:pt x="229802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5" name="Google Shape;3195;p47"/>
            <p:cNvGrpSpPr/>
            <p:nvPr/>
          </p:nvGrpSpPr>
          <p:grpSpPr>
            <a:xfrm>
              <a:off x="2654955" y="3219989"/>
              <a:ext cx="883852" cy="621029"/>
              <a:chOff x="4464580" y="3962114"/>
              <a:chExt cx="883852" cy="621029"/>
            </a:xfrm>
          </p:grpSpPr>
          <p:sp>
            <p:nvSpPr>
              <p:cNvPr id="3196" name="Google Shape;3196;p47"/>
              <p:cNvSpPr/>
              <p:nvPr/>
            </p:nvSpPr>
            <p:spPr>
              <a:xfrm>
                <a:off x="4464580" y="407165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47"/>
              <p:cNvSpPr/>
              <p:nvPr/>
            </p:nvSpPr>
            <p:spPr>
              <a:xfrm>
                <a:off x="4464770" y="4214812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47"/>
              <p:cNvSpPr/>
              <p:nvPr/>
            </p:nvSpPr>
            <p:spPr>
              <a:xfrm>
                <a:off x="5281905" y="421786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954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9" name="Google Shape;3199;p47"/>
              <p:cNvSpPr/>
              <p:nvPr/>
            </p:nvSpPr>
            <p:spPr>
              <a:xfrm>
                <a:off x="4464580" y="396211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0" name="Google Shape;3200;p47"/>
              <p:cNvSpPr/>
              <p:nvPr/>
            </p:nvSpPr>
            <p:spPr>
              <a:xfrm>
                <a:off x="4590295" y="4031718"/>
                <a:ext cx="632609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117" extrusionOk="0">
                    <a:moveTo>
                      <a:pt x="632022" y="194048"/>
                    </a:moveTo>
                    <a:cubicBezTo>
                      <a:pt x="627555" y="237101"/>
                      <a:pt x="596953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551" y="92607"/>
                      <a:pt x="637344" y="143661"/>
                      <a:pt x="632022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1" name="Google Shape;3201;p47"/>
              <p:cNvSpPr/>
              <p:nvPr/>
            </p:nvSpPr>
            <p:spPr>
              <a:xfrm>
                <a:off x="4590885" y="4053625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4"/>
                      <a:pt x="0" y="172140"/>
                    </a:cubicBezTo>
                    <a:cubicBezTo>
                      <a:pt x="4372" y="129088"/>
                      <a:pt x="34974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47"/>
              <p:cNvSpPr/>
              <p:nvPr/>
            </p:nvSpPr>
            <p:spPr>
              <a:xfrm>
                <a:off x="4752449" y="4136612"/>
                <a:ext cx="29475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752" h="184784" extrusionOk="0">
                    <a:moveTo>
                      <a:pt x="149495" y="29242"/>
                    </a:moveTo>
                    <a:cubicBezTo>
                      <a:pt x="145609" y="29232"/>
                      <a:pt x="141731" y="29546"/>
                      <a:pt x="137900" y="30194"/>
                    </a:cubicBezTo>
                    <a:cubicBezTo>
                      <a:pt x="132673" y="30956"/>
                      <a:pt x="126876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481"/>
                    </a:cubicBezTo>
                    <a:cubicBezTo>
                      <a:pt x="93482" y="40576"/>
                      <a:pt x="86847" y="43119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99" y="58426"/>
                      <a:pt x="199104" y="56569"/>
                      <a:pt x="210224" y="55816"/>
                    </a:cubicBezTo>
                    <a:cubicBezTo>
                      <a:pt x="220345" y="55207"/>
                      <a:pt x="230505" y="55912"/>
                      <a:pt x="240446" y="57912"/>
                    </a:cubicBezTo>
                    <a:cubicBezTo>
                      <a:pt x="250501" y="60122"/>
                      <a:pt x="260128" y="63951"/>
                      <a:pt x="268957" y="69247"/>
                    </a:cubicBezTo>
                    <a:cubicBezTo>
                      <a:pt x="277758" y="73609"/>
                      <a:pt x="285285" y="80172"/>
                      <a:pt x="290816" y="88297"/>
                    </a:cubicBezTo>
                    <a:cubicBezTo>
                      <a:pt x="294494" y="94240"/>
                      <a:pt x="295653" y="101403"/>
                      <a:pt x="294047" y="108204"/>
                    </a:cubicBezTo>
                    <a:cubicBezTo>
                      <a:pt x="291852" y="115662"/>
                      <a:pt x="287756" y="122425"/>
                      <a:pt x="282167" y="127825"/>
                    </a:cubicBezTo>
                    <a:cubicBezTo>
                      <a:pt x="275163" y="134855"/>
                      <a:pt x="267342" y="141027"/>
                      <a:pt x="258883" y="146209"/>
                    </a:cubicBezTo>
                    <a:lnTo>
                      <a:pt x="291196" y="165259"/>
                    </a:lnTo>
                    <a:lnTo>
                      <a:pt x="273614" y="175450"/>
                    </a:lnTo>
                    <a:lnTo>
                      <a:pt x="241016" y="156400"/>
                    </a:lnTo>
                    <a:cubicBezTo>
                      <a:pt x="225487" y="164068"/>
                      <a:pt x="209254" y="170231"/>
                      <a:pt x="192547" y="174784"/>
                    </a:cubicBezTo>
                    <a:cubicBezTo>
                      <a:pt x="175060" y="179622"/>
                      <a:pt x="157188" y="182966"/>
                      <a:pt x="139135" y="184785"/>
                    </a:cubicBezTo>
                    <a:lnTo>
                      <a:pt x="122314" y="154210"/>
                    </a:lnTo>
                    <a:cubicBezTo>
                      <a:pt x="127083" y="154086"/>
                      <a:pt x="131841" y="153705"/>
                      <a:pt x="136569" y="153067"/>
                    </a:cubicBezTo>
                    <a:cubicBezTo>
                      <a:pt x="142937" y="152305"/>
                      <a:pt x="150065" y="151162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78" y="140494"/>
                      <a:pt x="199504" y="137312"/>
                      <a:pt x="207563" y="133540"/>
                    </a:cubicBezTo>
                    <a:lnTo>
                      <a:pt x="157003" y="104299"/>
                    </a:lnTo>
                    <a:lnTo>
                      <a:pt x="150350" y="106585"/>
                    </a:lnTo>
                    <a:lnTo>
                      <a:pt x="143507" y="108680"/>
                    </a:lnTo>
                    <a:cubicBezTo>
                      <a:pt x="130772" y="112871"/>
                      <a:pt x="119083" y="116205"/>
                      <a:pt x="108533" y="118205"/>
                    </a:cubicBezTo>
                    <a:cubicBezTo>
                      <a:pt x="98735" y="120482"/>
                      <a:pt x="88743" y="121825"/>
                      <a:pt x="78691" y="122206"/>
                    </a:cubicBezTo>
                    <a:cubicBezTo>
                      <a:pt x="69880" y="122472"/>
                      <a:pt x="61068" y="121644"/>
                      <a:pt x="52461" y="119729"/>
                    </a:cubicBezTo>
                    <a:cubicBezTo>
                      <a:pt x="43906" y="117748"/>
                      <a:pt x="35680" y="114538"/>
                      <a:pt x="28036" y="110204"/>
                    </a:cubicBezTo>
                    <a:cubicBezTo>
                      <a:pt x="19681" y="106004"/>
                      <a:pt x="12399" y="99946"/>
                      <a:pt x="6748" y="92488"/>
                    </a:cubicBezTo>
                    <a:cubicBezTo>
                      <a:pt x="2599" y="86820"/>
                      <a:pt x="581" y="79877"/>
                      <a:pt x="1045" y="72866"/>
                    </a:cubicBezTo>
                    <a:cubicBezTo>
                      <a:pt x="1795" y="65589"/>
                      <a:pt x="4672" y="58703"/>
                      <a:pt x="9314" y="53054"/>
                    </a:cubicBezTo>
                    <a:cubicBezTo>
                      <a:pt x="15159" y="45672"/>
                      <a:pt x="22117" y="39243"/>
                      <a:pt x="29937" y="34004"/>
                    </a:cubicBezTo>
                    <a:lnTo>
                      <a:pt x="0" y="16669"/>
                    </a:lnTo>
                    <a:lnTo>
                      <a:pt x="17772" y="6763"/>
                    </a:lnTo>
                    <a:lnTo>
                      <a:pt x="47424" y="23908"/>
                    </a:lnTo>
                    <a:cubicBezTo>
                      <a:pt x="61342" y="17002"/>
                      <a:pt x="75969" y="11639"/>
                      <a:pt x="91046" y="7906"/>
                    </a:cubicBezTo>
                    <a:cubicBezTo>
                      <a:pt x="105382" y="4238"/>
                      <a:pt x="119959" y="1591"/>
                      <a:pt x="134669" y="0"/>
                    </a:cubicBezTo>
                    <a:close/>
                    <a:moveTo>
                      <a:pt x="63105" y="82963"/>
                    </a:moveTo>
                    <a:cubicBezTo>
                      <a:pt x="69780" y="86811"/>
                      <a:pt x="77497" y="88449"/>
                      <a:pt x="85154" y="87630"/>
                    </a:cubicBezTo>
                    <a:cubicBezTo>
                      <a:pt x="95447" y="86506"/>
                      <a:pt x="105583" y="84239"/>
                      <a:pt x="115376" y="80867"/>
                    </a:cubicBezTo>
                    <a:lnTo>
                      <a:pt x="67857" y="53340"/>
                    </a:lnTo>
                    <a:cubicBezTo>
                      <a:pt x="50370" y="64484"/>
                      <a:pt x="48849" y="74390"/>
                      <a:pt x="63105" y="82963"/>
                    </a:cubicBezTo>
                    <a:close/>
                    <a:moveTo>
                      <a:pt x="229992" y="96869"/>
                    </a:moveTo>
                    <a:cubicBezTo>
                      <a:pt x="222721" y="92869"/>
                      <a:pt x="214339" y="91364"/>
                      <a:pt x="206137" y="92583"/>
                    </a:cubicBezTo>
                    <a:cubicBezTo>
                      <a:pt x="194894" y="94088"/>
                      <a:pt x="183803" y="96545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47"/>
              <p:cNvSpPr/>
              <p:nvPr/>
            </p:nvSpPr>
            <p:spPr>
              <a:xfrm>
                <a:off x="4874763" y="4273581"/>
                <a:ext cx="19007" cy="2562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621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668"/>
                    </a:lnTo>
                    <a:lnTo>
                      <a:pt x="10644" y="2562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47"/>
              <p:cNvSpPr/>
              <p:nvPr/>
            </p:nvSpPr>
            <p:spPr>
              <a:xfrm>
                <a:off x="5001734" y="428453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47"/>
              <p:cNvSpPr/>
              <p:nvPr/>
            </p:nvSpPr>
            <p:spPr>
              <a:xfrm>
                <a:off x="5015894" y="422128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47"/>
              <p:cNvSpPr/>
              <p:nvPr/>
            </p:nvSpPr>
            <p:spPr>
              <a:xfrm>
                <a:off x="4917055" y="4227671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ubicBezTo>
                      <a:pt x="15586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47"/>
              <p:cNvSpPr/>
              <p:nvPr/>
            </p:nvSpPr>
            <p:spPr>
              <a:xfrm>
                <a:off x="4820401" y="4172521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049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8" y="18869"/>
                      <a:pt x="42409" y="14526"/>
                      <a:pt x="36685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47"/>
              <p:cNvSpPr/>
              <p:nvPr/>
            </p:nvSpPr>
            <p:spPr>
              <a:xfrm>
                <a:off x="4874573" y="4141374"/>
                <a:ext cx="2737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479" extrusionOk="0">
                    <a:moveTo>
                      <a:pt x="27371" y="24479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235" y="19621"/>
                    </a:lnTo>
                    <a:lnTo>
                      <a:pt x="27371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47"/>
              <p:cNvSpPr/>
              <p:nvPr/>
            </p:nvSpPr>
            <p:spPr>
              <a:xfrm>
                <a:off x="4752449" y="4136326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582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0" name="Google Shape;3210;p47"/>
              <p:cNvSpPr/>
              <p:nvPr/>
            </p:nvSpPr>
            <p:spPr>
              <a:xfrm>
                <a:off x="4753400" y="4193857"/>
                <a:ext cx="29936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193"/>
                    </a:lnTo>
                    <a:lnTo>
                      <a:pt x="9599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1" name="Google Shape;3211;p47"/>
              <p:cNvSpPr/>
              <p:nvPr/>
            </p:nvSpPr>
            <p:spPr>
              <a:xfrm>
                <a:off x="4752639" y="4119372"/>
                <a:ext cx="294568" cy="184689"/>
              </a:xfrm>
              <a:custGeom>
                <a:avLst/>
                <a:gdLst/>
                <a:ahLst/>
                <a:cxnLst/>
                <a:rect l="l" t="t" r="r" b="b"/>
                <a:pathLst>
                  <a:path w="294568" h="184689" extrusionOk="0">
                    <a:moveTo>
                      <a:pt x="149304" y="29337"/>
                    </a:moveTo>
                    <a:cubicBezTo>
                      <a:pt x="145419" y="29327"/>
                      <a:pt x="141541" y="29642"/>
                      <a:pt x="137710" y="30289"/>
                    </a:cubicBezTo>
                    <a:cubicBezTo>
                      <a:pt x="132483" y="31051"/>
                      <a:pt x="126685" y="32004"/>
                      <a:pt x="120223" y="33433"/>
                    </a:cubicBezTo>
                    <a:cubicBezTo>
                      <a:pt x="113760" y="34862"/>
                      <a:pt x="107013" y="36481"/>
                      <a:pt x="100075" y="38576"/>
                    </a:cubicBezTo>
                    <a:cubicBezTo>
                      <a:pt x="93278" y="40624"/>
                      <a:pt x="86638" y="43177"/>
                      <a:pt x="80212" y="46196"/>
                    </a:cubicBezTo>
                    <a:lnTo>
                      <a:pt x="131057" y="75533"/>
                    </a:lnTo>
                    <a:lnTo>
                      <a:pt x="140561" y="72295"/>
                    </a:lnTo>
                    <a:cubicBezTo>
                      <a:pt x="153486" y="68008"/>
                      <a:pt x="165651" y="64389"/>
                      <a:pt x="177151" y="61341"/>
                    </a:cubicBezTo>
                    <a:cubicBezTo>
                      <a:pt x="187918" y="58503"/>
                      <a:pt x="198924" y="56683"/>
                      <a:pt x="210034" y="55912"/>
                    </a:cubicBezTo>
                    <a:cubicBezTo>
                      <a:pt x="220155" y="55302"/>
                      <a:pt x="230315" y="56007"/>
                      <a:pt x="240256" y="58007"/>
                    </a:cubicBezTo>
                    <a:cubicBezTo>
                      <a:pt x="250301" y="60179"/>
                      <a:pt x="259929" y="63979"/>
                      <a:pt x="268767" y="69247"/>
                    </a:cubicBezTo>
                    <a:cubicBezTo>
                      <a:pt x="277539" y="73647"/>
                      <a:pt x="285066" y="80200"/>
                      <a:pt x="290626" y="88297"/>
                    </a:cubicBezTo>
                    <a:cubicBezTo>
                      <a:pt x="294313" y="94231"/>
                      <a:pt x="295473" y="101403"/>
                      <a:pt x="293857" y="108204"/>
                    </a:cubicBezTo>
                    <a:cubicBezTo>
                      <a:pt x="291662" y="115662"/>
                      <a:pt x="287566" y="122425"/>
                      <a:pt x="281977" y="127825"/>
                    </a:cubicBezTo>
                    <a:cubicBezTo>
                      <a:pt x="274964" y="134826"/>
                      <a:pt x="267151" y="140960"/>
                      <a:pt x="258693" y="146113"/>
                    </a:cubicBezTo>
                    <a:lnTo>
                      <a:pt x="291006" y="165163"/>
                    </a:lnTo>
                    <a:lnTo>
                      <a:pt x="273424" y="175355"/>
                    </a:lnTo>
                    <a:lnTo>
                      <a:pt x="240826" y="156305"/>
                    </a:lnTo>
                    <a:cubicBezTo>
                      <a:pt x="225287" y="163944"/>
                      <a:pt x="209064" y="170069"/>
                      <a:pt x="192357" y="174593"/>
                    </a:cubicBezTo>
                    <a:cubicBezTo>
                      <a:pt x="174879" y="179508"/>
                      <a:pt x="157007" y="182880"/>
                      <a:pt x="138945" y="184690"/>
                    </a:cubicBezTo>
                    <a:lnTo>
                      <a:pt x="122124" y="154210"/>
                    </a:lnTo>
                    <a:cubicBezTo>
                      <a:pt x="126892" y="154133"/>
                      <a:pt x="131651" y="153781"/>
                      <a:pt x="136379" y="153162"/>
                    </a:cubicBezTo>
                    <a:cubicBezTo>
                      <a:pt x="142747" y="152400"/>
                      <a:pt x="149875" y="151162"/>
                      <a:pt x="157668" y="149447"/>
                    </a:cubicBezTo>
                    <a:cubicBezTo>
                      <a:pt x="165461" y="147733"/>
                      <a:pt x="173824" y="145637"/>
                      <a:pt x="182473" y="143161"/>
                    </a:cubicBezTo>
                    <a:cubicBezTo>
                      <a:pt x="190988" y="140589"/>
                      <a:pt x="199313" y="137408"/>
                      <a:pt x="207373" y="133636"/>
                    </a:cubicBezTo>
                    <a:lnTo>
                      <a:pt x="156812" y="104394"/>
                    </a:lnTo>
                    <a:lnTo>
                      <a:pt x="150160" y="106775"/>
                    </a:lnTo>
                    <a:lnTo>
                      <a:pt x="143317" y="108871"/>
                    </a:lnTo>
                    <a:cubicBezTo>
                      <a:pt x="130582" y="113062"/>
                      <a:pt x="118892" y="116300"/>
                      <a:pt x="108343" y="118396"/>
                    </a:cubicBezTo>
                    <a:cubicBezTo>
                      <a:pt x="98545" y="120672"/>
                      <a:pt x="88552" y="122015"/>
                      <a:pt x="78501" y="122396"/>
                    </a:cubicBezTo>
                    <a:cubicBezTo>
                      <a:pt x="69686" y="122758"/>
                      <a:pt x="60862" y="121929"/>
                      <a:pt x="52271" y="119920"/>
                    </a:cubicBezTo>
                    <a:cubicBezTo>
                      <a:pt x="43701" y="117986"/>
                      <a:pt x="35469" y="114767"/>
                      <a:pt x="27846" y="110395"/>
                    </a:cubicBezTo>
                    <a:cubicBezTo>
                      <a:pt x="19529" y="106013"/>
                      <a:pt x="12316" y="99793"/>
                      <a:pt x="6748" y="92202"/>
                    </a:cubicBezTo>
                    <a:cubicBezTo>
                      <a:pt x="2599" y="86535"/>
                      <a:pt x="581" y="79591"/>
                      <a:pt x="1045" y="72580"/>
                    </a:cubicBezTo>
                    <a:cubicBezTo>
                      <a:pt x="1772" y="65303"/>
                      <a:pt x="4652" y="58398"/>
                      <a:pt x="9314" y="52768"/>
                    </a:cubicBezTo>
                    <a:cubicBezTo>
                      <a:pt x="15159" y="45386"/>
                      <a:pt x="22117" y="38957"/>
                      <a:pt x="29937" y="33718"/>
                    </a:cubicBezTo>
                    <a:lnTo>
                      <a:pt x="0" y="16383"/>
                    </a:lnTo>
                    <a:lnTo>
                      <a:pt x="17582" y="6763"/>
                    </a:lnTo>
                    <a:lnTo>
                      <a:pt x="47044" y="24003"/>
                    </a:lnTo>
                    <a:cubicBezTo>
                      <a:pt x="60959" y="17069"/>
                      <a:pt x="75586" y="11668"/>
                      <a:pt x="90666" y="7906"/>
                    </a:cubicBezTo>
                    <a:cubicBezTo>
                      <a:pt x="105011" y="4286"/>
                      <a:pt x="119585" y="1638"/>
                      <a:pt x="134288" y="0"/>
                    </a:cubicBezTo>
                    <a:close/>
                    <a:moveTo>
                      <a:pt x="62915" y="82677"/>
                    </a:moveTo>
                    <a:cubicBezTo>
                      <a:pt x="69578" y="86553"/>
                      <a:pt x="77297" y="88220"/>
                      <a:pt x="84964" y="87439"/>
                    </a:cubicBezTo>
                    <a:cubicBezTo>
                      <a:pt x="95249" y="86268"/>
                      <a:pt x="105380" y="84001"/>
                      <a:pt x="115186" y="80677"/>
                    </a:cubicBezTo>
                    <a:lnTo>
                      <a:pt x="67667" y="53149"/>
                    </a:lnTo>
                    <a:cubicBezTo>
                      <a:pt x="50180" y="64579"/>
                      <a:pt x="48659" y="74390"/>
                      <a:pt x="62915" y="82677"/>
                    </a:cubicBezTo>
                    <a:close/>
                    <a:moveTo>
                      <a:pt x="229802" y="96679"/>
                    </a:moveTo>
                    <a:cubicBezTo>
                      <a:pt x="222531" y="92678"/>
                      <a:pt x="214149" y="91173"/>
                      <a:pt x="205947" y="92392"/>
                    </a:cubicBezTo>
                    <a:cubicBezTo>
                      <a:pt x="194695" y="93850"/>
                      <a:pt x="183594" y="96307"/>
                      <a:pt x="172779" y="99727"/>
                    </a:cubicBezTo>
                    <a:lnTo>
                      <a:pt x="220298" y="127063"/>
                    </a:lnTo>
                    <a:cubicBezTo>
                      <a:pt x="240379" y="114681"/>
                      <a:pt x="243554" y="104556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12" name="Google Shape;3212;p47"/>
            <p:cNvGrpSpPr/>
            <p:nvPr/>
          </p:nvGrpSpPr>
          <p:grpSpPr>
            <a:xfrm>
              <a:off x="2692590" y="3093401"/>
              <a:ext cx="883852" cy="621030"/>
              <a:chOff x="4502215" y="3835526"/>
              <a:chExt cx="883852" cy="621030"/>
            </a:xfrm>
          </p:grpSpPr>
          <p:sp>
            <p:nvSpPr>
              <p:cNvPr id="3213" name="Google Shape;3213;p47"/>
              <p:cNvSpPr/>
              <p:nvPr/>
            </p:nvSpPr>
            <p:spPr>
              <a:xfrm>
                <a:off x="4502215" y="39450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47"/>
              <p:cNvSpPr/>
              <p:nvPr/>
            </p:nvSpPr>
            <p:spPr>
              <a:xfrm>
                <a:off x="4502310" y="408822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47"/>
              <p:cNvSpPr/>
              <p:nvPr/>
            </p:nvSpPr>
            <p:spPr>
              <a:xfrm>
                <a:off x="5319540" y="409127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47"/>
              <p:cNvSpPr/>
              <p:nvPr/>
            </p:nvSpPr>
            <p:spPr>
              <a:xfrm>
                <a:off x="4502215" y="383552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7" name="Google Shape;3217;p47"/>
              <p:cNvSpPr/>
              <p:nvPr/>
            </p:nvSpPr>
            <p:spPr>
              <a:xfrm>
                <a:off x="4627912" y="3905130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8" name="Google Shape;3218;p47"/>
              <p:cNvSpPr/>
              <p:nvPr/>
            </p:nvSpPr>
            <p:spPr>
              <a:xfrm>
                <a:off x="4628520" y="3927038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631"/>
                    </a:cubicBezTo>
                    <a:cubicBezTo>
                      <a:pt x="415791" y="362069"/>
                      <a:pt x="215451" y="362069"/>
                      <a:pt x="91902" y="290631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9087"/>
                      <a:pt x="34974" y="86415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9" name="Google Shape;3219;p47"/>
              <p:cNvSpPr/>
              <p:nvPr/>
            </p:nvSpPr>
            <p:spPr>
              <a:xfrm>
                <a:off x="4789989" y="4009739"/>
                <a:ext cx="29452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525" h="184880" extrusionOk="0">
                    <a:moveTo>
                      <a:pt x="149495" y="29528"/>
                    </a:moveTo>
                    <a:cubicBezTo>
                      <a:pt x="145608" y="29518"/>
                      <a:pt x="141730" y="29832"/>
                      <a:pt x="137900" y="30480"/>
                    </a:cubicBezTo>
                    <a:cubicBezTo>
                      <a:pt x="132768" y="31147"/>
                      <a:pt x="126876" y="32195"/>
                      <a:pt x="120413" y="33623"/>
                    </a:cubicBezTo>
                    <a:cubicBezTo>
                      <a:pt x="113950" y="35052"/>
                      <a:pt x="107298" y="36671"/>
                      <a:pt x="100360" y="38767"/>
                    </a:cubicBezTo>
                    <a:cubicBezTo>
                      <a:pt x="93573" y="40815"/>
                      <a:pt x="86937" y="43329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579"/>
                      <a:pt x="176960" y="61531"/>
                    </a:cubicBezTo>
                    <a:cubicBezTo>
                      <a:pt x="187728" y="58693"/>
                      <a:pt x="198734" y="56874"/>
                      <a:pt x="209844" y="56102"/>
                    </a:cubicBezTo>
                    <a:cubicBezTo>
                      <a:pt x="219994" y="55493"/>
                      <a:pt x="230191" y="56197"/>
                      <a:pt x="240161" y="58198"/>
                    </a:cubicBezTo>
                    <a:cubicBezTo>
                      <a:pt x="250206" y="60370"/>
                      <a:pt x="259833" y="64170"/>
                      <a:pt x="268672" y="69437"/>
                    </a:cubicBezTo>
                    <a:cubicBezTo>
                      <a:pt x="277444" y="73838"/>
                      <a:pt x="284971" y="80391"/>
                      <a:pt x="290531" y="88487"/>
                    </a:cubicBezTo>
                    <a:cubicBezTo>
                      <a:pt x="294294" y="94355"/>
                      <a:pt x="295463" y="101527"/>
                      <a:pt x="293762" y="108299"/>
                    </a:cubicBezTo>
                    <a:cubicBezTo>
                      <a:pt x="291633" y="115814"/>
                      <a:pt x="287528" y="122625"/>
                      <a:pt x="281882" y="128016"/>
                    </a:cubicBezTo>
                    <a:cubicBezTo>
                      <a:pt x="274906" y="135017"/>
                      <a:pt x="267123" y="141161"/>
                      <a:pt x="258693" y="146304"/>
                    </a:cubicBezTo>
                    <a:lnTo>
                      <a:pt x="291006" y="165354"/>
                    </a:lnTo>
                    <a:lnTo>
                      <a:pt x="273329" y="175546"/>
                    </a:lnTo>
                    <a:lnTo>
                      <a:pt x="240731" y="156496"/>
                    </a:lnTo>
                    <a:cubicBezTo>
                      <a:pt x="225211" y="164163"/>
                      <a:pt x="208979" y="170288"/>
                      <a:pt x="192262" y="174784"/>
                    </a:cubicBezTo>
                    <a:cubicBezTo>
                      <a:pt x="174775" y="179661"/>
                      <a:pt x="156907" y="183032"/>
                      <a:pt x="138850" y="184880"/>
                    </a:cubicBezTo>
                    <a:lnTo>
                      <a:pt x="121839" y="154210"/>
                    </a:lnTo>
                    <a:cubicBezTo>
                      <a:pt x="124975" y="154210"/>
                      <a:pt x="129727" y="154210"/>
                      <a:pt x="136094" y="153162"/>
                    </a:cubicBezTo>
                    <a:cubicBezTo>
                      <a:pt x="142462" y="152114"/>
                      <a:pt x="149495" y="151162"/>
                      <a:pt x="157383" y="149447"/>
                    </a:cubicBezTo>
                    <a:cubicBezTo>
                      <a:pt x="165271" y="147733"/>
                      <a:pt x="173444" y="145637"/>
                      <a:pt x="182188" y="143161"/>
                    </a:cubicBezTo>
                    <a:cubicBezTo>
                      <a:pt x="190684" y="140608"/>
                      <a:pt x="198971" y="137427"/>
                      <a:pt x="206992" y="133636"/>
                    </a:cubicBezTo>
                    <a:lnTo>
                      <a:pt x="156907" y="105061"/>
                    </a:lnTo>
                    <a:cubicBezTo>
                      <a:pt x="154722" y="105918"/>
                      <a:pt x="152536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7" y="121339"/>
                      <a:pt x="88616" y="122682"/>
                      <a:pt x="78596" y="123063"/>
                    </a:cubicBezTo>
                    <a:cubicBezTo>
                      <a:pt x="69750" y="123425"/>
                      <a:pt x="60896" y="122587"/>
                      <a:pt x="52271" y="120587"/>
                    </a:cubicBezTo>
                    <a:cubicBezTo>
                      <a:pt x="43732" y="118643"/>
                      <a:pt x="35532" y="115433"/>
                      <a:pt x="27941" y="111062"/>
                    </a:cubicBezTo>
                    <a:cubicBezTo>
                      <a:pt x="19600" y="106671"/>
                      <a:pt x="12355" y="100460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200" y="82868"/>
                    </a:moveTo>
                    <a:cubicBezTo>
                      <a:pt x="69834" y="86735"/>
                      <a:pt x="77518" y="88402"/>
                      <a:pt x="85154" y="87630"/>
                    </a:cubicBezTo>
                    <a:cubicBezTo>
                      <a:pt x="95470" y="86458"/>
                      <a:pt x="105633" y="84191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849" y="74581"/>
                      <a:pt x="63200" y="82868"/>
                    </a:cubicBezTo>
                    <a:close/>
                    <a:moveTo>
                      <a:pt x="229992" y="96774"/>
                    </a:moveTo>
                    <a:cubicBezTo>
                      <a:pt x="222740" y="92831"/>
                      <a:pt x="214396" y="91354"/>
                      <a:pt x="206232" y="92583"/>
                    </a:cubicBezTo>
                    <a:cubicBezTo>
                      <a:pt x="194951" y="94050"/>
                      <a:pt x="183822" y="96507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586"/>
                      <a:pt x="243677" y="105061"/>
                      <a:pt x="22999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47"/>
              <p:cNvSpPr/>
              <p:nvPr/>
            </p:nvSpPr>
            <p:spPr>
              <a:xfrm>
                <a:off x="4912208" y="414699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47"/>
              <p:cNvSpPr/>
              <p:nvPr/>
            </p:nvSpPr>
            <p:spPr>
              <a:xfrm>
                <a:off x="5039369" y="415785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47"/>
              <p:cNvSpPr/>
              <p:nvPr/>
            </p:nvSpPr>
            <p:spPr>
              <a:xfrm>
                <a:off x="5053434" y="409470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4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3" name="Google Shape;3223;p47"/>
              <p:cNvSpPr/>
              <p:nvPr/>
            </p:nvSpPr>
            <p:spPr>
              <a:xfrm>
                <a:off x="4954595" y="4101083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4" name="Google Shape;3224;p47"/>
              <p:cNvSpPr/>
              <p:nvPr/>
            </p:nvSpPr>
            <p:spPr>
              <a:xfrm>
                <a:off x="4858036" y="4045839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5" name="Google Shape;3225;p47"/>
              <p:cNvSpPr/>
              <p:nvPr/>
            </p:nvSpPr>
            <p:spPr>
              <a:xfrm>
                <a:off x="4912208" y="401478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6" name="Google Shape;3226;p47"/>
              <p:cNvSpPr/>
              <p:nvPr/>
            </p:nvSpPr>
            <p:spPr>
              <a:xfrm>
                <a:off x="4789989" y="4009643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7" name="Google Shape;3227;p47"/>
              <p:cNvSpPr/>
              <p:nvPr/>
            </p:nvSpPr>
            <p:spPr>
              <a:xfrm>
                <a:off x="4790940" y="40671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0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47"/>
              <p:cNvSpPr/>
              <p:nvPr/>
            </p:nvSpPr>
            <p:spPr>
              <a:xfrm>
                <a:off x="4789989" y="3992594"/>
                <a:ext cx="294519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519" h="184499" extrusionOk="0">
                    <a:moveTo>
                      <a:pt x="149495" y="29527"/>
                    </a:moveTo>
                    <a:cubicBezTo>
                      <a:pt x="145608" y="29470"/>
                      <a:pt x="141730" y="29756"/>
                      <a:pt x="137900" y="30384"/>
                    </a:cubicBezTo>
                    <a:cubicBezTo>
                      <a:pt x="132768" y="31147"/>
                      <a:pt x="126876" y="32194"/>
                      <a:pt x="120413" y="33528"/>
                    </a:cubicBezTo>
                    <a:cubicBezTo>
                      <a:pt x="113950" y="34861"/>
                      <a:pt x="107298" y="36671"/>
                      <a:pt x="100360" y="38767"/>
                    </a:cubicBezTo>
                    <a:cubicBezTo>
                      <a:pt x="93559" y="40767"/>
                      <a:pt x="86920" y="43281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484"/>
                      <a:pt x="176960" y="61531"/>
                    </a:cubicBezTo>
                    <a:cubicBezTo>
                      <a:pt x="187709" y="58607"/>
                      <a:pt x="198724" y="56788"/>
                      <a:pt x="209844" y="56102"/>
                    </a:cubicBezTo>
                    <a:cubicBezTo>
                      <a:pt x="219994" y="55407"/>
                      <a:pt x="230191" y="56083"/>
                      <a:pt x="240161" y="58102"/>
                    </a:cubicBezTo>
                    <a:cubicBezTo>
                      <a:pt x="250206" y="60350"/>
                      <a:pt x="259824" y="64179"/>
                      <a:pt x="268672" y="69437"/>
                    </a:cubicBezTo>
                    <a:cubicBezTo>
                      <a:pt x="277454" y="73828"/>
                      <a:pt x="284971" y="80381"/>
                      <a:pt x="290531" y="88487"/>
                    </a:cubicBezTo>
                    <a:cubicBezTo>
                      <a:pt x="294285" y="94392"/>
                      <a:pt x="295454" y="101594"/>
                      <a:pt x="293762" y="108394"/>
                    </a:cubicBezTo>
                    <a:cubicBezTo>
                      <a:pt x="291624" y="115881"/>
                      <a:pt x="287518" y="122663"/>
                      <a:pt x="281882" y="128016"/>
                    </a:cubicBezTo>
                    <a:cubicBezTo>
                      <a:pt x="274906" y="135045"/>
                      <a:pt x="267123" y="141218"/>
                      <a:pt x="258693" y="146399"/>
                    </a:cubicBezTo>
                    <a:lnTo>
                      <a:pt x="291006" y="165449"/>
                    </a:lnTo>
                    <a:lnTo>
                      <a:pt x="273329" y="175641"/>
                    </a:lnTo>
                    <a:lnTo>
                      <a:pt x="240731" y="156591"/>
                    </a:lnTo>
                    <a:cubicBezTo>
                      <a:pt x="225230" y="164335"/>
                      <a:pt x="208988" y="170488"/>
                      <a:pt x="192262" y="174974"/>
                    </a:cubicBezTo>
                    <a:cubicBezTo>
                      <a:pt x="174756" y="179661"/>
                      <a:pt x="156888" y="182842"/>
                      <a:pt x="138850" y="184499"/>
                    </a:cubicBezTo>
                    <a:lnTo>
                      <a:pt x="121839" y="153924"/>
                    </a:lnTo>
                    <a:cubicBezTo>
                      <a:pt x="126609" y="153800"/>
                      <a:pt x="131371" y="153419"/>
                      <a:pt x="136094" y="152781"/>
                    </a:cubicBezTo>
                    <a:cubicBezTo>
                      <a:pt x="143251" y="151962"/>
                      <a:pt x="150359" y="150752"/>
                      <a:pt x="157383" y="149161"/>
                    </a:cubicBezTo>
                    <a:cubicBezTo>
                      <a:pt x="165176" y="147447"/>
                      <a:pt x="173444" y="145351"/>
                      <a:pt x="182188" y="142780"/>
                    </a:cubicBezTo>
                    <a:cubicBezTo>
                      <a:pt x="190684" y="140227"/>
                      <a:pt x="198971" y="137046"/>
                      <a:pt x="206992" y="133255"/>
                    </a:cubicBezTo>
                    <a:lnTo>
                      <a:pt x="156527" y="104013"/>
                    </a:lnTo>
                    <a:lnTo>
                      <a:pt x="149875" y="106299"/>
                    </a:lnTo>
                    <a:lnTo>
                      <a:pt x="142937" y="108394"/>
                    </a:lnTo>
                    <a:cubicBezTo>
                      <a:pt x="130202" y="112585"/>
                      <a:pt x="118607" y="115919"/>
                      <a:pt x="107963" y="117919"/>
                    </a:cubicBezTo>
                    <a:cubicBezTo>
                      <a:pt x="98197" y="120196"/>
                      <a:pt x="88236" y="121539"/>
                      <a:pt x="78216" y="121920"/>
                    </a:cubicBezTo>
                    <a:cubicBezTo>
                      <a:pt x="69371" y="122234"/>
                      <a:pt x="60523" y="121396"/>
                      <a:pt x="51891" y="119443"/>
                    </a:cubicBezTo>
                    <a:cubicBezTo>
                      <a:pt x="43365" y="117462"/>
                      <a:pt x="35170" y="114252"/>
                      <a:pt x="27561" y="109918"/>
                    </a:cubicBezTo>
                    <a:cubicBezTo>
                      <a:pt x="19239" y="105499"/>
                      <a:pt x="12000" y="99288"/>
                      <a:pt x="6368" y="91726"/>
                    </a:cubicBezTo>
                    <a:cubicBezTo>
                      <a:pt x="2298" y="85992"/>
                      <a:pt x="288" y="79038"/>
                      <a:pt x="665" y="72009"/>
                    </a:cubicBezTo>
                    <a:cubicBezTo>
                      <a:pt x="1409" y="64741"/>
                      <a:pt x="4324" y="57874"/>
                      <a:pt x="9029" y="52292"/>
                    </a:cubicBezTo>
                    <a:cubicBezTo>
                      <a:pt x="14865" y="44929"/>
                      <a:pt x="21787" y="38510"/>
                      <a:pt x="29557" y="33242"/>
                    </a:cubicBezTo>
                    <a:lnTo>
                      <a:pt x="0" y="17431"/>
                    </a:lnTo>
                    <a:lnTo>
                      <a:pt x="17677" y="7239"/>
                    </a:lnTo>
                    <a:lnTo>
                      <a:pt x="47329" y="24384"/>
                    </a:lnTo>
                    <a:cubicBezTo>
                      <a:pt x="61240" y="17345"/>
                      <a:pt x="75864" y="11820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00" y="82867"/>
                    </a:moveTo>
                    <a:cubicBezTo>
                      <a:pt x="69850" y="86696"/>
                      <a:pt x="77520" y="88354"/>
                      <a:pt x="85154" y="87630"/>
                    </a:cubicBezTo>
                    <a:cubicBezTo>
                      <a:pt x="95480" y="86468"/>
                      <a:pt x="105647" y="84163"/>
                      <a:pt x="115471" y="80772"/>
                    </a:cubicBezTo>
                    <a:lnTo>
                      <a:pt x="67952" y="53245"/>
                    </a:lnTo>
                    <a:cubicBezTo>
                      <a:pt x="50465" y="65056"/>
                      <a:pt x="48849" y="74581"/>
                      <a:pt x="63200" y="82867"/>
                    </a:cubicBezTo>
                    <a:close/>
                    <a:moveTo>
                      <a:pt x="229992" y="96774"/>
                    </a:moveTo>
                    <a:cubicBezTo>
                      <a:pt x="222731" y="92840"/>
                      <a:pt x="214405" y="91335"/>
                      <a:pt x="206232" y="92488"/>
                    </a:cubicBezTo>
                    <a:cubicBezTo>
                      <a:pt x="194961" y="94002"/>
                      <a:pt x="183832" y="96460"/>
                      <a:pt x="172969" y="99822"/>
                    </a:cubicBezTo>
                    <a:lnTo>
                      <a:pt x="220488" y="127254"/>
                    </a:lnTo>
                    <a:cubicBezTo>
                      <a:pt x="240512" y="114871"/>
                      <a:pt x="243677" y="104708"/>
                      <a:pt x="229992" y="96774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9" name="Google Shape;3229;p47"/>
            <p:cNvGrpSpPr/>
            <p:nvPr/>
          </p:nvGrpSpPr>
          <p:grpSpPr>
            <a:xfrm>
              <a:off x="2665504" y="2962052"/>
              <a:ext cx="883852" cy="621125"/>
              <a:chOff x="4475129" y="3704177"/>
              <a:chExt cx="883852" cy="621125"/>
            </a:xfrm>
          </p:grpSpPr>
          <p:sp>
            <p:nvSpPr>
              <p:cNvPr id="3230" name="Google Shape;3230;p47"/>
              <p:cNvSpPr/>
              <p:nvPr/>
            </p:nvSpPr>
            <p:spPr>
              <a:xfrm>
                <a:off x="4475129" y="3813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1" name="Google Shape;3231;p47"/>
              <p:cNvSpPr/>
              <p:nvPr/>
            </p:nvSpPr>
            <p:spPr>
              <a:xfrm>
                <a:off x="4475224" y="395687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8009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2" name="Google Shape;3232;p47"/>
              <p:cNvSpPr/>
              <p:nvPr/>
            </p:nvSpPr>
            <p:spPr>
              <a:xfrm>
                <a:off x="5292454" y="3959923"/>
                <a:ext cx="66431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162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47"/>
              <p:cNvSpPr/>
              <p:nvPr/>
            </p:nvSpPr>
            <p:spPr>
              <a:xfrm>
                <a:off x="4475129" y="370417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4" name="Google Shape;3234;p47"/>
              <p:cNvSpPr/>
              <p:nvPr/>
            </p:nvSpPr>
            <p:spPr>
              <a:xfrm>
                <a:off x="4600749" y="3773876"/>
                <a:ext cx="632686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22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5" y="383882"/>
                      <a:pt x="216136" y="383882"/>
                      <a:pt x="92586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6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3" y="143566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5" name="Google Shape;3235;p47"/>
              <p:cNvSpPr/>
              <p:nvPr/>
            </p:nvSpPr>
            <p:spPr>
              <a:xfrm>
                <a:off x="4601339" y="3795784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553" y="86606"/>
                      <a:pt x="626965" y="128992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47"/>
              <p:cNvSpPr/>
              <p:nvPr/>
            </p:nvSpPr>
            <p:spPr>
              <a:xfrm>
                <a:off x="4762903" y="3878294"/>
                <a:ext cx="294875" cy="184975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975" extrusionOk="0">
                    <a:moveTo>
                      <a:pt x="149875" y="29718"/>
                    </a:moveTo>
                    <a:cubicBezTo>
                      <a:pt x="145992" y="29661"/>
                      <a:pt x="142113" y="29946"/>
                      <a:pt x="138280" y="30575"/>
                    </a:cubicBezTo>
                    <a:cubicBezTo>
                      <a:pt x="133053" y="31337"/>
                      <a:pt x="127256" y="32385"/>
                      <a:pt x="120793" y="33718"/>
                    </a:cubicBezTo>
                    <a:cubicBezTo>
                      <a:pt x="114331" y="35052"/>
                      <a:pt x="107583" y="36862"/>
                      <a:pt x="100645" y="38957"/>
                    </a:cubicBezTo>
                    <a:cubicBezTo>
                      <a:pt x="93881" y="40976"/>
                      <a:pt x="87273" y="43491"/>
                      <a:pt x="80877" y="46482"/>
                    </a:cubicBezTo>
                    <a:lnTo>
                      <a:pt x="130867" y="75914"/>
                    </a:lnTo>
                    <a:lnTo>
                      <a:pt x="140371" y="72676"/>
                    </a:lnTo>
                    <a:cubicBezTo>
                      <a:pt x="153296" y="68389"/>
                      <a:pt x="165461" y="64770"/>
                      <a:pt x="176960" y="61722"/>
                    </a:cubicBezTo>
                    <a:cubicBezTo>
                      <a:pt x="187719" y="58836"/>
                      <a:pt x="198734" y="57017"/>
                      <a:pt x="209844" y="56292"/>
                    </a:cubicBezTo>
                    <a:cubicBezTo>
                      <a:pt x="219965" y="55607"/>
                      <a:pt x="230125" y="56274"/>
                      <a:pt x="240066" y="58293"/>
                    </a:cubicBezTo>
                    <a:cubicBezTo>
                      <a:pt x="250273" y="60503"/>
                      <a:pt x="260052" y="64322"/>
                      <a:pt x="269052" y="69628"/>
                    </a:cubicBezTo>
                    <a:cubicBezTo>
                      <a:pt x="277834" y="74019"/>
                      <a:pt x="285351" y="80572"/>
                      <a:pt x="290911" y="88678"/>
                    </a:cubicBezTo>
                    <a:cubicBezTo>
                      <a:pt x="294627" y="94602"/>
                      <a:pt x="295796" y="101784"/>
                      <a:pt x="294142" y="108585"/>
                    </a:cubicBezTo>
                    <a:cubicBezTo>
                      <a:pt x="292032" y="116081"/>
                      <a:pt x="287927" y="122863"/>
                      <a:pt x="282262" y="128206"/>
                    </a:cubicBezTo>
                    <a:cubicBezTo>
                      <a:pt x="275287" y="135236"/>
                      <a:pt x="267503" y="141408"/>
                      <a:pt x="259073" y="146590"/>
                    </a:cubicBezTo>
                    <a:lnTo>
                      <a:pt x="291386" y="165640"/>
                    </a:lnTo>
                    <a:lnTo>
                      <a:pt x="273424" y="175641"/>
                    </a:lnTo>
                    <a:lnTo>
                      <a:pt x="240826" y="156591"/>
                    </a:lnTo>
                    <a:cubicBezTo>
                      <a:pt x="225325" y="164335"/>
                      <a:pt x="209083" y="170488"/>
                      <a:pt x="192357" y="174974"/>
                    </a:cubicBezTo>
                    <a:cubicBezTo>
                      <a:pt x="174870" y="179813"/>
                      <a:pt x="157003" y="183156"/>
                      <a:pt x="138945" y="184975"/>
                    </a:cubicBezTo>
                    <a:lnTo>
                      <a:pt x="121934" y="154400"/>
                    </a:lnTo>
                    <a:cubicBezTo>
                      <a:pt x="125070" y="154400"/>
                      <a:pt x="129727" y="154400"/>
                      <a:pt x="136094" y="153352"/>
                    </a:cubicBezTo>
                    <a:cubicBezTo>
                      <a:pt x="142462" y="152305"/>
                      <a:pt x="149590" y="151352"/>
                      <a:pt x="157478" y="149638"/>
                    </a:cubicBezTo>
                    <a:cubicBezTo>
                      <a:pt x="165366" y="147923"/>
                      <a:pt x="173539" y="145828"/>
                      <a:pt x="182283" y="143256"/>
                    </a:cubicBezTo>
                    <a:cubicBezTo>
                      <a:pt x="190769" y="140684"/>
                      <a:pt x="199057" y="137503"/>
                      <a:pt x="207087" y="133731"/>
                    </a:cubicBezTo>
                    <a:lnTo>
                      <a:pt x="156527" y="104489"/>
                    </a:lnTo>
                    <a:lnTo>
                      <a:pt x="149970" y="106775"/>
                    </a:lnTo>
                    <a:lnTo>
                      <a:pt x="143032" y="108966"/>
                    </a:lnTo>
                    <a:cubicBezTo>
                      <a:pt x="130297" y="113062"/>
                      <a:pt x="118702" y="116396"/>
                      <a:pt x="108058" y="118491"/>
                    </a:cubicBezTo>
                    <a:cubicBezTo>
                      <a:pt x="98291" y="120767"/>
                      <a:pt x="88331" y="122101"/>
                      <a:pt x="78311" y="122491"/>
                    </a:cubicBezTo>
                    <a:cubicBezTo>
                      <a:pt x="69466" y="122806"/>
                      <a:pt x="60618" y="121968"/>
                      <a:pt x="51986" y="120015"/>
                    </a:cubicBezTo>
                    <a:cubicBezTo>
                      <a:pt x="43454" y="118053"/>
                      <a:pt x="35257" y="114843"/>
                      <a:pt x="27656" y="110490"/>
                    </a:cubicBezTo>
                    <a:cubicBezTo>
                      <a:pt x="19316" y="106099"/>
                      <a:pt x="12072" y="99879"/>
                      <a:pt x="6463" y="92297"/>
                    </a:cubicBezTo>
                    <a:cubicBezTo>
                      <a:pt x="2407" y="86592"/>
                      <a:pt x="397" y="79677"/>
                      <a:pt x="760" y="72676"/>
                    </a:cubicBezTo>
                    <a:cubicBezTo>
                      <a:pt x="1486" y="65379"/>
                      <a:pt x="4402" y="58464"/>
                      <a:pt x="9124" y="52864"/>
                    </a:cubicBezTo>
                    <a:cubicBezTo>
                      <a:pt x="14936" y="45482"/>
                      <a:pt x="21863" y="39052"/>
                      <a:pt x="29652" y="33814"/>
                    </a:cubicBezTo>
                    <a:lnTo>
                      <a:pt x="0" y="17431"/>
                    </a:lnTo>
                    <a:lnTo>
                      <a:pt x="17582" y="7239"/>
                    </a:lnTo>
                    <a:lnTo>
                      <a:pt x="47234" y="24479"/>
                    </a:lnTo>
                    <a:cubicBezTo>
                      <a:pt x="61137" y="17393"/>
                      <a:pt x="75762" y="1183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485" y="83058"/>
                    </a:moveTo>
                    <a:cubicBezTo>
                      <a:pt x="70169" y="86887"/>
                      <a:pt x="77870" y="88544"/>
                      <a:pt x="85534" y="87821"/>
                    </a:cubicBezTo>
                    <a:cubicBezTo>
                      <a:pt x="95830" y="86668"/>
                      <a:pt x="105967" y="84363"/>
                      <a:pt x="115756" y="80963"/>
                    </a:cubicBezTo>
                    <a:lnTo>
                      <a:pt x="68237" y="53435"/>
                    </a:lnTo>
                    <a:cubicBezTo>
                      <a:pt x="50370" y="65056"/>
                      <a:pt x="48849" y="74581"/>
                      <a:pt x="63105" y="83058"/>
                    </a:cubicBezTo>
                    <a:close/>
                    <a:moveTo>
                      <a:pt x="230372" y="96964"/>
                    </a:moveTo>
                    <a:cubicBezTo>
                      <a:pt x="223092" y="93002"/>
                      <a:pt x="214710" y="91526"/>
                      <a:pt x="206517" y="92773"/>
                    </a:cubicBezTo>
                    <a:cubicBezTo>
                      <a:pt x="195274" y="94202"/>
                      <a:pt x="184174" y="96631"/>
                      <a:pt x="173349" y="100013"/>
                    </a:cubicBezTo>
                    <a:lnTo>
                      <a:pt x="220868" y="127444"/>
                    </a:lnTo>
                    <a:cubicBezTo>
                      <a:pt x="240636" y="115062"/>
                      <a:pt x="243677" y="104899"/>
                      <a:pt x="229992" y="969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47"/>
              <p:cNvSpPr/>
              <p:nvPr/>
            </p:nvSpPr>
            <p:spPr>
              <a:xfrm>
                <a:off x="4885122" y="4015740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47"/>
              <p:cNvSpPr/>
              <p:nvPr/>
            </p:nvSpPr>
            <p:spPr>
              <a:xfrm>
                <a:off x="5012188" y="402659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47"/>
              <p:cNvSpPr/>
              <p:nvPr/>
            </p:nvSpPr>
            <p:spPr>
              <a:xfrm>
                <a:off x="5026348" y="3963352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0" name="Google Shape;3240;p47"/>
              <p:cNvSpPr/>
              <p:nvPr/>
            </p:nvSpPr>
            <p:spPr>
              <a:xfrm>
                <a:off x="4927509" y="396973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47"/>
              <p:cNvSpPr/>
              <p:nvPr/>
            </p:nvSpPr>
            <p:spPr>
              <a:xfrm>
                <a:off x="4830855" y="3914584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47"/>
              <p:cNvSpPr/>
              <p:nvPr/>
            </p:nvSpPr>
            <p:spPr>
              <a:xfrm>
                <a:off x="4885122" y="3883437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3" name="Google Shape;3243;p47"/>
              <p:cNvSpPr/>
              <p:nvPr/>
            </p:nvSpPr>
            <p:spPr>
              <a:xfrm>
                <a:off x="4762903" y="387838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47"/>
              <p:cNvSpPr/>
              <p:nvPr/>
            </p:nvSpPr>
            <p:spPr>
              <a:xfrm>
                <a:off x="4763854" y="393601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47"/>
              <p:cNvSpPr/>
              <p:nvPr/>
            </p:nvSpPr>
            <p:spPr>
              <a:xfrm>
                <a:off x="4762618" y="3860577"/>
                <a:ext cx="29516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5547" extrusionOk="0">
                    <a:moveTo>
                      <a:pt x="150160" y="30194"/>
                    </a:moveTo>
                    <a:cubicBezTo>
                      <a:pt x="146275" y="30185"/>
                      <a:pt x="142396" y="30499"/>
                      <a:pt x="138565" y="31147"/>
                    </a:cubicBezTo>
                    <a:cubicBezTo>
                      <a:pt x="133338" y="31909"/>
                      <a:pt x="127541" y="32956"/>
                      <a:pt x="121078" y="34290"/>
                    </a:cubicBezTo>
                    <a:cubicBezTo>
                      <a:pt x="114616" y="35623"/>
                      <a:pt x="107868" y="37433"/>
                      <a:pt x="100930" y="39529"/>
                    </a:cubicBezTo>
                    <a:cubicBezTo>
                      <a:pt x="94166" y="41548"/>
                      <a:pt x="87558" y="44063"/>
                      <a:pt x="81162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912" y="95174"/>
                      <a:pt x="296081" y="102356"/>
                      <a:pt x="294427" y="109156"/>
                    </a:cubicBezTo>
                    <a:cubicBezTo>
                      <a:pt x="292289" y="116643"/>
                      <a:pt x="288183" y="123425"/>
                      <a:pt x="282548" y="128778"/>
                    </a:cubicBezTo>
                    <a:cubicBezTo>
                      <a:pt x="275572" y="135807"/>
                      <a:pt x="267788" y="141980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56" y="154848"/>
                      <a:pt x="131684" y="154467"/>
                      <a:pt x="136379" y="153829"/>
                    </a:cubicBezTo>
                    <a:cubicBezTo>
                      <a:pt x="143567" y="153010"/>
                      <a:pt x="150702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6" y="121244"/>
                      <a:pt x="88616" y="122577"/>
                      <a:pt x="78596" y="122968"/>
                    </a:cubicBezTo>
                    <a:cubicBezTo>
                      <a:pt x="69751" y="123282"/>
                      <a:pt x="60903" y="122444"/>
                      <a:pt x="52271" y="120491"/>
                    </a:cubicBezTo>
                    <a:cubicBezTo>
                      <a:pt x="43728" y="118567"/>
                      <a:pt x="35526" y="115348"/>
                      <a:pt x="27941" y="110966"/>
                    </a:cubicBezTo>
                    <a:cubicBezTo>
                      <a:pt x="19562" y="106632"/>
                      <a:pt x="12305" y="100403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789" y="65856"/>
                      <a:pt x="4703" y="58950"/>
                      <a:pt x="9409" y="53340"/>
                    </a:cubicBezTo>
                    <a:cubicBezTo>
                      <a:pt x="15218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3770" y="83629"/>
                    </a:moveTo>
                    <a:cubicBezTo>
                      <a:pt x="70454" y="87459"/>
                      <a:pt x="78155" y="89116"/>
                      <a:pt x="85819" y="88392"/>
                    </a:cubicBezTo>
                    <a:cubicBezTo>
                      <a:pt x="96108" y="87192"/>
                      <a:pt x="106239" y="84887"/>
                      <a:pt x="116041" y="81534"/>
                    </a:cubicBezTo>
                    <a:lnTo>
                      <a:pt x="68522" y="54007"/>
                    </a:lnTo>
                    <a:cubicBezTo>
                      <a:pt x="50655" y="65437"/>
                      <a:pt x="49135" y="75343"/>
                      <a:pt x="63390" y="83629"/>
                    </a:cubicBezTo>
                    <a:close/>
                    <a:moveTo>
                      <a:pt x="230657" y="97536"/>
                    </a:moveTo>
                    <a:cubicBezTo>
                      <a:pt x="223387" y="93536"/>
                      <a:pt x="215004" y="92030"/>
                      <a:pt x="206802" y="93250"/>
                    </a:cubicBezTo>
                    <a:cubicBezTo>
                      <a:pt x="195559" y="94764"/>
                      <a:pt x="184469" y="97222"/>
                      <a:pt x="173634" y="100584"/>
                    </a:cubicBezTo>
                    <a:lnTo>
                      <a:pt x="221153" y="127921"/>
                    </a:lnTo>
                    <a:cubicBezTo>
                      <a:pt x="240731" y="115634"/>
                      <a:pt x="243962" y="105442"/>
                      <a:pt x="23027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6" name="Google Shape;3246;p47"/>
            <p:cNvGrpSpPr/>
            <p:nvPr/>
          </p:nvGrpSpPr>
          <p:grpSpPr>
            <a:xfrm>
              <a:off x="2665504" y="2818605"/>
              <a:ext cx="883852" cy="621125"/>
              <a:chOff x="4475129" y="3560730"/>
              <a:chExt cx="883852" cy="621125"/>
            </a:xfrm>
          </p:grpSpPr>
          <p:sp>
            <p:nvSpPr>
              <p:cNvPr id="3247" name="Google Shape;3247;p47"/>
              <p:cNvSpPr/>
              <p:nvPr/>
            </p:nvSpPr>
            <p:spPr>
              <a:xfrm>
                <a:off x="4475129" y="367036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47"/>
              <p:cNvSpPr/>
              <p:nvPr/>
            </p:nvSpPr>
            <p:spPr>
              <a:xfrm>
                <a:off x="4475224" y="3813428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47"/>
              <p:cNvSpPr/>
              <p:nvPr/>
            </p:nvSpPr>
            <p:spPr>
              <a:xfrm>
                <a:off x="5292454" y="3816476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47"/>
              <p:cNvSpPr/>
              <p:nvPr/>
            </p:nvSpPr>
            <p:spPr>
              <a:xfrm>
                <a:off x="4475129" y="356073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47"/>
              <p:cNvSpPr/>
              <p:nvPr/>
            </p:nvSpPr>
            <p:spPr>
              <a:xfrm>
                <a:off x="4600749" y="3630358"/>
                <a:ext cx="632686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93" extrusionOk="0">
                    <a:moveTo>
                      <a:pt x="632116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646" y="92202"/>
                      <a:pt x="637343" y="143637"/>
                      <a:pt x="632116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47"/>
              <p:cNvSpPr/>
              <p:nvPr/>
            </p:nvSpPr>
            <p:spPr>
              <a:xfrm>
                <a:off x="4601339" y="3652337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553" y="86606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47"/>
              <p:cNvSpPr/>
              <p:nvPr/>
            </p:nvSpPr>
            <p:spPr>
              <a:xfrm>
                <a:off x="4762618" y="3735419"/>
                <a:ext cx="295161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4403" extrusionOk="0">
                    <a:moveTo>
                      <a:pt x="150160" y="29146"/>
                    </a:moveTo>
                    <a:cubicBezTo>
                      <a:pt x="146278" y="29089"/>
                      <a:pt x="142398" y="29375"/>
                      <a:pt x="138565" y="30004"/>
                    </a:cubicBezTo>
                    <a:cubicBezTo>
                      <a:pt x="133338" y="30766"/>
                      <a:pt x="127541" y="31813"/>
                      <a:pt x="121078" y="33147"/>
                    </a:cubicBezTo>
                    <a:cubicBezTo>
                      <a:pt x="114616" y="34480"/>
                      <a:pt x="107868" y="36290"/>
                      <a:pt x="100930" y="38386"/>
                    </a:cubicBezTo>
                    <a:cubicBezTo>
                      <a:pt x="94166" y="40405"/>
                      <a:pt x="87558" y="42919"/>
                      <a:pt x="81162" y="45910"/>
                    </a:cubicBezTo>
                    <a:lnTo>
                      <a:pt x="131152" y="75342"/>
                    </a:lnTo>
                    <a:lnTo>
                      <a:pt x="140656" y="72104"/>
                    </a:lnTo>
                    <a:cubicBezTo>
                      <a:pt x="153581" y="67818"/>
                      <a:pt x="165746" y="64198"/>
                      <a:pt x="177246" y="61150"/>
                    </a:cubicBezTo>
                    <a:cubicBezTo>
                      <a:pt x="187994" y="58217"/>
                      <a:pt x="199009" y="56397"/>
                      <a:pt x="210129" y="55721"/>
                    </a:cubicBezTo>
                    <a:cubicBezTo>
                      <a:pt x="220250" y="55035"/>
                      <a:pt x="230410" y="55702"/>
                      <a:pt x="240351" y="57721"/>
                    </a:cubicBezTo>
                    <a:cubicBezTo>
                      <a:pt x="250558" y="59931"/>
                      <a:pt x="260337" y="63751"/>
                      <a:pt x="269337" y="69056"/>
                    </a:cubicBezTo>
                    <a:cubicBezTo>
                      <a:pt x="278119" y="73447"/>
                      <a:pt x="285636" y="80000"/>
                      <a:pt x="291196" y="88106"/>
                    </a:cubicBezTo>
                    <a:cubicBezTo>
                      <a:pt x="294912" y="94031"/>
                      <a:pt x="296081" y="101212"/>
                      <a:pt x="294427" y="108013"/>
                    </a:cubicBezTo>
                    <a:cubicBezTo>
                      <a:pt x="292289" y="115500"/>
                      <a:pt x="288183" y="122282"/>
                      <a:pt x="282548" y="127635"/>
                    </a:cubicBezTo>
                    <a:cubicBezTo>
                      <a:pt x="275572" y="134664"/>
                      <a:pt x="267788" y="140836"/>
                      <a:pt x="259358" y="146018"/>
                    </a:cubicBezTo>
                    <a:lnTo>
                      <a:pt x="291671" y="165068"/>
                    </a:lnTo>
                    <a:lnTo>
                      <a:pt x="273709" y="175069"/>
                    </a:lnTo>
                    <a:lnTo>
                      <a:pt x="241111" y="156019"/>
                    </a:lnTo>
                    <a:cubicBezTo>
                      <a:pt x="225610" y="163763"/>
                      <a:pt x="209368" y="169916"/>
                      <a:pt x="192642" y="174403"/>
                    </a:cubicBezTo>
                    <a:cubicBezTo>
                      <a:pt x="175155" y="179241"/>
                      <a:pt x="157288" y="182585"/>
                      <a:pt x="139230" y="184404"/>
                    </a:cubicBezTo>
                    <a:lnTo>
                      <a:pt x="122219" y="153829"/>
                    </a:lnTo>
                    <a:cubicBezTo>
                      <a:pt x="126956" y="153705"/>
                      <a:pt x="131684" y="153324"/>
                      <a:pt x="136379" y="152686"/>
                    </a:cubicBezTo>
                    <a:cubicBezTo>
                      <a:pt x="143567" y="151867"/>
                      <a:pt x="150702" y="150657"/>
                      <a:pt x="157763" y="149066"/>
                    </a:cubicBezTo>
                    <a:cubicBezTo>
                      <a:pt x="165556" y="147352"/>
                      <a:pt x="173824" y="145256"/>
                      <a:pt x="182568" y="142684"/>
                    </a:cubicBezTo>
                    <a:cubicBezTo>
                      <a:pt x="191055" y="140113"/>
                      <a:pt x="199342" y="136931"/>
                      <a:pt x="207373" y="133159"/>
                    </a:cubicBezTo>
                    <a:lnTo>
                      <a:pt x="156812" y="103917"/>
                    </a:lnTo>
                    <a:lnTo>
                      <a:pt x="150255" y="106204"/>
                    </a:lnTo>
                    <a:lnTo>
                      <a:pt x="143317" y="108299"/>
                    </a:lnTo>
                    <a:cubicBezTo>
                      <a:pt x="130582" y="112490"/>
                      <a:pt x="118987" y="115824"/>
                      <a:pt x="108343" y="117824"/>
                    </a:cubicBezTo>
                    <a:cubicBezTo>
                      <a:pt x="98576" y="120101"/>
                      <a:pt x="88616" y="121434"/>
                      <a:pt x="78596" y="121825"/>
                    </a:cubicBezTo>
                    <a:cubicBezTo>
                      <a:pt x="69751" y="122139"/>
                      <a:pt x="60903" y="121310"/>
                      <a:pt x="52271" y="119348"/>
                    </a:cubicBezTo>
                    <a:cubicBezTo>
                      <a:pt x="43739" y="117386"/>
                      <a:pt x="35542" y="114176"/>
                      <a:pt x="27941" y="109823"/>
                    </a:cubicBezTo>
                    <a:cubicBezTo>
                      <a:pt x="19602" y="105432"/>
                      <a:pt x="12357" y="99212"/>
                      <a:pt x="6748" y="91630"/>
                    </a:cubicBezTo>
                    <a:cubicBezTo>
                      <a:pt x="2678" y="85896"/>
                      <a:pt x="668" y="78943"/>
                      <a:pt x="1045" y="71914"/>
                    </a:cubicBezTo>
                    <a:cubicBezTo>
                      <a:pt x="1790" y="64646"/>
                      <a:pt x="4704" y="57778"/>
                      <a:pt x="9409" y="52197"/>
                    </a:cubicBezTo>
                    <a:cubicBezTo>
                      <a:pt x="15221" y="44815"/>
                      <a:pt x="22148" y="38386"/>
                      <a:pt x="29937" y="33147"/>
                    </a:cubicBezTo>
                    <a:lnTo>
                      <a:pt x="0" y="15811"/>
                    </a:lnTo>
                    <a:lnTo>
                      <a:pt x="17582" y="5620"/>
                    </a:lnTo>
                    <a:lnTo>
                      <a:pt x="47234" y="22765"/>
                    </a:lnTo>
                    <a:cubicBezTo>
                      <a:pt x="61313" y="16288"/>
                      <a:pt x="76028" y="11306"/>
                      <a:pt x="91141" y="7906"/>
                    </a:cubicBezTo>
                    <a:cubicBezTo>
                      <a:pt x="105477" y="4238"/>
                      <a:pt x="120054" y="1591"/>
                      <a:pt x="134764" y="0"/>
                    </a:cubicBezTo>
                    <a:close/>
                    <a:moveTo>
                      <a:pt x="63770" y="82486"/>
                    </a:moveTo>
                    <a:cubicBezTo>
                      <a:pt x="70454" y="86315"/>
                      <a:pt x="78155" y="87973"/>
                      <a:pt x="85819" y="87249"/>
                    </a:cubicBezTo>
                    <a:cubicBezTo>
                      <a:pt x="96116" y="86096"/>
                      <a:pt x="106252" y="83791"/>
                      <a:pt x="116041" y="80391"/>
                    </a:cubicBezTo>
                    <a:lnTo>
                      <a:pt x="68522" y="52864"/>
                    </a:lnTo>
                    <a:cubicBezTo>
                      <a:pt x="50655" y="64389"/>
                      <a:pt x="49135" y="74581"/>
                      <a:pt x="63390" y="82486"/>
                    </a:cubicBezTo>
                    <a:close/>
                    <a:moveTo>
                      <a:pt x="230657" y="96393"/>
                    </a:moveTo>
                    <a:cubicBezTo>
                      <a:pt x="223377" y="92430"/>
                      <a:pt x="214995" y="90954"/>
                      <a:pt x="206802" y="92202"/>
                    </a:cubicBezTo>
                    <a:cubicBezTo>
                      <a:pt x="195559" y="93631"/>
                      <a:pt x="184459" y="96060"/>
                      <a:pt x="173634" y="99441"/>
                    </a:cubicBezTo>
                    <a:lnTo>
                      <a:pt x="221153" y="126873"/>
                    </a:lnTo>
                    <a:cubicBezTo>
                      <a:pt x="240921" y="114490"/>
                      <a:pt x="243962" y="104327"/>
                      <a:pt x="230277" y="9639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47"/>
              <p:cNvSpPr/>
              <p:nvPr/>
            </p:nvSpPr>
            <p:spPr>
              <a:xfrm>
                <a:off x="4885122" y="387229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47"/>
              <p:cNvSpPr/>
              <p:nvPr/>
            </p:nvSpPr>
            <p:spPr>
              <a:xfrm>
                <a:off x="5012188" y="3883151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6" name="Google Shape;3256;p47"/>
              <p:cNvSpPr/>
              <p:nvPr/>
            </p:nvSpPr>
            <p:spPr>
              <a:xfrm>
                <a:off x="5026348" y="381990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47"/>
              <p:cNvSpPr/>
              <p:nvPr/>
            </p:nvSpPr>
            <p:spPr>
              <a:xfrm>
                <a:off x="4927509" y="3826287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47"/>
              <p:cNvSpPr/>
              <p:nvPr/>
            </p:nvSpPr>
            <p:spPr>
              <a:xfrm>
                <a:off x="4830855" y="3771042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239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47"/>
              <p:cNvSpPr/>
              <p:nvPr/>
            </p:nvSpPr>
            <p:spPr>
              <a:xfrm>
                <a:off x="4885122" y="373999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47"/>
              <p:cNvSpPr/>
              <p:nvPr/>
            </p:nvSpPr>
            <p:spPr>
              <a:xfrm>
                <a:off x="4762903" y="3734942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47"/>
              <p:cNvSpPr/>
              <p:nvPr/>
            </p:nvSpPr>
            <p:spPr>
              <a:xfrm>
                <a:off x="4763854" y="3792188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47"/>
              <p:cNvSpPr/>
              <p:nvPr/>
            </p:nvSpPr>
            <p:spPr>
              <a:xfrm>
                <a:off x="4762903" y="3717226"/>
                <a:ext cx="294875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451" extrusionOk="0">
                    <a:moveTo>
                      <a:pt x="149875" y="30099"/>
                    </a:moveTo>
                    <a:cubicBezTo>
                      <a:pt x="145990" y="30089"/>
                      <a:pt x="142111" y="30404"/>
                      <a:pt x="138280" y="31051"/>
                    </a:cubicBezTo>
                    <a:cubicBezTo>
                      <a:pt x="133053" y="31813"/>
                      <a:pt x="127256" y="32861"/>
                      <a:pt x="120793" y="34195"/>
                    </a:cubicBezTo>
                    <a:cubicBezTo>
                      <a:pt x="114331" y="35528"/>
                      <a:pt x="107583" y="37338"/>
                      <a:pt x="100645" y="39433"/>
                    </a:cubicBezTo>
                    <a:cubicBezTo>
                      <a:pt x="93881" y="41453"/>
                      <a:pt x="87273" y="43967"/>
                      <a:pt x="80877" y="46958"/>
                    </a:cubicBezTo>
                    <a:lnTo>
                      <a:pt x="130867" y="76390"/>
                    </a:lnTo>
                    <a:lnTo>
                      <a:pt x="140371" y="73152"/>
                    </a:lnTo>
                    <a:cubicBezTo>
                      <a:pt x="153296" y="68866"/>
                      <a:pt x="165461" y="65151"/>
                      <a:pt x="176960" y="62198"/>
                    </a:cubicBezTo>
                    <a:cubicBezTo>
                      <a:pt x="187709" y="59264"/>
                      <a:pt x="198724" y="57445"/>
                      <a:pt x="209844" y="56769"/>
                    </a:cubicBezTo>
                    <a:cubicBezTo>
                      <a:pt x="219965" y="56083"/>
                      <a:pt x="230125" y="56750"/>
                      <a:pt x="240066" y="58769"/>
                    </a:cubicBezTo>
                    <a:cubicBezTo>
                      <a:pt x="250282" y="60922"/>
                      <a:pt x="260081" y="64751"/>
                      <a:pt x="269052" y="70104"/>
                    </a:cubicBezTo>
                    <a:cubicBezTo>
                      <a:pt x="277834" y="74495"/>
                      <a:pt x="285351" y="81048"/>
                      <a:pt x="290911" y="89154"/>
                    </a:cubicBezTo>
                    <a:cubicBezTo>
                      <a:pt x="294627" y="95079"/>
                      <a:pt x="295796" y="102260"/>
                      <a:pt x="294142" y="109061"/>
                    </a:cubicBezTo>
                    <a:cubicBezTo>
                      <a:pt x="291985" y="116538"/>
                      <a:pt x="287889" y="123311"/>
                      <a:pt x="282262" y="128683"/>
                    </a:cubicBezTo>
                    <a:cubicBezTo>
                      <a:pt x="275287" y="135712"/>
                      <a:pt x="267503" y="141884"/>
                      <a:pt x="259073" y="147066"/>
                    </a:cubicBezTo>
                    <a:lnTo>
                      <a:pt x="291386" y="166116"/>
                    </a:lnTo>
                    <a:lnTo>
                      <a:pt x="273424" y="176117"/>
                    </a:lnTo>
                    <a:lnTo>
                      <a:pt x="240826" y="157067"/>
                    </a:lnTo>
                    <a:cubicBezTo>
                      <a:pt x="225306" y="164773"/>
                      <a:pt x="209074" y="170926"/>
                      <a:pt x="192357" y="175450"/>
                    </a:cubicBezTo>
                    <a:cubicBezTo>
                      <a:pt x="174870" y="180289"/>
                      <a:pt x="157003" y="183632"/>
                      <a:pt x="138945" y="185452"/>
                    </a:cubicBezTo>
                    <a:lnTo>
                      <a:pt x="121934" y="154876"/>
                    </a:lnTo>
                    <a:cubicBezTo>
                      <a:pt x="126671" y="154752"/>
                      <a:pt x="131398" y="154372"/>
                      <a:pt x="136094" y="153733"/>
                    </a:cubicBezTo>
                    <a:cubicBezTo>
                      <a:pt x="143282" y="152914"/>
                      <a:pt x="150416" y="151705"/>
                      <a:pt x="157478" y="150114"/>
                    </a:cubicBezTo>
                    <a:cubicBezTo>
                      <a:pt x="165271" y="148399"/>
                      <a:pt x="173539" y="146304"/>
                      <a:pt x="182283" y="143732"/>
                    </a:cubicBezTo>
                    <a:cubicBezTo>
                      <a:pt x="190769" y="141160"/>
                      <a:pt x="199057" y="137979"/>
                      <a:pt x="207087" y="134207"/>
                    </a:cubicBezTo>
                    <a:lnTo>
                      <a:pt x="156527" y="104965"/>
                    </a:lnTo>
                    <a:lnTo>
                      <a:pt x="149970" y="107251"/>
                    </a:lnTo>
                    <a:lnTo>
                      <a:pt x="143032" y="109347"/>
                    </a:lnTo>
                    <a:cubicBezTo>
                      <a:pt x="130297" y="113538"/>
                      <a:pt x="118702" y="116872"/>
                      <a:pt x="108058" y="118872"/>
                    </a:cubicBezTo>
                    <a:cubicBezTo>
                      <a:pt x="98291" y="121148"/>
                      <a:pt x="88331" y="122482"/>
                      <a:pt x="78311" y="122872"/>
                    </a:cubicBezTo>
                    <a:cubicBezTo>
                      <a:pt x="69466" y="123187"/>
                      <a:pt x="60618" y="122349"/>
                      <a:pt x="51986" y="120396"/>
                    </a:cubicBezTo>
                    <a:cubicBezTo>
                      <a:pt x="43443" y="118472"/>
                      <a:pt x="35241" y="115252"/>
                      <a:pt x="27656" y="110871"/>
                    </a:cubicBezTo>
                    <a:cubicBezTo>
                      <a:pt x="19390" y="106528"/>
                      <a:pt x="12235" y="100336"/>
                      <a:pt x="6748" y="92773"/>
                    </a:cubicBezTo>
                    <a:cubicBezTo>
                      <a:pt x="2671" y="87078"/>
                      <a:pt x="660" y="80153"/>
                      <a:pt x="1045" y="73152"/>
                    </a:cubicBezTo>
                    <a:cubicBezTo>
                      <a:pt x="1789" y="65856"/>
                      <a:pt x="4702" y="58950"/>
                      <a:pt x="9409" y="53340"/>
                    </a:cubicBezTo>
                    <a:cubicBezTo>
                      <a:pt x="15217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105" y="83248"/>
                    </a:moveTo>
                    <a:cubicBezTo>
                      <a:pt x="69789" y="87078"/>
                      <a:pt x="77490" y="88735"/>
                      <a:pt x="85154" y="88011"/>
                    </a:cubicBezTo>
                    <a:cubicBezTo>
                      <a:pt x="95443" y="86811"/>
                      <a:pt x="105574" y="84506"/>
                      <a:pt x="115376" y="81153"/>
                    </a:cubicBezTo>
                    <a:lnTo>
                      <a:pt x="67857" y="53626"/>
                    </a:lnTo>
                    <a:cubicBezTo>
                      <a:pt x="50370" y="65341"/>
                      <a:pt x="48849" y="75247"/>
                      <a:pt x="63105" y="83248"/>
                    </a:cubicBezTo>
                    <a:close/>
                    <a:moveTo>
                      <a:pt x="229992" y="97155"/>
                    </a:moveTo>
                    <a:cubicBezTo>
                      <a:pt x="222721" y="93154"/>
                      <a:pt x="214339" y="91649"/>
                      <a:pt x="206137" y="92869"/>
                    </a:cubicBezTo>
                    <a:cubicBezTo>
                      <a:pt x="194894" y="94383"/>
                      <a:pt x="183803" y="96841"/>
                      <a:pt x="172969" y="100203"/>
                    </a:cubicBezTo>
                    <a:lnTo>
                      <a:pt x="220488" y="127540"/>
                    </a:lnTo>
                    <a:cubicBezTo>
                      <a:pt x="240446" y="115538"/>
                      <a:pt x="243677" y="105346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3" name="Google Shape;3263;p47"/>
            <p:cNvGrpSpPr/>
            <p:nvPr/>
          </p:nvGrpSpPr>
          <p:grpSpPr>
            <a:xfrm>
              <a:off x="2694110" y="2656109"/>
              <a:ext cx="883852" cy="621029"/>
              <a:chOff x="4503735" y="3398234"/>
              <a:chExt cx="883852" cy="621029"/>
            </a:xfrm>
          </p:grpSpPr>
          <p:sp>
            <p:nvSpPr>
              <p:cNvPr id="3264" name="Google Shape;3264;p47"/>
              <p:cNvSpPr/>
              <p:nvPr/>
            </p:nvSpPr>
            <p:spPr>
              <a:xfrm>
                <a:off x="4503735" y="350777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47"/>
              <p:cNvSpPr/>
              <p:nvPr/>
            </p:nvSpPr>
            <p:spPr>
              <a:xfrm>
                <a:off x="4503925" y="365093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47"/>
              <p:cNvSpPr/>
              <p:nvPr/>
            </p:nvSpPr>
            <p:spPr>
              <a:xfrm>
                <a:off x="5321061" y="365398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47"/>
              <p:cNvSpPr/>
              <p:nvPr/>
            </p:nvSpPr>
            <p:spPr>
              <a:xfrm>
                <a:off x="4503735" y="339823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47"/>
              <p:cNvSpPr/>
              <p:nvPr/>
            </p:nvSpPr>
            <p:spPr>
              <a:xfrm>
                <a:off x="4629431" y="3467838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1" y="194048"/>
                    </a:moveTo>
                    <a:cubicBezTo>
                      <a:pt x="627574" y="237101"/>
                      <a:pt x="596877" y="279773"/>
                      <a:pt x="539949" y="312444"/>
                    </a:cubicBezTo>
                    <a:cubicBezTo>
                      <a:pt x="416400" y="383977"/>
                      <a:pt x="216060" y="383977"/>
                      <a:pt x="92511" y="312444"/>
                    </a:cubicBezTo>
                    <a:cubicBezTo>
                      <a:pt x="35488" y="279487"/>
                      <a:pt x="4981" y="237101"/>
                      <a:pt x="610" y="194048"/>
                    </a:cubicBezTo>
                    <a:cubicBezTo>
                      <a:pt x="-4808" y="143566"/>
                      <a:pt x="25890" y="92131"/>
                      <a:pt x="92511" y="53650"/>
                    </a:cubicBezTo>
                    <a:cubicBezTo>
                      <a:pt x="216060" y="-17883"/>
                      <a:pt x="416400" y="-17883"/>
                      <a:pt x="539949" y="53650"/>
                    </a:cubicBezTo>
                    <a:cubicBezTo>
                      <a:pt x="606476" y="92131"/>
                      <a:pt x="637268" y="143566"/>
                      <a:pt x="63204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47"/>
              <p:cNvSpPr/>
              <p:nvPr/>
            </p:nvSpPr>
            <p:spPr>
              <a:xfrm>
                <a:off x="4630040" y="3489745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41"/>
                    </a:moveTo>
                    <a:cubicBezTo>
                      <a:pt x="626965" y="215194"/>
                      <a:pt x="596268" y="257866"/>
                      <a:pt x="539340" y="290536"/>
                    </a:cubicBezTo>
                    <a:cubicBezTo>
                      <a:pt x="415791" y="362069"/>
                      <a:pt x="215451" y="362069"/>
                      <a:pt x="91902" y="290536"/>
                    </a:cubicBezTo>
                    <a:cubicBezTo>
                      <a:pt x="34879" y="257580"/>
                      <a:pt x="4372" y="215194"/>
                      <a:pt x="0" y="172141"/>
                    </a:cubicBezTo>
                    <a:cubicBezTo>
                      <a:pt x="4372" y="129087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47"/>
              <p:cNvSpPr/>
              <p:nvPr/>
            </p:nvSpPr>
            <p:spPr>
              <a:xfrm>
                <a:off x="4791985" y="3572160"/>
                <a:ext cx="294810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10" h="185070" extrusionOk="0">
                    <a:moveTo>
                      <a:pt x="149304" y="29813"/>
                    </a:moveTo>
                    <a:cubicBezTo>
                      <a:pt x="145417" y="29804"/>
                      <a:pt x="141540" y="30118"/>
                      <a:pt x="137710" y="30766"/>
                    </a:cubicBezTo>
                    <a:cubicBezTo>
                      <a:pt x="132578" y="31432"/>
                      <a:pt x="126685" y="32480"/>
                      <a:pt x="120223" y="33909"/>
                    </a:cubicBezTo>
                    <a:cubicBezTo>
                      <a:pt x="113760" y="35338"/>
                      <a:pt x="107108" y="36957"/>
                      <a:pt x="100170" y="39053"/>
                    </a:cubicBezTo>
                    <a:cubicBezTo>
                      <a:pt x="93383" y="41100"/>
                      <a:pt x="86747" y="43615"/>
                      <a:pt x="80307" y="46577"/>
                    </a:cubicBezTo>
                    <a:lnTo>
                      <a:pt x="131152" y="76010"/>
                    </a:lnTo>
                    <a:lnTo>
                      <a:pt x="140656" y="72771"/>
                    </a:lnTo>
                    <a:cubicBezTo>
                      <a:pt x="153581" y="68485"/>
                      <a:pt x="165841" y="64865"/>
                      <a:pt x="177246" y="61817"/>
                    </a:cubicBezTo>
                    <a:cubicBezTo>
                      <a:pt x="188013" y="58979"/>
                      <a:pt x="199019" y="57160"/>
                      <a:pt x="210129" y="56388"/>
                    </a:cubicBezTo>
                    <a:cubicBezTo>
                      <a:pt x="220279" y="55750"/>
                      <a:pt x="230467" y="56417"/>
                      <a:pt x="240446" y="58388"/>
                    </a:cubicBezTo>
                    <a:cubicBezTo>
                      <a:pt x="250491" y="60636"/>
                      <a:pt x="260109" y="64465"/>
                      <a:pt x="268957" y="69723"/>
                    </a:cubicBezTo>
                    <a:cubicBezTo>
                      <a:pt x="277729" y="74124"/>
                      <a:pt x="285256" y="80677"/>
                      <a:pt x="290816" y="88773"/>
                    </a:cubicBezTo>
                    <a:cubicBezTo>
                      <a:pt x="294579" y="94640"/>
                      <a:pt x="295748" y="101813"/>
                      <a:pt x="294047" y="108585"/>
                    </a:cubicBezTo>
                    <a:cubicBezTo>
                      <a:pt x="291937" y="116081"/>
                      <a:pt x="287832" y="122863"/>
                      <a:pt x="282167" y="128206"/>
                    </a:cubicBezTo>
                    <a:cubicBezTo>
                      <a:pt x="275220" y="135264"/>
                      <a:pt x="267437" y="141437"/>
                      <a:pt x="258978" y="146590"/>
                    </a:cubicBezTo>
                    <a:lnTo>
                      <a:pt x="291291" y="165640"/>
                    </a:lnTo>
                    <a:lnTo>
                      <a:pt x="272854" y="175736"/>
                    </a:lnTo>
                    <a:lnTo>
                      <a:pt x="240256" y="156686"/>
                    </a:lnTo>
                    <a:cubicBezTo>
                      <a:pt x="224755" y="164430"/>
                      <a:pt x="208513" y="170593"/>
                      <a:pt x="191786" y="175070"/>
                    </a:cubicBezTo>
                    <a:cubicBezTo>
                      <a:pt x="174299" y="179908"/>
                      <a:pt x="156432" y="183261"/>
                      <a:pt x="138375" y="185071"/>
                    </a:cubicBezTo>
                    <a:lnTo>
                      <a:pt x="121363" y="154496"/>
                    </a:lnTo>
                    <a:cubicBezTo>
                      <a:pt x="124500" y="154496"/>
                      <a:pt x="129251" y="154496"/>
                      <a:pt x="135619" y="153448"/>
                    </a:cubicBezTo>
                    <a:cubicBezTo>
                      <a:pt x="141987" y="152400"/>
                      <a:pt x="149019" y="151447"/>
                      <a:pt x="156908" y="149733"/>
                    </a:cubicBezTo>
                    <a:cubicBezTo>
                      <a:pt x="164796" y="148019"/>
                      <a:pt x="172969" y="145923"/>
                      <a:pt x="181712" y="143351"/>
                    </a:cubicBezTo>
                    <a:cubicBezTo>
                      <a:pt x="190218" y="140837"/>
                      <a:pt x="198515" y="137655"/>
                      <a:pt x="206517" y="133826"/>
                    </a:cubicBezTo>
                    <a:lnTo>
                      <a:pt x="155957" y="104585"/>
                    </a:lnTo>
                    <a:cubicBezTo>
                      <a:pt x="153809" y="105461"/>
                      <a:pt x="151623" y="106223"/>
                      <a:pt x="149400" y="106871"/>
                    </a:cubicBezTo>
                    <a:lnTo>
                      <a:pt x="142462" y="109061"/>
                    </a:lnTo>
                    <a:cubicBezTo>
                      <a:pt x="129727" y="113252"/>
                      <a:pt x="118132" y="116491"/>
                      <a:pt x="107488" y="118586"/>
                    </a:cubicBezTo>
                    <a:cubicBezTo>
                      <a:pt x="97722" y="120863"/>
                      <a:pt x="87761" y="122206"/>
                      <a:pt x="77741" y="122587"/>
                    </a:cubicBezTo>
                    <a:cubicBezTo>
                      <a:pt x="68896" y="122901"/>
                      <a:pt x="60048" y="122072"/>
                      <a:pt x="51415" y="120110"/>
                    </a:cubicBezTo>
                    <a:cubicBezTo>
                      <a:pt x="42890" y="118129"/>
                      <a:pt x="34694" y="114919"/>
                      <a:pt x="27086" y="110585"/>
                    </a:cubicBezTo>
                    <a:cubicBezTo>
                      <a:pt x="19103" y="106232"/>
                      <a:pt x="12162" y="100184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010" y="83153"/>
                    </a:moveTo>
                    <a:cubicBezTo>
                      <a:pt x="69644" y="87020"/>
                      <a:pt x="77328" y="88687"/>
                      <a:pt x="84964" y="87916"/>
                    </a:cubicBezTo>
                    <a:cubicBezTo>
                      <a:pt x="95280" y="86744"/>
                      <a:pt x="105443" y="84477"/>
                      <a:pt x="115281" y="81153"/>
                    </a:cubicBezTo>
                    <a:lnTo>
                      <a:pt x="67762" y="53626"/>
                    </a:lnTo>
                    <a:cubicBezTo>
                      <a:pt x="49990" y="65056"/>
                      <a:pt x="48374" y="74867"/>
                      <a:pt x="62725" y="83153"/>
                    </a:cubicBezTo>
                    <a:close/>
                    <a:moveTo>
                      <a:pt x="229802" y="97060"/>
                    </a:moveTo>
                    <a:cubicBezTo>
                      <a:pt x="222550" y="93116"/>
                      <a:pt x="214206" y="91640"/>
                      <a:pt x="206042" y="92869"/>
                    </a:cubicBezTo>
                    <a:cubicBezTo>
                      <a:pt x="194752" y="94279"/>
                      <a:pt x="183613" y="96736"/>
                      <a:pt x="172779" y="100203"/>
                    </a:cubicBezTo>
                    <a:lnTo>
                      <a:pt x="220298" y="127540"/>
                    </a:lnTo>
                    <a:cubicBezTo>
                      <a:pt x="239971" y="115157"/>
                      <a:pt x="243202" y="105061"/>
                      <a:pt x="229516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47"/>
              <p:cNvSpPr/>
              <p:nvPr/>
            </p:nvSpPr>
            <p:spPr>
              <a:xfrm>
                <a:off x="4913728" y="3709701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47"/>
              <p:cNvSpPr/>
              <p:nvPr/>
            </p:nvSpPr>
            <p:spPr>
              <a:xfrm>
                <a:off x="5040889" y="372056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47"/>
              <p:cNvSpPr/>
              <p:nvPr/>
            </p:nvSpPr>
            <p:spPr>
              <a:xfrm>
                <a:off x="5054955" y="365740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5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47"/>
              <p:cNvSpPr/>
              <p:nvPr/>
            </p:nvSpPr>
            <p:spPr>
              <a:xfrm>
                <a:off x="4956115" y="3663791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47"/>
              <p:cNvSpPr/>
              <p:nvPr/>
            </p:nvSpPr>
            <p:spPr>
              <a:xfrm>
                <a:off x="4859557" y="3608355"/>
                <a:ext cx="5844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448" h="38957" extrusionOk="0">
                    <a:moveTo>
                      <a:pt x="0" y="11144"/>
                    </a:moveTo>
                    <a:lnTo>
                      <a:pt x="48945" y="38958"/>
                    </a:lnTo>
                    <a:lnTo>
                      <a:pt x="58448" y="31718"/>
                    </a:lnTo>
                    <a:cubicBezTo>
                      <a:pt x="58448" y="31718"/>
                      <a:pt x="52366" y="24575"/>
                      <a:pt x="51891" y="23908"/>
                    </a:cubicBezTo>
                    <a:cubicBezTo>
                      <a:pt x="47632" y="18917"/>
                      <a:pt x="42632" y="14612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47"/>
              <p:cNvSpPr/>
              <p:nvPr/>
            </p:nvSpPr>
            <p:spPr>
              <a:xfrm>
                <a:off x="4913728" y="357749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47"/>
              <p:cNvSpPr/>
              <p:nvPr/>
            </p:nvSpPr>
            <p:spPr>
              <a:xfrm>
                <a:off x="4791510" y="3572351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47"/>
              <p:cNvSpPr/>
              <p:nvPr/>
            </p:nvSpPr>
            <p:spPr>
              <a:xfrm>
                <a:off x="4792460" y="3629977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9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47"/>
              <p:cNvSpPr/>
              <p:nvPr/>
            </p:nvSpPr>
            <p:spPr>
              <a:xfrm>
                <a:off x="4791985" y="3555587"/>
                <a:ext cx="294804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804" h="184499" extrusionOk="0">
                    <a:moveTo>
                      <a:pt x="149304" y="29146"/>
                    </a:moveTo>
                    <a:cubicBezTo>
                      <a:pt x="145417" y="29185"/>
                      <a:pt x="141549" y="29508"/>
                      <a:pt x="137710" y="30099"/>
                    </a:cubicBezTo>
                    <a:cubicBezTo>
                      <a:pt x="132578" y="30861"/>
                      <a:pt x="126685" y="31909"/>
                      <a:pt x="120223" y="33242"/>
                    </a:cubicBezTo>
                    <a:cubicBezTo>
                      <a:pt x="113760" y="34576"/>
                      <a:pt x="107108" y="36385"/>
                      <a:pt x="100170" y="38481"/>
                    </a:cubicBezTo>
                    <a:cubicBezTo>
                      <a:pt x="93369" y="40481"/>
                      <a:pt x="86730" y="42996"/>
                      <a:pt x="80307" y="46006"/>
                    </a:cubicBezTo>
                    <a:lnTo>
                      <a:pt x="131152" y="75438"/>
                    </a:lnTo>
                    <a:lnTo>
                      <a:pt x="140656" y="72199"/>
                    </a:lnTo>
                    <a:cubicBezTo>
                      <a:pt x="153581" y="67913"/>
                      <a:pt x="165841" y="64198"/>
                      <a:pt x="177246" y="61246"/>
                    </a:cubicBezTo>
                    <a:cubicBezTo>
                      <a:pt x="187994" y="58321"/>
                      <a:pt x="199009" y="56502"/>
                      <a:pt x="210129" y="55816"/>
                    </a:cubicBezTo>
                    <a:cubicBezTo>
                      <a:pt x="220279" y="55121"/>
                      <a:pt x="230476" y="55797"/>
                      <a:pt x="240446" y="57817"/>
                    </a:cubicBezTo>
                    <a:cubicBezTo>
                      <a:pt x="250491" y="60065"/>
                      <a:pt x="260109" y="63893"/>
                      <a:pt x="268957" y="69151"/>
                    </a:cubicBezTo>
                    <a:cubicBezTo>
                      <a:pt x="277739" y="73542"/>
                      <a:pt x="285256" y="80096"/>
                      <a:pt x="290816" y="88201"/>
                    </a:cubicBezTo>
                    <a:cubicBezTo>
                      <a:pt x="294570" y="94107"/>
                      <a:pt x="295739" y="101308"/>
                      <a:pt x="294047" y="108109"/>
                    </a:cubicBezTo>
                    <a:cubicBezTo>
                      <a:pt x="291909" y="115595"/>
                      <a:pt x="287803" y="122377"/>
                      <a:pt x="282167" y="127730"/>
                    </a:cubicBezTo>
                    <a:cubicBezTo>
                      <a:pt x="275192" y="134760"/>
                      <a:pt x="267408" y="140932"/>
                      <a:pt x="258978" y="146113"/>
                    </a:cubicBezTo>
                    <a:lnTo>
                      <a:pt x="291291" y="165163"/>
                    </a:lnTo>
                    <a:lnTo>
                      <a:pt x="272854" y="175165"/>
                    </a:lnTo>
                    <a:lnTo>
                      <a:pt x="240256" y="156115"/>
                    </a:lnTo>
                    <a:cubicBezTo>
                      <a:pt x="224736" y="163821"/>
                      <a:pt x="208504" y="169974"/>
                      <a:pt x="191786" y="174498"/>
                    </a:cubicBezTo>
                    <a:cubicBezTo>
                      <a:pt x="174299" y="179337"/>
                      <a:pt x="156432" y="182689"/>
                      <a:pt x="138375" y="184499"/>
                    </a:cubicBezTo>
                    <a:lnTo>
                      <a:pt x="121363" y="153924"/>
                    </a:lnTo>
                    <a:cubicBezTo>
                      <a:pt x="126134" y="153800"/>
                      <a:pt x="130896" y="153419"/>
                      <a:pt x="135619" y="152781"/>
                    </a:cubicBezTo>
                    <a:cubicBezTo>
                      <a:pt x="142775" y="151962"/>
                      <a:pt x="149884" y="150752"/>
                      <a:pt x="156908" y="149162"/>
                    </a:cubicBezTo>
                    <a:cubicBezTo>
                      <a:pt x="164701" y="147447"/>
                      <a:pt x="172969" y="145351"/>
                      <a:pt x="181712" y="142780"/>
                    </a:cubicBezTo>
                    <a:cubicBezTo>
                      <a:pt x="190209" y="140227"/>
                      <a:pt x="198496" y="137046"/>
                      <a:pt x="206517" y="133255"/>
                    </a:cubicBezTo>
                    <a:lnTo>
                      <a:pt x="155957" y="104013"/>
                    </a:lnTo>
                    <a:lnTo>
                      <a:pt x="149400" y="106299"/>
                    </a:lnTo>
                    <a:lnTo>
                      <a:pt x="142462" y="108395"/>
                    </a:lnTo>
                    <a:cubicBezTo>
                      <a:pt x="129727" y="112585"/>
                      <a:pt x="118132" y="115919"/>
                      <a:pt x="107488" y="117920"/>
                    </a:cubicBezTo>
                    <a:cubicBezTo>
                      <a:pt x="97722" y="120196"/>
                      <a:pt x="87761" y="121539"/>
                      <a:pt x="77741" y="121920"/>
                    </a:cubicBezTo>
                    <a:cubicBezTo>
                      <a:pt x="68896" y="122234"/>
                      <a:pt x="60048" y="121406"/>
                      <a:pt x="51415" y="119443"/>
                    </a:cubicBezTo>
                    <a:cubicBezTo>
                      <a:pt x="42878" y="117500"/>
                      <a:pt x="34677" y="114290"/>
                      <a:pt x="27086" y="109918"/>
                    </a:cubicBezTo>
                    <a:cubicBezTo>
                      <a:pt x="19112" y="105680"/>
                      <a:pt x="12168" y="99727"/>
                      <a:pt x="6748" y="92488"/>
                    </a:cubicBezTo>
                    <a:cubicBezTo>
                      <a:pt x="2671" y="86792"/>
                      <a:pt x="660" y="79867"/>
                      <a:pt x="1045" y="72866"/>
                    </a:cubicBezTo>
                    <a:cubicBezTo>
                      <a:pt x="1790" y="65599"/>
                      <a:pt x="4704" y="58731"/>
                      <a:pt x="9409" y="53149"/>
                    </a:cubicBezTo>
                    <a:cubicBezTo>
                      <a:pt x="15245" y="45786"/>
                      <a:pt x="22168" y="39367"/>
                      <a:pt x="29937" y="34099"/>
                    </a:cubicBezTo>
                    <a:lnTo>
                      <a:pt x="0" y="16764"/>
                    </a:lnTo>
                    <a:lnTo>
                      <a:pt x="17202" y="6763"/>
                    </a:lnTo>
                    <a:lnTo>
                      <a:pt x="46854" y="23908"/>
                    </a:lnTo>
                    <a:cubicBezTo>
                      <a:pt x="60783" y="17031"/>
                      <a:pt x="75408" y="11668"/>
                      <a:pt x="90476" y="7906"/>
                    </a:cubicBezTo>
                    <a:cubicBezTo>
                      <a:pt x="104808" y="4220"/>
                      <a:pt x="119387" y="1581"/>
                      <a:pt x="134098" y="0"/>
                    </a:cubicBezTo>
                    <a:close/>
                    <a:moveTo>
                      <a:pt x="62725" y="82963"/>
                    </a:moveTo>
                    <a:cubicBezTo>
                      <a:pt x="69375" y="86792"/>
                      <a:pt x="77045" y="88449"/>
                      <a:pt x="84679" y="87725"/>
                    </a:cubicBezTo>
                    <a:cubicBezTo>
                      <a:pt x="95005" y="86563"/>
                      <a:pt x="105172" y="84258"/>
                      <a:pt x="114996" y="80867"/>
                    </a:cubicBezTo>
                    <a:lnTo>
                      <a:pt x="67477" y="53340"/>
                    </a:lnTo>
                    <a:cubicBezTo>
                      <a:pt x="49990" y="64389"/>
                      <a:pt x="48374" y="74295"/>
                      <a:pt x="62725" y="82963"/>
                    </a:cubicBezTo>
                    <a:close/>
                    <a:moveTo>
                      <a:pt x="229516" y="96869"/>
                    </a:moveTo>
                    <a:cubicBezTo>
                      <a:pt x="222256" y="92945"/>
                      <a:pt x="213930" y="91449"/>
                      <a:pt x="205757" y="92583"/>
                    </a:cubicBezTo>
                    <a:cubicBezTo>
                      <a:pt x="194485" y="94088"/>
                      <a:pt x="183357" y="96545"/>
                      <a:pt x="172494" y="99917"/>
                    </a:cubicBezTo>
                    <a:lnTo>
                      <a:pt x="220013" y="127254"/>
                    </a:lnTo>
                    <a:cubicBezTo>
                      <a:pt x="239971" y="114586"/>
                      <a:pt x="243202" y="104394"/>
                      <a:pt x="229516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80" name="Google Shape;3280;p47"/>
            <p:cNvSpPr/>
            <p:nvPr/>
          </p:nvSpPr>
          <p:spPr>
            <a:xfrm>
              <a:off x="3754828" y="439689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1" name="Google Shape;3281;p47"/>
            <p:cNvSpPr/>
            <p:nvPr/>
          </p:nvSpPr>
          <p:spPr>
            <a:xfrm>
              <a:off x="4924079" y="375300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2" name="Google Shape;3282;p47"/>
            <p:cNvSpPr/>
            <p:nvPr/>
          </p:nvSpPr>
          <p:spPr>
            <a:xfrm>
              <a:off x="3741903" y="3161886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3" name="Google Shape;3283;p47"/>
            <p:cNvSpPr/>
            <p:nvPr/>
          </p:nvSpPr>
          <p:spPr>
            <a:xfrm>
              <a:off x="2152775" y="4481289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2"/>
                    <a:pt x="441926" y="511492"/>
                  </a:cubicBezTo>
                  <a:cubicBezTo>
                    <a:pt x="197857" y="511492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4" name="Google Shape;3284;p47"/>
            <p:cNvSpPr/>
            <p:nvPr/>
          </p:nvSpPr>
          <p:spPr>
            <a:xfrm>
              <a:off x="5481476" y="4556632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85" name="Google Shape;3285;p47"/>
            <p:cNvGrpSpPr/>
            <p:nvPr/>
          </p:nvGrpSpPr>
          <p:grpSpPr>
            <a:xfrm>
              <a:off x="3781914" y="3000342"/>
              <a:ext cx="883852" cy="621125"/>
              <a:chOff x="5591539" y="3742467"/>
              <a:chExt cx="883852" cy="621125"/>
            </a:xfrm>
          </p:grpSpPr>
          <p:sp>
            <p:nvSpPr>
              <p:cNvPr id="3286" name="Google Shape;3286;p47"/>
              <p:cNvSpPr/>
              <p:nvPr/>
            </p:nvSpPr>
            <p:spPr>
              <a:xfrm>
                <a:off x="5591539" y="385210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47"/>
              <p:cNvSpPr/>
              <p:nvPr/>
            </p:nvSpPr>
            <p:spPr>
              <a:xfrm>
                <a:off x="5591633" y="39951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47"/>
              <p:cNvSpPr/>
              <p:nvPr/>
            </p:nvSpPr>
            <p:spPr>
              <a:xfrm>
                <a:off x="6408864" y="399821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47"/>
              <p:cNvSpPr/>
              <p:nvPr/>
            </p:nvSpPr>
            <p:spPr>
              <a:xfrm>
                <a:off x="5591539" y="374246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47"/>
              <p:cNvSpPr/>
              <p:nvPr/>
            </p:nvSpPr>
            <p:spPr>
              <a:xfrm>
                <a:off x="5717159" y="3812071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1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47"/>
              <p:cNvSpPr/>
              <p:nvPr/>
            </p:nvSpPr>
            <p:spPr>
              <a:xfrm>
                <a:off x="5717749" y="3833979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0"/>
                    </a:moveTo>
                    <a:cubicBezTo>
                      <a:pt x="626965" y="215193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3"/>
                      <a:pt x="0" y="172140"/>
                    </a:cubicBezTo>
                    <a:cubicBezTo>
                      <a:pt x="4372" y="129088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47"/>
              <p:cNvSpPr/>
              <p:nvPr/>
            </p:nvSpPr>
            <p:spPr>
              <a:xfrm>
                <a:off x="5879313" y="3916870"/>
                <a:ext cx="294875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070" extrusionOk="0">
                    <a:moveTo>
                      <a:pt x="149495" y="29337"/>
                    </a:moveTo>
                    <a:cubicBezTo>
                      <a:pt x="145608" y="29328"/>
                      <a:pt x="141730" y="29642"/>
                      <a:pt x="137900" y="30289"/>
                    </a:cubicBezTo>
                    <a:cubicBezTo>
                      <a:pt x="132673" y="31052"/>
                      <a:pt x="126876" y="32099"/>
                      <a:pt x="120413" y="33433"/>
                    </a:cubicBezTo>
                    <a:cubicBezTo>
                      <a:pt x="113950" y="34766"/>
                      <a:pt x="107298" y="36576"/>
                      <a:pt x="100265" y="38576"/>
                    </a:cubicBezTo>
                    <a:cubicBezTo>
                      <a:pt x="93517" y="40672"/>
                      <a:pt x="86912" y="43215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99" y="58522"/>
                      <a:pt x="199114" y="56674"/>
                      <a:pt x="210224" y="55912"/>
                    </a:cubicBezTo>
                    <a:cubicBezTo>
                      <a:pt x="220374" y="55302"/>
                      <a:pt x="230571" y="56007"/>
                      <a:pt x="240541" y="58007"/>
                    </a:cubicBezTo>
                    <a:cubicBezTo>
                      <a:pt x="250586" y="60227"/>
                      <a:pt x="260214" y="64056"/>
                      <a:pt x="269052" y="69342"/>
                    </a:cubicBezTo>
                    <a:cubicBezTo>
                      <a:pt x="277853" y="73705"/>
                      <a:pt x="285380" y="80267"/>
                      <a:pt x="290911" y="88392"/>
                    </a:cubicBezTo>
                    <a:cubicBezTo>
                      <a:pt x="294627" y="94317"/>
                      <a:pt x="295796" y="101498"/>
                      <a:pt x="294142" y="108299"/>
                    </a:cubicBezTo>
                    <a:cubicBezTo>
                      <a:pt x="291985" y="115776"/>
                      <a:pt x="287889" y="122549"/>
                      <a:pt x="282262" y="127921"/>
                    </a:cubicBezTo>
                    <a:cubicBezTo>
                      <a:pt x="275420" y="134998"/>
                      <a:pt x="267760" y="141227"/>
                      <a:pt x="259453" y="146495"/>
                    </a:cubicBezTo>
                    <a:lnTo>
                      <a:pt x="291766" y="165545"/>
                    </a:lnTo>
                    <a:lnTo>
                      <a:pt x="274089" y="175736"/>
                    </a:lnTo>
                    <a:lnTo>
                      <a:pt x="241491" y="156686"/>
                    </a:lnTo>
                    <a:cubicBezTo>
                      <a:pt x="225972" y="164392"/>
                      <a:pt x="209739" y="170545"/>
                      <a:pt x="193022" y="175070"/>
                    </a:cubicBezTo>
                    <a:cubicBezTo>
                      <a:pt x="175535" y="179908"/>
                      <a:pt x="157668" y="183252"/>
                      <a:pt x="139611" y="185071"/>
                    </a:cubicBezTo>
                    <a:lnTo>
                      <a:pt x="122599" y="154496"/>
                    </a:lnTo>
                    <a:cubicBezTo>
                      <a:pt x="127332" y="154372"/>
                      <a:pt x="132065" y="153991"/>
                      <a:pt x="136759" y="153353"/>
                    </a:cubicBezTo>
                    <a:cubicBezTo>
                      <a:pt x="143127" y="152590"/>
                      <a:pt x="150255" y="151447"/>
                      <a:pt x="158143" y="149733"/>
                    </a:cubicBezTo>
                    <a:cubicBezTo>
                      <a:pt x="166031" y="148019"/>
                      <a:pt x="174204" y="145923"/>
                      <a:pt x="182948" y="143351"/>
                    </a:cubicBezTo>
                    <a:cubicBezTo>
                      <a:pt x="191435" y="140779"/>
                      <a:pt x="199722" y="137598"/>
                      <a:pt x="207753" y="133826"/>
                    </a:cubicBezTo>
                    <a:lnTo>
                      <a:pt x="157193" y="104585"/>
                    </a:lnTo>
                    <a:lnTo>
                      <a:pt x="150635" y="106871"/>
                    </a:lnTo>
                    <a:lnTo>
                      <a:pt x="143697" y="108966"/>
                    </a:lnTo>
                    <a:cubicBezTo>
                      <a:pt x="130962" y="113157"/>
                      <a:pt x="119368" y="116491"/>
                      <a:pt x="108723" y="118491"/>
                    </a:cubicBezTo>
                    <a:cubicBezTo>
                      <a:pt x="98953" y="120767"/>
                      <a:pt x="88993" y="122101"/>
                      <a:pt x="78976" y="122491"/>
                    </a:cubicBezTo>
                    <a:cubicBezTo>
                      <a:pt x="70128" y="122758"/>
                      <a:pt x="61290" y="121929"/>
                      <a:pt x="52651" y="120015"/>
                    </a:cubicBezTo>
                    <a:cubicBezTo>
                      <a:pt x="44117" y="118043"/>
                      <a:pt x="35924" y="114833"/>
                      <a:pt x="28321" y="110490"/>
                    </a:cubicBezTo>
                    <a:cubicBezTo>
                      <a:pt x="19958" y="106137"/>
                      <a:pt x="12707" y="99908"/>
                      <a:pt x="7128" y="92297"/>
                    </a:cubicBezTo>
                    <a:cubicBezTo>
                      <a:pt x="3070" y="86592"/>
                      <a:pt x="1055" y="79677"/>
                      <a:pt x="1426" y="72676"/>
                    </a:cubicBezTo>
                    <a:cubicBezTo>
                      <a:pt x="2167" y="65380"/>
                      <a:pt x="5085" y="58474"/>
                      <a:pt x="9789" y="52864"/>
                    </a:cubicBezTo>
                    <a:cubicBezTo>
                      <a:pt x="15596" y="45482"/>
                      <a:pt x="22524" y="39053"/>
                      <a:pt x="30317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3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01"/>
                      <a:pt x="77494" y="88259"/>
                      <a:pt x="85154" y="87535"/>
                    </a:cubicBezTo>
                    <a:cubicBezTo>
                      <a:pt x="95475" y="86325"/>
                      <a:pt x="105635" y="84029"/>
                      <a:pt x="115471" y="80677"/>
                    </a:cubicBezTo>
                    <a:lnTo>
                      <a:pt x="67952" y="53149"/>
                    </a:lnTo>
                    <a:cubicBezTo>
                      <a:pt x="50370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50" y="92697"/>
                      <a:pt x="214405" y="91192"/>
                      <a:pt x="206232" y="92393"/>
                    </a:cubicBezTo>
                    <a:cubicBezTo>
                      <a:pt x="194961" y="93897"/>
                      <a:pt x="183832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446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47"/>
              <p:cNvSpPr/>
              <p:nvPr/>
            </p:nvSpPr>
            <p:spPr>
              <a:xfrm>
                <a:off x="6001532" y="40539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1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47"/>
              <p:cNvSpPr/>
              <p:nvPr/>
            </p:nvSpPr>
            <p:spPr>
              <a:xfrm>
                <a:off x="6128693" y="406488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47"/>
              <p:cNvSpPr/>
              <p:nvPr/>
            </p:nvSpPr>
            <p:spPr>
              <a:xfrm>
                <a:off x="6142758" y="400164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47"/>
              <p:cNvSpPr/>
              <p:nvPr/>
            </p:nvSpPr>
            <p:spPr>
              <a:xfrm>
                <a:off x="6043729" y="4008024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47"/>
              <p:cNvSpPr/>
              <p:nvPr/>
            </p:nvSpPr>
            <p:spPr>
              <a:xfrm>
                <a:off x="5947360" y="3952875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049"/>
                    </a:moveTo>
                    <a:lnTo>
                      <a:pt x="48944" y="38957"/>
                    </a:lnTo>
                    <a:lnTo>
                      <a:pt x="58923" y="31623"/>
                    </a:lnTo>
                    <a:cubicBezTo>
                      <a:pt x="58923" y="31623"/>
                      <a:pt x="52841" y="24574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47"/>
              <p:cNvSpPr/>
              <p:nvPr/>
            </p:nvSpPr>
            <p:spPr>
              <a:xfrm>
                <a:off x="6001532" y="392172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47"/>
              <p:cNvSpPr/>
              <p:nvPr/>
            </p:nvSpPr>
            <p:spPr>
              <a:xfrm>
                <a:off x="5879313" y="391668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47"/>
              <p:cNvSpPr/>
              <p:nvPr/>
            </p:nvSpPr>
            <p:spPr>
              <a:xfrm>
                <a:off x="5880264" y="3974210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47"/>
              <p:cNvSpPr/>
              <p:nvPr/>
            </p:nvSpPr>
            <p:spPr>
              <a:xfrm>
                <a:off x="5879313" y="3898868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957"/>
                      <a:pt x="120413" y="34290"/>
                    </a:cubicBezTo>
                    <a:cubicBezTo>
                      <a:pt x="113950" y="35624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60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442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3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9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534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2" name="Google Shape;3302;p47"/>
            <p:cNvGrpSpPr/>
            <p:nvPr/>
          </p:nvGrpSpPr>
          <p:grpSpPr>
            <a:xfrm>
              <a:off x="3781914" y="2856896"/>
              <a:ext cx="883852" cy="621029"/>
              <a:chOff x="5591539" y="3599021"/>
              <a:chExt cx="883852" cy="621029"/>
            </a:xfrm>
          </p:grpSpPr>
          <p:sp>
            <p:nvSpPr>
              <p:cNvPr id="3303" name="Google Shape;3303;p47"/>
              <p:cNvSpPr/>
              <p:nvPr/>
            </p:nvSpPr>
            <p:spPr>
              <a:xfrm>
                <a:off x="5591539" y="370855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47"/>
              <p:cNvSpPr/>
              <p:nvPr/>
            </p:nvSpPr>
            <p:spPr>
              <a:xfrm>
                <a:off x="5591633" y="3851719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47"/>
              <p:cNvSpPr/>
              <p:nvPr/>
            </p:nvSpPr>
            <p:spPr>
              <a:xfrm>
                <a:off x="6408864" y="385476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47"/>
              <p:cNvSpPr/>
              <p:nvPr/>
            </p:nvSpPr>
            <p:spPr>
              <a:xfrm>
                <a:off x="5591539" y="359902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47"/>
              <p:cNvSpPr/>
              <p:nvPr/>
            </p:nvSpPr>
            <p:spPr>
              <a:xfrm>
                <a:off x="5717159" y="3668625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0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47"/>
              <p:cNvSpPr/>
              <p:nvPr/>
            </p:nvSpPr>
            <p:spPr>
              <a:xfrm>
                <a:off x="5717749" y="3690532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675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8992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47"/>
              <p:cNvSpPr/>
              <p:nvPr/>
            </p:nvSpPr>
            <p:spPr>
              <a:xfrm>
                <a:off x="5879313" y="3772757"/>
                <a:ext cx="294875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547" extrusionOk="0">
                    <a:moveTo>
                      <a:pt x="149495" y="30004"/>
                    </a:moveTo>
                    <a:cubicBezTo>
                      <a:pt x="145608" y="29994"/>
                      <a:pt x="141730" y="30309"/>
                      <a:pt x="137900" y="30956"/>
                    </a:cubicBezTo>
                    <a:cubicBezTo>
                      <a:pt x="132673" y="31718"/>
                      <a:pt x="126876" y="32766"/>
                      <a:pt x="120413" y="34100"/>
                    </a:cubicBezTo>
                    <a:cubicBezTo>
                      <a:pt x="113950" y="35433"/>
                      <a:pt x="107298" y="37243"/>
                      <a:pt x="100265" y="39243"/>
                    </a:cubicBezTo>
                    <a:cubicBezTo>
                      <a:pt x="93498" y="41291"/>
                      <a:pt x="86893" y="43844"/>
                      <a:pt x="80497" y="46863"/>
                    </a:cubicBezTo>
                    <a:lnTo>
                      <a:pt x="131247" y="76295"/>
                    </a:lnTo>
                    <a:lnTo>
                      <a:pt x="140751" y="73057"/>
                    </a:lnTo>
                    <a:cubicBezTo>
                      <a:pt x="153676" y="68675"/>
                      <a:pt x="165841" y="65056"/>
                      <a:pt x="177341" y="62103"/>
                    </a:cubicBezTo>
                    <a:cubicBezTo>
                      <a:pt x="188099" y="59188"/>
                      <a:pt x="199114" y="57340"/>
                      <a:pt x="210224" y="56579"/>
                    </a:cubicBezTo>
                    <a:cubicBezTo>
                      <a:pt x="220374" y="55969"/>
                      <a:pt x="230571" y="56674"/>
                      <a:pt x="240541" y="58674"/>
                    </a:cubicBezTo>
                    <a:cubicBezTo>
                      <a:pt x="250586" y="60893"/>
                      <a:pt x="260214" y="64723"/>
                      <a:pt x="269052" y="70009"/>
                    </a:cubicBezTo>
                    <a:cubicBezTo>
                      <a:pt x="277853" y="74371"/>
                      <a:pt x="285380" y="80924"/>
                      <a:pt x="290911" y="89059"/>
                    </a:cubicBezTo>
                    <a:cubicBezTo>
                      <a:pt x="294627" y="94983"/>
                      <a:pt x="295796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287" y="135617"/>
                      <a:pt x="267503" y="141789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1"/>
                      <a:pt x="209349" y="170983"/>
                      <a:pt x="192642" y="175546"/>
                    </a:cubicBezTo>
                    <a:cubicBezTo>
                      <a:pt x="175155" y="180385"/>
                      <a:pt x="157288" y="183728"/>
                      <a:pt x="139231" y="185547"/>
                    </a:cubicBezTo>
                    <a:lnTo>
                      <a:pt x="122219" y="154972"/>
                    </a:lnTo>
                    <a:cubicBezTo>
                      <a:pt x="126952" y="154848"/>
                      <a:pt x="131684" y="154467"/>
                      <a:pt x="136379" y="153829"/>
                    </a:cubicBezTo>
                    <a:cubicBezTo>
                      <a:pt x="142747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5"/>
                      <a:pt x="60910" y="122406"/>
                      <a:pt x="52271" y="120491"/>
                    </a:cubicBezTo>
                    <a:cubicBezTo>
                      <a:pt x="4373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16" y="45958"/>
                      <a:pt x="22144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40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439"/>
                    </a:moveTo>
                    <a:cubicBezTo>
                      <a:pt x="69786" y="87278"/>
                      <a:pt x="77494" y="88916"/>
                      <a:pt x="85154" y="88106"/>
                    </a:cubicBezTo>
                    <a:cubicBezTo>
                      <a:pt x="95475" y="86982"/>
                      <a:pt x="105644" y="84715"/>
                      <a:pt x="115471" y="81344"/>
                    </a:cubicBezTo>
                    <a:lnTo>
                      <a:pt x="67952" y="53816"/>
                    </a:lnTo>
                    <a:cubicBezTo>
                      <a:pt x="50370" y="65246"/>
                      <a:pt x="48849" y="75343"/>
                      <a:pt x="63105" y="83439"/>
                    </a:cubicBezTo>
                    <a:close/>
                    <a:moveTo>
                      <a:pt x="229992" y="97346"/>
                    </a:moveTo>
                    <a:cubicBezTo>
                      <a:pt x="222750" y="93364"/>
                      <a:pt x="214405" y="91859"/>
                      <a:pt x="206232" y="93059"/>
                    </a:cubicBezTo>
                    <a:cubicBezTo>
                      <a:pt x="194951" y="94517"/>
                      <a:pt x="183822" y="96974"/>
                      <a:pt x="172969" y="100394"/>
                    </a:cubicBezTo>
                    <a:lnTo>
                      <a:pt x="220488" y="127730"/>
                    </a:lnTo>
                    <a:cubicBezTo>
                      <a:pt x="240446" y="115443"/>
                      <a:pt x="243677" y="105251"/>
                      <a:pt x="229992" y="9734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0" name="Google Shape;3310;p47"/>
              <p:cNvSpPr/>
              <p:nvPr/>
            </p:nvSpPr>
            <p:spPr>
              <a:xfrm>
                <a:off x="6001532" y="3910488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0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47"/>
              <p:cNvSpPr/>
              <p:nvPr/>
            </p:nvSpPr>
            <p:spPr>
              <a:xfrm>
                <a:off x="6128693" y="392144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47"/>
              <p:cNvSpPr/>
              <p:nvPr/>
            </p:nvSpPr>
            <p:spPr>
              <a:xfrm>
                <a:off x="6142758" y="3858196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47"/>
              <p:cNvSpPr/>
              <p:nvPr/>
            </p:nvSpPr>
            <p:spPr>
              <a:xfrm>
                <a:off x="6043729" y="386505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9525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47"/>
              <p:cNvSpPr/>
              <p:nvPr/>
            </p:nvSpPr>
            <p:spPr>
              <a:xfrm>
                <a:off x="5947360" y="3809142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1335"/>
                    </a:moveTo>
                    <a:lnTo>
                      <a:pt x="48849" y="38957"/>
                    </a:lnTo>
                    <a:lnTo>
                      <a:pt x="58828" y="31623"/>
                    </a:lnTo>
                    <a:cubicBezTo>
                      <a:pt x="58828" y="31623"/>
                      <a:pt x="52746" y="24574"/>
                      <a:pt x="52271" y="23908"/>
                    </a:cubicBezTo>
                    <a:cubicBezTo>
                      <a:pt x="47871" y="18840"/>
                      <a:pt x="42710" y="14507"/>
                      <a:pt x="36970" y="11049"/>
                    </a:cubicBezTo>
                    <a:cubicBezTo>
                      <a:pt x="33358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47"/>
              <p:cNvSpPr/>
              <p:nvPr/>
            </p:nvSpPr>
            <p:spPr>
              <a:xfrm>
                <a:off x="6001532" y="377828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47"/>
              <p:cNvSpPr/>
              <p:nvPr/>
            </p:nvSpPr>
            <p:spPr>
              <a:xfrm>
                <a:off x="5879313" y="3773233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47"/>
              <p:cNvSpPr/>
              <p:nvPr/>
            </p:nvSpPr>
            <p:spPr>
              <a:xfrm>
                <a:off x="5880264" y="3830764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47"/>
              <p:cNvSpPr/>
              <p:nvPr/>
            </p:nvSpPr>
            <p:spPr>
              <a:xfrm>
                <a:off x="5879313" y="3755421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59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55" y="180318"/>
                      <a:pt x="157288" y="183690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153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9" name="Google Shape;3319;p47"/>
            <p:cNvGrpSpPr/>
            <p:nvPr/>
          </p:nvGrpSpPr>
          <p:grpSpPr>
            <a:xfrm>
              <a:off x="3810520" y="2694304"/>
              <a:ext cx="883852" cy="621125"/>
              <a:chOff x="5620145" y="3436429"/>
              <a:chExt cx="883852" cy="621125"/>
            </a:xfrm>
          </p:grpSpPr>
          <p:sp>
            <p:nvSpPr>
              <p:cNvPr id="3320" name="Google Shape;3320;p47"/>
              <p:cNvSpPr/>
              <p:nvPr/>
            </p:nvSpPr>
            <p:spPr>
              <a:xfrm>
                <a:off x="5620145" y="354606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47"/>
              <p:cNvSpPr/>
              <p:nvPr/>
            </p:nvSpPr>
            <p:spPr>
              <a:xfrm>
                <a:off x="5620240" y="3689127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47"/>
              <p:cNvSpPr/>
              <p:nvPr/>
            </p:nvSpPr>
            <p:spPr>
              <a:xfrm>
                <a:off x="6437470" y="3692175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47"/>
              <p:cNvSpPr/>
              <p:nvPr/>
            </p:nvSpPr>
            <p:spPr>
              <a:xfrm>
                <a:off x="5620145" y="343642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47"/>
              <p:cNvSpPr/>
              <p:nvPr/>
            </p:nvSpPr>
            <p:spPr>
              <a:xfrm>
                <a:off x="5745842" y="3506057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47"/>
              <p:cNvSpPr/>
              <p:nvPr/>
            </p:nvSpPr>
            <p:spPr>
              <a:xfrm>
                <a:off x="5746450" y="3527964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47"/>
              <p:cNvSpPr/>
              <p:nvPr/>
            </p:nvSpPr>
            <p:spPr>
              <a:xfrm>
                <a:off x="5908110" y="3610832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89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7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2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3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6"/>
                    </a:lnTo>
                    <a:cubicBezTo>
                      <a:pt x="130012" y="112967"/>
                      <a:pt x="118417" y="116300"/>
                      <a:pt x="107773" y="118301"/>
                    </a:cubicBezTo>
                    <a:cubicBezTo>
                      <a:pt x="98212" y="120768"/>
                      <a:pt x="88442" y="122330"/>
                      <a:pt x="78596" y="122968"/>
                    </a:cubicBezTo>
                    <a:cubicBezTo>
                      <a:pt x="69748" y="123282"/>
                      <a:pt x="60900" y="122444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3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47"/>
              <p:cNvSpPr/>
              <p:nvPr/>
            </p:nvSpPr>
            <p:spPr>
              <a:xfrm>
                <a:off x="6030138" y="3747992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47"/>
              <p:cNvSpPr/>
              <p:nvPr/>
            </p:nvSpPr>
            <p:spPr>
              <a:xfrm>
                <a:off x="6157299" y="375885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47"/>
              <p:cNvSpPr/>
              <p:nvPr/>
            </p:nvSpPr>
            <p:spPr>
              <a:xfrm>
                <a:off x="6171364" y="3695604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47"/>
              <p:cNvSpPr/>
              <p:nvPr/>
            </p:nvSpPr>
            <p:spPr>
              <a:xfrm>
                <a:off x="6072240" y="3701986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>
                <a:off x="5975967" y="3647217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0382"/>
                    </a:moveTo>
                    <a:lnTo>
                      <a:pt x="48754" y="38957"/>
                    </a:lnTo>
                    <a:lnTo>
                      <a:pt x="58828" y="31623"/>
                    </a:lnTo>
                    <a:cubicBezTo>
                      <a:pt x="58828" y="31623"/>
                      <a:pt x="52651" y="24574"/>
                      <a:pt x="52176" y="23908"/>
                    </a:cubicBezTo>
                    <a:cubicBezTo>
                      <a:pt x="47776" y="18878"/>
                      <a:pt x="42615" y="14573"/>
                      <a:pt x="36875" y="11144"/>
                    </a:cubicBezTo>
                    <a:cubicBezTo>
                      <a:pt x="33263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47"/>
              <p:cNvSpPr/>
              <p:nvPr/>
            </p:nvSpPr>
            <p:spPr>
              <a:xfrm>
                <a:off x="6030138" y="3615690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47"/>
              <p:cNvSpPr/>
              <p:nvPr/>
            </p:nvSpPr>
            <p:spPr>
              <a:xfrm>
                <a:off x="5907920" y="3610641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47"/>
              <p:cNvSpPr/>
              <p:nvPr/>
            </p:nvSpPr>
            <p:spPr>
              <a:xfrm>
                <a:off x="5908870" y="366826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47"/>
              <p:cNvSpPr/>
              <p:nvPr/>
            </p:nvSpPr>
            <p:spPr>
              <a:xfrm>
                <a:off x="5907539" y="3592925"/>
                <a:ext cx="29491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11" h="185451" extrusionOk="0">
                    <a:moveTo>
                      <a:pt x="149875" y="30099"/>
                    </a:moveTo>
                    <a:cubicBezTo>
                      <a:pt x="145988" y="30089"/>
                      <a:pt x="142110" y="30404"/>
                      <a:pt x="138280" y="31052"/>
                    </a:cubicBezTo>
                    <a:cubicBezTo>
                      <a:pt x="133148" y="31813"/>
                      <a:pt x="127256" y="32861"/>
                      <a:pt x="120793" y="34195"/>
                    </a:cubicBezTo>
                    <a:cubicBezTo>
                      <a:pt x="114331" y="35528"/>
                      <a:pt x="107678" y="37243"/>
                      <a:pt x="100740" y="39338"/>
                    </a:cubicBezTo>
                    <a:cubicBezTo>
                      <a:pt x="93935" y="41377"/>
                      <a:pt x="87302" y="43920"/>
                      <a:pt x="80877" y="46958"/>
                    </a:cubicBezTo>
                    <a:lnTo>
                      <a:pt x="131722" y="76295"/>
                    </a:lnTo>
                    <a:lnTo>
                      <a:pt x="140751" y="73152"/>
                    </a:lnTo>
                    <a:cubicBezTo>
                      <a:pt x="153676" y="68771"/>
                      <a:pt x="165936" y="65151"/>
                      <a:pt x="177341" y="62103"/>
                    </a:cubicBezTo>
                    <a:cubicBezTo>
                      <a:pt x="188108" y="59265"/>
                      <a:pt x="199114" y="57445"/>
                      <a:pt x="210224" y="56674"/>
                    </a:cubicBezTo>
                    <a:cubicBezTo>
                      <a:pt x="220374" y="56064"/>
                      <a:pt x="230571" y="56769"/>
                      <a:pt x="240541" y="58769"/>
                    </a:cubicBezTo>
                    <a:cubicBezTo>
                      <a:pt x="250577" y="60979"/>
                      <a:pt x="260204" y="64779"/>
                      <a:pt x="269052" y="70009"/>
                    </a:cubicBezTo>
                    <a:cubicBezTo>
                      <a:pt x="277824" y="74409"/>
                      <a:pt x="285351" y="80963"/>
                      <a:pt x="290911" y="89059"/>
                    </a:cubicBezTo>
                    <a:cubicBezTo>
                      <a:pt x="294684" y="94964"/>
                      <a:pt x="295853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315" y="135617"/>
                      <a:pt x="267522" y="141761"/>
                      <a:pt x="259073" y="146876"/>
                    </a:cubicBezTo>
                    <a:lnTo>
                      <a:pt x="291386" y="16592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35"/>
                      <a:pt x="209359" y="170860"/>
                      <a:pt x="192642" y="175355"/>
                    </a:cubicBezTo>
                    <a:cubicBezTo>
                      <a:pt x="175164" y="180280"/>
                      <a:pt x="157297" y="183652"/>
                      <a:pt x="139231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2842" y="152971"/>
                      <a:pt x="149875" y="151829"/>
                      <a:pt x="157763" y="150114"/>
                    </a:cubicBezTo>
                    <a:cubicBezTo>
                      <a:pt x="165651" y="148400"/>
                      <a:pt x="173824" y="146209"/>
                      <a:pt x="182568" y="143732"/>
                    </a:cubicBezTo>
                    <a:cubicBezTo>
                      <a:pt x="191074" y="141218"/>
                      <a:pt x="199370" y="138036"/>
                      <a:pt x="207373" y="13420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46" y="118596"/>
                      <a:pt x="35554" y="115396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44" y="46072"/>
                      <a:pt x="22163" y="39653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15"/>
                      <a:pt x="119871" y="1667"/>
                      <a:pt x="134574" y="0"/>
                    </a:cubicBezTo>
                    <a:close/>
                    <a:moveTo>
                      <a:pt x="63580" y="83439"/>
                    </a:moveTo>
                    <a:cubicBezTo>
                      <a:pt x="70214" y="87306"/>
                      <a:pt x="77903" y="88973"/>
                      <a:pt x="85534" y="88202"/>
                    </a:cubicBezTo>
                    <a:cubicBezTo>
                      <a:pt x="95846" y="87030"/>
                      <a:pt x="106015" y="84763"/>
                      <a:pt x="115851" y="81439"/>
                    </a:cubicBezTo>
                    <a:lnTo>
                      <a:pt x="68332" y="53912"/>
                    </a:lnTo>
                    <a:cubicBezTo>
                      <a:pt x="50655" y="65342"/>
                      <a:pt x="49230" y="75247"/>
                      <a:pt x="63580" y="83725"/>
                    </a:cubicBezTo>
                    <a:close/>
                    <a:moveTo>
                      <a:pt x="230372" y="97441"/>
                    </a:moveTo>
                    <a:cubicBezTo>
                      <a:pt x="223139" y="93421"/>
                      <a:pt x="214786" y="91916"/>
                      <a:pt x="206612" y="93154"/>
                    </a:cubicBezTo>
                    <a:cubicBezTo>
                      <a:pt x="195360" y="94612"/>
                      <a:pt x="184259" y="97069"/>
                      <a:pt x="173444" y="100489"/>
                    </a:cubicBezTo>
                    <a:lnTo>
                      <a:pt x="220963" y="127826"/>
                    </a:lnTo>
                    <a:cubicBezTo>
                      <a:pt x="240921" y="115443"/>
                      <a:pt x="244057" y="105318"/>
                      <a:pt x="23037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6" name="Google Shape;3336;p47"/>
            <p:cNvGrpSpPr/>
            <p:nvPr/>
          </p:nvGrpSpPr>
          <p:grpSpPr>
            <a:xfrm>
              <a:off x="3800921" y="2531712"/>
              <a:ext cx="883852" cy="621125"/>
              <a:chOff x="5610546" y="3273837"/>
              <a:chExt cx="883852" cy="621125"/>
            </a:xfrm>
          </p:grpSpPr>
          <p:sp>
            <p:nvSpPr>
              <p:cNvPr id="3337" name="Google Shape;3337;p47"/>
              <p:cNvSpPr/>
              <p:nvPr/>
            </p:nvSpPr>
            <p:spPr>
              <a:xfrm>
                <a:off x="5610546" y="33834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47"/>
              <p:cNvSpPr/>
              <p:nvPr/>
            </p:nvSpPr>
            <p:spPr>
              <a:xfrm>
                <a:off x="5610736" y="3526535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47"/>
              <p:cNvSpPr/>
              <p:nvPr/>
            </p:nvSpPr>
            <p:spPr>
              <a:xfrm>
                <a:off x="6427967" y="352958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47"/>
              <p:cNvSpPr/>
              <p:nvPr/>
            </p:nvSpPr>
            <p:spPr>
              <a:xfrm>
                <a:off x="5610546" y="327383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47"/>
              <p:cNvSpPr/>
              <p:nvPr/>
            </p:nvSpPr>
            <p:spPr>
              <a:xfrm>
                <a:off x="5736262" y="3343465"/>
                <a:ext cx="63260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093" extrusionOk="0">
                    <a:moveTo>
                      <a:pt x="632021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202"/>
                      <a:pt x="637344" y="143637"/>
                      <a:pt x="632021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47"/>
              <p:cNvSpPr/>
              <p:nvPr/>
            </p:nvSpPr>
            <p:spPr>
              <a:xfrm>
                <a:off x="5736851" y="3365444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1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606"/>
                      <a:pt x="626965" y="128992"/>
                      <a:pt x="631431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47"/>
              <p:cNvSpPr/>
              <p:nvPr/>
            </p:nvSpPr>
            <p:spPr>
              <a:xfrm>
                <a:off x="5898416" y="3447859"/>
                <a:ext cx="29465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651" h="185451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3"/>
                      <a:pt x="126875" y="32480"/>
                      <a:pt x="120413" y="33814"/>
                    </a:cubicBezTo>
                    <a:cubicBezTo>
                      <a:pt x="113950" y="35147"/>
                      <a:pt x="107203" y="36957"/>
                      <a:pt x="100265" y="39052"/>
                    </a:cubicBezTo>
                    <a:cubicBezTo>
                      <a:pt x="93498" y="41053"/>
                      <a:pt x="86884" y="43567"/>
                      <a:pt x="80497" y="46577"/>
                    </a:cubicBezTo>
                    <a:lnTo>
                      <a:pt x="131247" y="76009"/>
                    </a:lnTo>
                    <a:lnTo>
                      <a:pt x="140751" y="72771"/>
                    </a:lnTo>
                    <a:cubicBezTo>
                      <a:pt x="153676" y="68485"/>
                      <a:pt x="165841" y="64770"/>
                      <a:pt x="177341" y="61817"/>
                    </a:cubicBezTo>
                    <a:cubicBezTo>
                      <a:pt x="188089" y="58883"/>
                      <a:pt x="199104" y="57064"/>
                      <a:pt x="210224" y="56388"/>
                    </a:cubicBezTo>
                    <a:cubicBezTo>
                      <a:pt x="220345" y="55702"/>
                      <a:pt x="230505" y="56369"/>
                      <a:pt x="240446" y="58388"/>
                    </a:cubicBezTo>
                    <a:cubicBezTo>
                      <a:pt x="250453" y="60655"/>
                      <a:pt x="260043" y="64475"/>
                      <a:pt x="268862" y="69723"/>
                    </a:cubicBezTo>
                    <a:cubicBezTo>
                      <a:pt x="277644" y="74114"/>
                      <a:pt x="285161" y="80667"/>
                      <a:pt x="290721" y="88773"/>
                    </a:cubicBezTo>
                    <a:cubicBezTo>
                      <a:pt x="294389" y="94717"/>
                      <a:pt x="295549" y="101879"/>
                      <a:pt x="293952" y="108680"/>
                    </a:cubicBezTo>
                    <a:cubicBezTo>
                      <a:pt x="291776" y="116148"/>
                      <a:pt x="287680" y="122920"/>
                      <a:pt x="282072" y="128302"/>
                    </a:cubicBezTo>
                    <a:cubicBezTo>
                      <a:pt x="275239" y="135350"/>
                      <a:pt x="267617" y="141580"/>
                      <a:pt x="259358" y="146875"/>
                    </a:cubicBezTo>
                    <a:lnTo>
                      <a:pt x="291671" y="165925"/>
                    </a:lnTo>
                    <a:lnTo>
                      <a:pt x="273994" y="176117"/>
                    </a:lnTo>
                    <a:lnTo>
                      <a:pt x="241396" y="157067"/>
                    </a:lnTo>
                    <a:cubicBezTo>
                      <a:pt x="225867" y="164735"/>
                      <a:pt x="209635" y="170898"/>
                      <a:pt x="192927" y="175450"/>
                    </a:cubicBezTo>
                    <a:cubicBezTo>
                      <a:pt x="175440" y="180289"/>
                      <a:pt x="157573" y="183633"/>
                      <a:pt x="139516" y="185452"/>
                    </a:cubicBezTo>
                    <a:lnTo>
                      <a:pt x="122409" y="154876"/>
                    </a:lnTo>
                    <a:cubicBezTo>
                      <a:pt x="127180" y="154753"/>
                      <a:pt x="131941" y="154372"/>
                      <a:pt x="136664" y="153734"/>
                    </a:cubicBezTo>
                    <a:cubicBezTo>
                      <a:pt x="143821" y="152924"/>
                      <a:pt x="150930" y="151714"/>
                      <a:pt x="157953" y="150114"/>
                    </a:cubicBezTo>
                    <a:cubicBezTo>
                      <a:pt x="165841" y="148400"/>
                      <a:pt x="174109" y="146304"/>
                      <a:pt x="182853" y="143732"/>
                    </a:cubicBezTo>
                    <a:cubicBezTo>
                      <a:pt x="191340" y="141151"/>
                      <a:pt x="199627" y="137970"/>
                      <a:pt x="207658" y="134207"/>
                    </a:cubicBezTo>
                    <a:lnTo>
                      <a:pt x="156812" y="104966"/>
                    </a:lnTo>
                    <a:lnTo>
                      <a:pt x="150255" y="107251"/>
                    </a:lnTo>
                    <a:lnTo>
                      <a:pt x="143317" y="109347"/>
                    </a:lnTo>
                    <a:cubicBezTo>
                      <a:pt x="130582" y="113538"/>
                      <a:pt x="118892" y="116872"/>
                      <a:pt x="108343" y="118872"/>
                    </a:cubicBezTo>
                    <a:cubicBezTo>
                      <a:pt x="98545" y="121149"/>
                      <a:pt x="88556" y="122492"/>
                      <a:pt x="78501" y="122873"/>
                    </a:cubicBezTo>
                    <a:cubicBezTo>
                      <a:pt x="69691" y="123187"/>
                      <a:pt x="60872" y="122358"/>
                      <a:pt x="52271" y="120396"/>
                    </a:cubicBezTo>
                    <a:cubicBezTo>
                      <a:pt x="43698" y="118453"/>
                      <a:pt x="35468" y="115243"/>
                      <a:pt x="27846" y="110871"/>
                    </a:cubicBezTo>
                    <a:cubicBezTo>
                      <a:pt x="19540" y="106518"/>
                      <a:pt x="12326" y="100327"/>
                      <a:pt x="6748" y="92774"/>
                    </a:cubicBezTo>
                    <a:cubicBezTo>
                      <a:pt x="2604" y="87078"/>
                      <a:pt x="580" y="8009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197" y="4593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6" y="17059"/>
                      <a:pt x="75793" y="11697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47" y="86754"/>
                      <a:pt x="105587" y="84449"/>
                      <a:pt x="115376" y="81058"/>
                    </a:cubicBezTo>
                    <a:lnTo>
                      <a:pt x="67857" y="53531"/>
                    </a:lnTo>
                    <a:cubicBezTo>
                      <a:pt x="50275" y="65056"/>
                      <a:pt x="48849" y="74867"/>
                      <a:pt x="63105" y="83153"/>
                    </a:cubicBezTo>
                    <a:close/>
                    <a:moveTo>
                      <a:pt x="229992" y="97060"/>
                    </a:moveTo>
                    <a:cubicBezTo>
                      <a:pt x="222693" y="93135"/>
                      <a:pt x="214339" y="91631"/>
                      <a:pt x="206137" y="92774"/>
                    </a:cubicBezTo>
                    <a:cubicBezTo>
                      <a:pt x="194894" y="94278"/>
                      <a:pt x="183803" y="96736"/>
                      <a:pt x="172969" y="100108"/>
                    </a:cubicBezTo>
                    <a:lnTo>
                      <a:pt x="220488" y="127540"/>
                    </a:lnTo>
                    <a:cubicBezTo>
                      <a:pt x="240512" y="115157"/>
                      <a:pt x="243677" y="104994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47"/>
              <p:cNvSpPr/>
              <p:nvPr/>
            </p:nvSpPr>
            <p:spPr>
              <a:xfrm>
                <a:off x="6020539" y="3585400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47"/>
              <p:cNvSpPr/>
              <p:nvPr/>
            </p:nvSpPr>
            <p:spPr>
              <a:xfrm>
                <a:off x="6147700" y="359625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47"/>
              <p:cNvSpPr/>
              <p:nvPr/>
            </p:nvSpPr>
            <p:spPr>
              <a:xfrm>
                <a:off x="6161861" y="353301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47"/>
              <p:cNvSpPr/>
              <p:nvPr/>
            </p:nvSpPr>
            <p:spPr>
              <a:xfrm>
                <a:off x="6062736" y="353939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47"/>
              <p:cNvSpPr/>
              <p:nvPr/>
            </p:nvSpPr>
            <p:spPr>
              <a:xfrm>
                <a:off x="5966368" y="348453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6" y="18898"/>
                      <a:pt x="42406" y="14592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47"/>
              <p:cNvSpPr/>
              <p:nvPr/>
            </p:nvSpPr>
            <p:spPr>
              <a:xfrm>
                <a:off x="6020539" y="3453098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236" y="19621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47"/>
              <p:cNvSpPr/>
              <p:nvPr/>
            </p:nvSpPr>
            <p:spPr>
              <a:xfrm>
                <a:off x="5898416" y="344805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47"/>
              <p:cNvSpPr/>
              <p:nvPr/>
            </p:nvSpPr>
            <p:spPr>
              <a:xfrm>
                <a:off x="5899366" y="3505676"/>
                <a:ext cx="30317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5907"/>
                    </a:lnTo>
                    <a:lnTo>
                      <a:pt x="997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47"/>
              <p:cNvSpPr/>
              <p:nvPr/>
            </p:nvSpPr>
            <p:spPr>
              <a:xfrm>
                <a:off x="5898416" y="3431095"/>
                <a:ext cx="2946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070" extrusionOk="0">
                    <a:moveTo>
                      <a:pt x="149495" y="29337"/>
                    </a:moveTo>
                    <a:cubicBezTo>
                      <a:pt x="145608" y="29327"/>
                      <a:pt x="141730" y="29642"/>
                      <a:pt x="137900" y="30289"/>
                    </a:cubicBezTo>
                    <a:cubicBezTo>
                      <a:pt x="132673" y="31051"/>
                      <a:pt x="126875" y="32099"/>
                      <a:pt x="120413" y="33433"/>
                    </a:cubicBezTo>
                    <a:cubicBezTo>
                      <a:pt x="113950" y="34766"/>
                      <a:pt x="107203" y="36576"/>
                      <a:pt x="100265" y="38576"/>
                    </a:cubicBezTo>
                    <a:cubicBezTo>
                      <a:pt x="93508" y="40653"/>
                      <a:pt x="86903" y="43196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89" y="58522"/>
                      <a:pt x="199104" y="56664"/>
                      <a:pt x="210224" y="55912"/>
                    </a:cubicBezTo>
                    <a:cubicBezTo>
                      <a:pt x="220345" y="55302"/>
                      <a:pt x="230505" y="56007"/>
                      <a:pt x="240446" y="58007"/>
                    </a:cubicBezTo>
                    <a:cubicBezTo>
                      <a:pt x="250463" y="60227"/>
                      <a:pt x="260062" y="64056"/>
                      <a:pt x="268862" y="69342"/>
                    </a:cubicBezTo>
                    <a:cubicBezTo>
                      <a:pt x="277663" y="73705"/>
                      <a:pt x="285190" y="80267"/>
                      <a:pt x="290721" y="88392"/>
                    </a:cubicBezTo>
                    <a:cubicBezTo>
                      <a:pt x="294399" y="94336"/>
                      <a:pt x="295558" y="101498"/>
                      <a:pt x="293952" y="108299"/>
                    </a:cubicBezTo>
                    <a:cubicBezTo>
                      <a:pt x="291757" y="115757"/>
                      <a:pt x="287661" y="122520"/>
                      <a:pt x="282072" y="127921"/>
                    </a:cubicBezTo>
                    <a:cubicBezTo>
                      <a:pt x="275239" y="134969"/>
                      <a:pt x="267617" y="141199"/>
                      <a:pt x="259358" y="146495"/>
                    </a:cubicBezTo>
                    <a:lnTo>
                      <a:pt x="291671" y="165545"/>
                    </a:lnTo>
                    <a:lnTo>
                      <a:pt x="273994" y="175736"/>
                    </a:lnTo>
                    <a:lnTo>
                      <a:pt x="241396" y="156686"/>
                    </a:lnTo>
                    <a:cubicBezTo>
                      <a:pt x="225867" y="164354"/>
                      <a:pt x="209635" y="170517"/>
                      <a:pt x="192927" y="175070"/>
                    </a:cubicBezTo>
                    <a:cubicBezTo>
                      <a:pt x="175440" y="179908"/>
                      <a:pt x="157573" y="183252"/>
                      <a:pt x="139516" y="185071"/>
                    </a:cubicBezTo>
                    <a:lnTo>
                      <a:pt x="122409" y="154496"/>
                    </a:lnTo>
                    <a:cubicBezTo>
                      <a:pt x="127180" y="154372"/>
                      <a:pt x="131941" y="153991"/>
                      <a:pt x="136664" y="153353"/>
                    </a:cubicBezTo>
                    <a:cubicBezTo>
                      <a:pt x="143032" y="152590"/>
                      <a:pt x="150160" y="151447"/>
                      <a:pt x="157953" y="149733"/>
                    </a:cubicBezTo>
                    <a:cubicBezTo>
                      <a:pt x="165746" y="148019"/>
                      <a:pt x="174109" y="145923"/>
                      <a:pt x="182853" y="143351"/>
                    </a:cubicBezTo>
                    <a:cubicBezTo>
                      <a:pt x="191340" y="140770"/>
                      <a:pt x="199627" y="137589"/>
                      <a:pt x="207658" y="133826"/>
                    </a:cubicBezTo>
                    <a:lnTo>
                      <a:pt x="157098" y="104585"/>
                    </a:lnTo>
                    <a:lnTo>
                      <a:pt x="150540" y="106871"/>
                    </a:lnTo>
                    <a:lnTo>
                      <a:pt x="143602" y="108966"/>
                    </a:lnTo>
                    <a:cubicBezTo>
                      <a:pt x="130867" y="113157"/>
                      <a:pt x="119177" y="116491"/>
                      <a:pt x="108628" y="118491"/>
                    </a:cubicBezTo>
                    <a:cubicBezTo>
                      <a:pt x="98830" y="120767"/>
                      <a:pt x="88841" y="122111"/>
                      <a:pt x="78786" y="122491"/>
                    </a:cubicBezTo>
                    <a:cubicBezTo>
                      <a:pt x="69976" y="122758"/>
                      <a:pt x="61166" y="121929"/>
                      <a:pt x="52556" y="120015"/>
                    </a:cubicBezTo>
                    <a:cubicBezTo>
                      <a:pt x="44002" y="118034"/>
                      <a:pt x="35772" y="114824"/>
                      <a:pt x="28131" y="110490"/>
                    </a:cubicBezTo>
                    <a:cubicBezTo>
                      <a:pt x="19796" y="106137"/>
                      <a:pt x="12573" y="99908"/>
                      <a:pt x="7033" y="92297"/>
                    </a:cubicBezTo>
                    <a:cubicBezTo>
                      <a:pt x="2889" y="86630"/>
                      <a:pt x="865" y="79686"/>
                      <a:pt x="1331" y="72676"/>
                    </a:cubicBezTo>
                    <a:cubicBezTo>
                      <a:pt x="2072" y="65380"/>
                      <a:pt x="4989" y="58474"/>
                      <a:pt x="9694" y="52864"/>
                    </a:cubicBezTo>
                    <a:cubicBezTo>
                      <a:pt x="15482" y="45453"/>
                      <a:pt x="22410" y="39024"/>
                      <a:pt x="30222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11"/>
                      <a:pt x="77494" y="88278"/>
                      <a:pt x="85154" y="87535"/>
                    </a:cubicBezTo>
                    <a:cubicBezTo>
                      <a:pt x="95437" y="86325"/>
                      <a:pt x="105568" y="84020"/>
                      <a:pt x="115376" y="80677"/>
                    </a:cubicBezTo>
                    <a:lnTo>
                      <a:pt x="67857" y="53150"/>
                    </a:lnTo>
                    <a:cubicBezTo>
                      <a:pt x="50275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21" y="92678"/>
                      <a:pt x="214339" y="91173"/>
                      <a:pt x="206137" y="92393"/>
                    </a:cubicBezTo>
                    <a:cubicBezTo>
                      <a:pt x="194894" y="93897"/>
                      <a:pt x="183803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351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3" name="Google Shape;3353;p47"/>
            <p:cNvGrpSpPr/>
            <p:nvPr/>
          </p:nvGrpSpPr>
          <p:grpSpPr>
            <a:xfrm>
              <a:off x="3829623" y="2378741"/>
              <a:ext cx="883852" cy="621029"/>
              <a:chOff x="5639248" y="3120866"/>
              <a:chExt cx="883852" cy="621029"/>
            </a:xfrm>
          </p:grpSpPr>
          <p:sp>
            <p:nvSpPr>
              <p:cNvPr id="3354" name="Google Shape;3354;p47"/>
              <p:cNvSpPr/>
              <p:nvPr/>
            </p:nvSpPr>
            <p:spPr>
              <a:xfrm>
                <a:off x="5639248" y="323040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47"/>
              <p:cNvSpPr/>
              <p:nvPr/>
            </p:nvSpPr>
            <p:spPr>
              <a:xfrm>
                <a:off x="5639343" y="337356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47"/>
              <p:cNvSpPr/>
              <p:nvPr/>
            </p:nvSpPr>
            <p:spPr>
              <a:xfrm>
                <a:off x="6456573" y="3376612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47"/>
              <p:cNvSpPr/>
              <p:nvPr/>
            </p:nvSpPr>
            <p:spPr>
              <a:xfrm>
                <a:off x="5639248" y="31208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47"/>
              <p:cNvSpPr/>
              <p:nvPr/>
            </p:nvSpPr>
            <p:spPr>
              <a:xfrm>
                <a:off x="5764868" y="3190470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7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6"/>
                      <a:pt x="216136" y="383976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4" y="143280"/>
                      <a:pt x="632117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47"/>
              <p:cNvSpPr/>
              <p:nvPr/>
            </p:nvSpPr>
            <p:spPr>
              <a:xfrm>
                <a:off x="5765458" y="321237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47"/>
              <p:cNvSpPr/>
              <p:nvPr/>
            </p:nvSpPr>
            <p:spPr>
              <a:xfrm>
                <a:off x="5927022" y="3295364"/>
                <a:ext cx="294875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213" extrusionOk="0">
                    <a:moveTo>
                      <a:pt x="149495" y="28861"/>
                    </a:moveTo>
                    <a:cubicBezTo>
                      <a:pt x="145608" y="28851"/>
                      <a:pt x="141730" y="29166"/>
                      <a:pt x="137900" y="29813"/>
                    </a:cubicBezTo>
                    <a:cubicBezTo>
                      <a:pt x="132673" y="30575"/>
                      <a:pt x="126876" y="31623"/>
                      <a:pt x="120413" y="32956"/>
                    </a:cubicBezTo>
                    <a:cubicBezTo>
                      <a:pt x="113950" y="34290"/>
                      <a:pt x="107298" y="36004"/>
                      <a:pt x="100265" y="38100"/>
                    </a:cubicBezTo>
                    <a:cubicBezTo>
                      <a:pt x="93498" y="40148"/>
                      <a:pt x="86893" y="42701"/>
                      <a:pt x="80497" y="45720"/>
                    </a:cubicBezTo>
                    <a:lnTo>
                      <a:pt x="131247" y="75057"/>
                    </a:lnTo>
                    <a:lnTo>
                      <a:pt x="140751" y="71914"/>
                    </a:lnTo>
                    <a:cubicBezTo>
                      <a:pt x="153676" y="67532"/>
                      <a:pt x="165841" y="63913"/>
                      <a:pt x="177341" y="60865"/>
                    </a:cubicBezTo>
                    <a:cubicBezTo>
                      <a:pt x="188108" y="58026"/>
                      <a:pt x="199114" y="56207"/>
                      <a:pt x="210224" y="55435"/>
                    </a:cubicBezTo>
                    <a:cubicBezTo>
                      <a:pt x="220374" y="54826"/>
                      <a:pt x="230571" y="55531"/>
                      <a:pt x="240541" y="57531"/>
                    </a:cubicBezTo>
                    <a:cubicBezTo>
                      <a:pt x="250577" y="59760"/>
                      <a:pt x="260195" y="63551"/>
                      <a:pt x="269052" y="68771"/>
                    </a:cubicBezTo>
                    <a:cubicBezTo>
                      <a:pt x="277824" y="73171"/>
                      <a:pt x="285351" y="79724"/>
                      <a:pt x="290911" y="87821"/>
                    </a:cubicBezTo>
                    <a:cubicBezTo>
                      <a:pt x="294627" y="93745"/>
                      <a:pt x="295796" y="100927"/>
                      <a:pt x="294142" y="107728"/>
                    </a:cubicBezTo>
                    <a:cubicBezTo>
                      <a:pt x="291985" y="115205"/>
                      <a:pt x="287889" y="121977"/>
                      <a:pt x="282262" y="127349"/>
                    </a:cubicBezTo>
                    <a:cubicBezTo>
                      <a:pt x="275315" y="134379"/>
                      <a:pt x="267522" y="140522"/>
                      <a:pt x="259073" y="145637"/>
                    </a:cubicBezTo>
                    <a:lnTo>
                      <a:pt x="291386" y="164687"/>
                    </a:lnTo>
                    <a:lnTo>
                      <a:pt x="273709" y="174879"/>
                    </a:lnTo>
                    <a:lnTo>
                      <a:pt x="241111" y="155829"/>
                    </a:lnTo>
                    <a:cubicBezTo>
                      <a:pt x="225572" y="163487"/>
                      <a:pt x="209349" y="169650"/>
                      <a:pt x="192642" y="174212"/>
                    </a:cubicBezTo>
                    <a:cubicBezTo>
                      <a:pt x="175155" y="179051"/>
                      <a:pt x="157288" y="182394"/>
                      <a:pt x="139230" y="184213"/>
                    </a:cubicBezTo>
                    <a:lnTo>
                      <a:pt x="122219" y="153638"/>
                    </a:lnTo>
                    <a:cubicBezTo>
                      <a:pt x="126952" y="153514"/>
                      <a:pt x="131684" y="153133"/>
                      <a:pt x="136379" y="152495"/>
                    </a:cubicBezTo>
                    <a:cubicBezTo>
                      <a:pt x="142842" y="151733"/>
                      <a:pt x="149875" y="150590"/>
                      <a:pt x="157763" y="148876"/>
                    </a:cubicBezTo>
                    <a:cubicBezTo>
                      <a:pt x="165651" y="147161"/>
                      <a:pt x="173824" y="145066"/>
                      <a:pt x="182568" y="142494"/>
                    </a:cubicBezTo>
                    <a:cubicBezTo>
                      <a:pt x="191074" y="139970"/>
                      <a:pt x="199361" y="136779"/>
                      <a:pt x="207373" y="132969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36" y="118615"/>
                      <a:pt x="35544" y="115405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3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105" y="82201"/>
                    </a:moveTo>
                    <a:cubicBezTo>
                      <a:pt x="69758" y="86116"/>
                      <a:pt x="77484" y="87782"/>
                      <a:pt x="85154" y="86963"/>
                    </a:cubicBezTo>
                    <a:cubicBezTo>
                      <a:pt x="95475" y="85792"/>
                      <a:pt x="105635" y="83525"/>
                      <a:pt x="115471" y="80200"/>
                    </a:cubicBezTo>
                    <a:lnTo>
                      <a:pt x="67952" y="52673"/>
                    </a:lnTo>
                    <a:cubicBezTo>
                      <a:pt x="50180" y="64484"/>
                      <a:pt x="48849" y="74390"/>
                      <a:pt x="63105" y="82582"/>
                    </a:cubicBezTo>
                    <a:close/>
                    <a:moveTo>
                      <a:pt x="229992" y="96203"/>
                    </a:moveTo>
                    <a:cubicBezTo>
                      <a:pt x="222750" y="92221"/>
                      <a:pt x="214405" y="90716"/>
                      <a:pt x="206232" y="91916"/>
                    </a:cubicBezTo>
                    <a:cubicBezTo>
                      <a:pt x="194951" y="93374"/>
                      <a:pt x="183822" y="95831"/>
                      <a:pt x="172969" y="99250"/>
                    </a:cubicBezTo>
                    <a:lnTo>
                      <a:pt x="220488" y="126587"/>
                    </a:lnTo>
                    <a:cubicBezTo>
                      <a:pt x="240512" y="114462"/>
                      <a:pt x="243677" y="104461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47"/>
              <p:cNvSpPr/>
              <p:nvPr/>
            </p:nvSpPr>
            <p:spPr>
              <a:xfrm>
                <a:off x="6049241" y="343233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47"/>
              <p:cNvSpPr/>
              <p:nvPr/>
            </p:nvSpPr>
            <p:spPr>
              <a:xfrm>
                <a:off x="6176402" y="3443287"/>
                <a:ext cx="42006" cy="19621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621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621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47"/>
              <p:cNvSpPr/>
              <p:nvPr/>
            </p:nvSpPr>
            <p:spPr>
              <a:xfrm>
                <a:off x="6190467" y="33800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47"/>
              <p:cNvSpPr/>
              <p:nvPr/>
            </p:nvSpPr>
            <p:spPr>
              <a:xfrm>
                <a:off x="6091248" y="33864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47"/>
              <p:cNvSpPr/>
              <p:nvPr/>
            </p:nvSpPr>
            <p:spPr>
              <a:xfrm>
                <a:off x="5995069" y="3331273"/>
                <a:ext cx="58923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862" extrusionOk="0">
                    <a:moveTo>
                      <a:pt x="0" y="11049"/>
                    </a:moveTo>
                    <a:lnTo>
                      <a:pt x="48944" y="38862"/>
                    </a:lnTo>
                    <a:lnTo>
                      <a:pt x="58923" y="31623"/>
                    </a:lnTo>
                    <a:cubicBezTo>
                      <a:pt x="58923" y="31623"/>
                      <a:pt x="52841" y="24575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47"/>
              <p:cNvSpPr/>
              <p:nvPr/>
            </p:nvSpPr>
            <p:spPr>
              <a:xfrm>
                <a:off x="6049241" y="330012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47"/>
              <p:cNvSpPr/>
              <p:nvPr/>
            </p:nvSpPr>
            <p:spPr>
              <a:xfrm>
                <a:off x="5927022" y="3295078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47"/>
              <p:cNvSpPr/>
              <p:nvPr/>
            </p:nvSpPr>
            <p:spPr>
              <a:xfrm>
                <a:off x="5927973" y="3352800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717"/>
                    </a:moveTo>
                    <a:lnTo>
                      <a:pt x="0" y="0"/>
                    </a:lnTo>
                    <a:lnTo>
                      <a:pt x="30222" y="0"/>
                    </a:lnTo>
                    <a:lnTo>
                      <a:pt x="22904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47"/>
              <p:cNvSpPr/>
              <p:nvPr/>
            </p:nvSpPr>
            <p:spPr>
              <a:xfrm>
                <a:off x="5927022" y="3277266"/>
                <a:ext cx="294877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877" h="185546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813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3"/>
                    </a:cubicBezTo>
                    <a:cubicBezTo>
                      <a:pt x="93517" y="41491"/>
                      <a:pt x="86912" y="44005"/>
                      <a:pt x="80497" y="46958"/>
                    </a:cubicBezTo>
                    <a:lnTo>
                      <a:pt x="131247" y="76390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74" y="56178"/>
                      <a:pt x="230552" y="56855"/>
                      <a:pt x="240541" y="58769"/>
                    </a:cubicBezTo>
                    <a:cubicBezTo>
                      <a:pt x="250577" y="61036"/>
                      <a:pt x="260195" y="64856"/>
                      <a:pt x="269052" y="70104"/>
                    </a:cubicBezTo>
                    <a:cubicBezTo>
                      <a:pt x="277824" y="74504"/>
                      <a:pt x="285351" y="81058"/>
                      <a:pt x="290911" y="89154"/>
                    </a:cubicBezTo>
                    <a:cubicBezTo>
                      <a:pt x="294636" y="95040"/>
                      <a:pt x="295796" y="102194"/>
                      <a:pt x="294142" y="108966"/>
                    </a:cubicBezTo>
                    <a:cubicBezTo>
                      <a:pt x="292013" y="116481"/>
                      <a:pt x="287908" y="123292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308"/>
                    </a:lnTo>
                    <a:lnTo>
                      <a:pt x="241111" y="157258"/>
                    </a:lnTo>
                    <a:cubicBezTo>
                      <a:pt x="225591" y="164925"/>
                      <a:pt x="209359" y="171050"/>
                      <a:pt x="192642" y="175546"/>
                    </a:cubicBezTo>
                    <a:cubicBezTo>
                      <a:pt x="175164" y="180422"/>
                      <a:pt x="157288" y="183775"/>
                      <a:pt x="139230" y="185547"/>
                    </a:cubicBezTo>
                    <a:lnTo>
                      <a:pt x="122219" y="154972"/>
                    </a:lnTo>
                    <a:cubicBezTo>
                      <a:pt x="125355" y="154972"/>
                      <a:pt x="130107" y="154972"/>
                      <a:pt x="136379" y="153924"/>
                    </a:cubicBezTo>
                    <a:cubicBezTo>
                      <a:pt x="142652" y="152876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7"/>
                    </a:cubicBezTo>
                    <a:cubicBezTo>
                      <a:pt x="191074" y="141303"/>
                      <a:pt x="199361" y="138113"/>
                      <a:pt x="207373" y="134302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8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377"/>
                      <a:pt x="60900" y="122549"/>
                      <a:pt x="52271" y="120586"/>
                    </a:cubicBezTo>
                    <a:cubicBezTo>
                      <a:pt x="43727" y="118662"/>
                      <a:pt x="35525" y="115452"/>
                      <a:pt x="27941" y="111061"/>
                    </a:cubicBezTo>
                    <a:cubicBezTo>
                      <a:pt x="19597" y="106670"/>
                      <a:pt x="12355" y="100460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18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75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180" y="65437"/>
                      <a:pt x="48849" y="75533"/>
                      <a:pt x="63105" y="83534"/>
                    </a:cubicBezTo>
                    <a:close/>
                    <a:moveTo>
                      <a:pt x="229992" y="97441"/>
                    </a:moveTo>
                    <a:cubicBezTo>
                      <a:pt x="222740" y="93497"/>
                      <a:pt x="214396" y="92021"/>
                      <a:pt x="206232" y="93250"/>
                    </a:cubicBezTo>
                    <a:cubicBezTo>
                      <a:pt x="194951" y="94707"/>
                      <a:pt x="183822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256" y="115538"/>
                      <a:pt x="243677" y="105442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0" name="Google Shape;3370;p47"/>
            <p:cNvGrpSpPr/>
            <p:nvPr/>
          </p:nvGrpSpPr>
          <p:grpSpPr>
            <a:xfrm>
              <a:off x="3810520" y="2225674"/>
              <a:ext cx="883852" cy="621125"/>
              <a:chOff x="5620145" y="2967799"/>
              <a:chExt cx="883852" cy="621125"/>
            </a:xfrm>
          </p:grpSpPr>
          <p:sp>
            <p:nvSpPr>
              <p:cNvPr id="3371" name="Google Shape;3371;p47"/>
              <p:cNvSpPr/>
              <p:nvPr/>
            </p:nvSpPr>
            <p:spPr>
              <a:xfrm>
                <a:off x="5620145" y="30774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47"/>
              <p:cNvSpPr/>
              <p:nvPr/>
            </p:nvSpPr>
            <p:spPr>
              <a:xfrm>
                <a:off x="5620240" y="3220497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47"/>
              <p:cNvSpPr/>
              <p:nvPr/>
            </p:nvSpPr>
            <p:spPr>
              <a:xfrm>
                <a:off x="6437470" y="3223545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47"/>
              <p:cNvSpPr/>
              <p:nvPr/>
            </p:nvSpPr>
            <p:spPr>
              <a:xfrm>
                <a:off x="5620145" y="296779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47"/>
              <p:cNvSpPr/>
              <p:nvPr/>
            </p:nvSpPr>
            <p:spPr>
              <a:xfrm>
                <a:off x="5745842" y="3037498"/>
                <a:ext cx="632610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21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1"/>
                      <a:pt x="216059" y="383881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69" y="92131"/>
                      <a:pt x="637267" y="14385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47"/>
              <p:cNvSpPr/>
              <p:nvPr/>
            </p:nvSpPr>
            <p:spPr>
              <a:xfrm>
                <a:off x="5746450" y="3059406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3"/>
                      <a:pt x="596363" y="257866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3"/>
                      <a:pt x="0" y="172141"/>
                    </a:cubicBezTo>
                    <a:cubicBezTo>
                      <a:pt x="4372" y="128992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47"/>
              <p:cNvSpPr/>
              <p:nvPr/>
            </p:nvSpPr>
            <p:spPr>
              <a:xfrm>
                <a:off x="5907730" y="3141821"/>
                <a:ext cx="294899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451" extrusionOk="0">
                    <a:moveTo>
                      <a:pt x="149685" y="30004"/>
                    </a:moveTo>
                    <a:cubicBezTo>
                      <a:pt x="145807" y="30004"/>
                      <a:pt x="141929" y="30289"/>
                      <a:pt x="138090" y="30861"/>
                    </a:cubicBezTo>
                    <a:cubicBezTo>
                      <a:pt x="132958" y="31623"/>
                      <a:pt x="127066" y="32671"/>
                      <a:pt x="120603" y="34004"/>
                    </a:cubicBezTo>
                    <a:cubicBezTo>
                      <a:pt x="114140" y="35338"/>
                      <a:pt x="107488" y="37147"/>
                      <a:pt x="100550" y="39243"/>
                    </a:cubicBezTo>
                    <a:cubicBezTo>
                      <a:pt x="93745" y="41243"/>
                      <a:pt x="87112" y="43758"/>
                      <a:pt x="80687" y="46768"/>
                    </a:cubicBezTo>
                    <a:lnTo>
                      <a:pt x="131532" y="76200"/>
                    </a:lnTo>
                    <a:lnTo>
                      <a:pt x="140561" y="72961"/>
                    </a:lnTo>
                    <a:cubicBezTo>
                      <a:pt x="153486" y="68675"/>
                      <a:pt x="165746" y="65056"/>
                      <a:pt x="177151" y="62008"/>
                    </a:cubicBezTo>
                    <a:cubicBezTo>
                      <a:pt x="187909" y="59122"/>
                      <a:pt x="198924" y="57312"/>
                      <a:pt x="210034" y="56578"/>
                    </a:cubicBezTo>
                    <a:cubicBezTo>
                      <a:pt x="220250" y="55874"/>
                      <a:pt x="230505" y="56540"/>
                      <a:pt x="240541" y="58579"/>
                    </a:cubicBezTo>
                    <a:cubicBezTo>
                      <a:pt x="250586" y="60827"/>
                      <a:pt x="260204" y="64656"/>
                      <a:pt x="269052" y="69913"/>
                    </a:cubicBezTo>
                    <a:cubicBezTo>
                      <a:pt x="277834" y="74304"/>
                      <a:pt x="285351" y="80858"/>
                      <a:pt x="290911" y="88963"/>
                    </a:cubicBezTo>
                    <a:cubicBezTo>
                      <a:pt x="294665" y="94869"/>
                      <a:pt x="295834" y="102070"/>
                      <a:pt x="294142" y="108871"/>
                    </a:cubicBezTo>
                    <a:cubicBezTo>
                      <a:pt x="292032" y="116367"/>
                      <a:pt x="287927" y="123149"/>
                      <a:pt x="282262" y="128492"/>
                    </a:cubicBezTo>
                    <a:cubicBezTo>
                      <a:pt x="275287" y="135522"/>
                      <a:pt x="267503" y="141694"/>
                      <a:pt x="259073" y="146875"/>
                    </a:cubicBezTo>
                    <a:lnTo>
                      <a:pt x="291386" y="165925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610" y="164811"/>
                      <a:pt x="209368" y="170974"/>
                      <a:pt x="192642" y="175450"/>
                    </a:cubicBezTo>
                    <a:cubicBezTo>
                      <a:pt x="175155" y="180289"/>
                      <a:pt x="157288" y="183642"/>
                      <a:pt x="139230" y="185452"/>
                    </a:cubicBezTo>
                    <a:lnTo>
                      <a:pt x="122219" y="154876"/>
                    </a:lnTo>
                    <a:cubicBezTo>
                      <a:pt x="125355" y="154876"/>
                      <a:pt x="130107" y="154876"/>
                      <a:pt x="136474" y="153829"/>
                    </a:cubicBezTo>
                    <a:cubicBezTo>
                      <a:pt x="142842" y="152781"/>
                      <a:pt x="149875" y="151828"/>
                      <a:pt x="157763" y="150114"/>
                    </a:cubicBezTo>
                    <a:cubicBezTo>
                      <a:pt x="165651" y="148399"/>
                      <a:pt x="173824" y="146304"/>
                      <a:pt x="182568" y="143732"/>
                    </a:cubicBezTo>
                    <a:cubicBezTo>
                      <a:pt x="191074" y="141227"/>
                      <a:pt x="199370" y="138036"/>
                      <a:pt x="207373" y="134207"/>
                    </a:cubicBezTo>
                    <a:lnTo>
                      <a:pt x="156907" y="104965"/>
                    </a:lnTo>
                    <a:lnTo>
                      <a:pt x="150255" y="107251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16" y="106547"/>
                      <a:pt x="12383" y="100336"/>
                      <a:pt x="6748" y="92773"/>
                    </a:cubicBezTo>
                    <a:cubicBezTo>
                      <a:pt x="2690" y="87068"/>
                      <a:pt x="684" y="80153"/>
                      <a:pt x="1045" y="73152"/>
                    </a:cubicBezTo>
                    <a:cubicBezTo>
                      <a:pt x="1768" y="65856"/>
                      <a:pt x="4685" y="58941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344"/>
                    </a:moveTo>
                    <a:cubicBezTo>
                      <a:pt x="70043" y="87173"/>
                      <a:pt x="77712" y="88830"/>
                      <a:pt x="85344" y="88106"/>
                    </a:cubicBezTo>
                    <a:cubicBezTo>
                      <a:pt x="95656" y="86935"/>
                      <a:pt x="105825" y="84668"/>
                      <a:pt x="115661" y="81343"/>
                    </a:cubicBezTo>
                    <a:lnTo>
                      <a:pt x="68142" y="53721"/>
                    </a:lnTo>
                    <a:cubicBezTo>
                      <a:pt x="50465" y="65056"/>
                      <a:pt x="49040" y="74867"/>
                      <a:pt x="63390" y="83153"/>
                    </a:cubicBezTo>
                    <a:close/>
                    <a:moveTo>
                      <a:pt x="230182" y="96679"/>
                    </a:moveTo>
                    <a:cubicBezTo>
                      <a:pt x="222930" y="92735"/>
                      <a:pt x="214586" y="91259"/>
                      <a:pt x="206422" y="92488"/>
                    </a:cubicBezTo>
                    <a:cubicBezTo>
                      <a:pt x="195170" y="93907"/>
                      <a:pt x="184069" y="96336"/>
                      <a:pt x="173254" y="99727"/>
                    </a:cubicBezTo>
                    <a:lnTo>
                      <a:pt x="220773" y="127159"/>
                    </a:lnTo>
                    <a:cubicBezTo>
                      <a:pt x="240541" y="115157"/>
                      <a:pt x="243867" y="105061"/>
                      <a:pt x="23018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47"/>
              <p:cNvSpPr/>
              <p:nvPr/>
            </p:nvSpPr>
            <p:spPr>
              <a:xfrm>
                <a:off x="6030138" y="3279362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47"/>
              <p:cNvSpPr/>
              <p:nvPr/>
            </p:nvSpPr>
            <p:spPr>
              <a:xfrm>
                <a:off x="6157299" y="329022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47"/>
              <p:cNvSpPr/>
              <p:nvPr/>
            </p:nvSpPr>
            <p:spPr>
              <a:xfrm>
                <a:off x="6171364" y="3226974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47"/>
              <p:cNvSpPr/>
              <p:nvPr/>
            </p:nvSpPr>
            <p:spPr>
              <a:xfrm>
                <a:off x="6072240" y="3233356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47"/>
              <p:cNvSpPr/>
              <p:nvPr/>
            </p:nvSpPr>
            <p:spPr>
              <a:xfrm>
                <a:off x="5975967" y="3178206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5"/>
                      <a:pt x="52366" y="23908"/>
                    </a:cubicBezTo>
                    <a:cubicBezTo>
                      <a:pt x="47966" y="18878"/>
                      <a:pt x="42805" y="14573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47"/>
              <p:cNvSpPr/>
              <p:nvPr/>
            </p:nvSpPr>
            <p:spPr>
              <a:xfrm>
                <a:off x="6030138" y="3147155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239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47"/>
              <p:cNvSpPr/>
              <p:nvPr/>
            </p:nvSpPr>
            <p:spPr>
              <a:xfrm>
                <a:off x="5907920" y="3142011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47"/>
              <p:cNvSpPr/>
              <p:nvPr/>
            </p:nvSpPr>
            <p:spPr>
              <a:xfrm>
                <a:off x="5908870" y="319963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47"/>
              <p:cNvSpPr/>
              <p:nvPr/>
            </p:nvSpPr>
            <p:spPr>
              <a:xfrm>
                <a:off x="5908110" y="3125057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90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8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1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2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5"/>
                    </a:lnTo>
                    <a:cubicBezTo>
                      <a:pt x="130012" y="112967"/>
                      <a:pt x="118417" y="116300"/>
                      <a:pt x="107773" y="118300"/>
                    </a:cubicBezTo>
                    <a:cubicBezTo>
                      <a:pt x="98212" y="120767"/>
                      <a:pt x="88442" y="122330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4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2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7" name="Google Shape;3387;p47"/>
            <p:cNvGrpSpPr/>
            <p:nvPr/>
          </p:nvGrpSpPr>
          <p:grpSpPr>
            <a:xfrm>
              <a:off x="3839126" y="2072703"/>
              <a:ext cx="883852" cy="621124"/>
              <a:chOff x="5648751" y="2814828"/>
              <a:chExt cx="883852" cy="621124"/>
            </a:xfrm>
          </p:grpSpPr>
          <p:sp>
            <p:nvSpPr>
              <p:cNvPr id="3388" name="Google Shape;3388;p47"/>
              <p:cNvSpPr/>
              <p:nvPr/>
            </p:nvSpPr>
            <p:spPr>
              <a:xfrm>
                <a:off x="5648751" y="292446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47"/>
              <p:cNvSpPr/>
              <p:nvPr/>
            </p:nvSpPr>
            <p:spPr>
              <a:xfrm>
                <a:off x="5648941" y="306752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47"/>
              <p:cNvSpPr/>
              <p:nvPr/>
            </p:nvSpPr>
            <p:spPr>
              <a:xfrm>
                <a:off x="6466077" y="307057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47"/>
              <p:cNvSpPr/>
              <p:nvPr/>
            </p:nvSpPr>
            <p:spPr>
              <a:xfrm>
                <a:off x="5648751" y="281482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2" name="Google Shape;3392;p47"/>
              <p:cNvSpPr/>
              <p:nvPr/>
            </p:nvSpPr>
            <p:spPr>
              <a:xfrm>
                <a:off x="5774449" y="2884431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47"/>
              <p:cNvSpPr/>
              <p:nvPr/>
            </p:nvSpPr>
            <p:spPr>
              <a:xfrm>
                <a:off x="5775057" y="2906363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47"/>
              <p:cNvSpPr/>
              <p:nvPr/>
            </p:nvSpPr>
            <p:spPr>
              <a:xfrm>
                <a:off x="5936526" y="2988278"/>
                <a:ext cx="294942" cy="185832"/>
              </a:xfrm>
              <a:custGeom>
                <a:avLst/>
                <a:gdLst/>
                <a:ahLst/>
                <a:cxnLst/>
                <a:rect l="l" t="t" r="r" b="b"/>
                <a:pathLst>
                  <a:path w="294942" h="185832" extrusionOk="0">
                    <a:moveTo>
                      <a:pt x="149495" y="30290"/>
                    </a:moveTo>
                    <a:cubicBezTo>
                      <a:pt x="145608" y="30280"/>
                      <a:pt x="141730" y="30604"/>
                      <a:pt x="137900" y="31242"/>
                    </a:cubicBezTo>
                    <a:cubicBezTo>
                      <a:pt x="132768" y="32004"/>
                      <a:pt x="126876" y="33052"/>
                      <a:pt x="120413" y="34385"/>
                    </a:cubicBezTo>
                    <a:cubicBezTo>
                      <a:pt x="113950" y="35719"/>
                      <a:pt x="107298" y="37529"/>
                      <a:pt x="100360" y="39529"/>
                    </a:cubicBezTo>
                    <a:cubicBezTo>
                      <a:pt x="93574" y="41624"/>
                      <a:pt x="86941" y="44168"/>
                      <a:pt x="80497" y="47149"/>
                    </a:cubicBezTo>
                    <a:lnTo>
                      <a:pt x="131342" y="76581"/>
                    </a:lnTo>
                    <a:lnTo>
                      <a:pt x="140846" y="73342"/>
                    </a:lnTo>
                    <a:cubicBezTo>
                      <a:pt x="153771" y="69056"/>
                      <a:pt x="165936" y="65342"/>
                      <a:pt x="177341" y="62389"/>
                    </a:cubicBezTo>
                    <a:cubicBezTo>
                      <a:pt x="188127" y="59474"/>
                      <a:pt x="199171" y="57626"/>
                      <a:pt x="210319" y="56864"/>
                    </a:cubicBezTo>
                    <a:cubicBezTo>
                      <a:pt x="220440" y="56255"/>
                      <a:pt x="230600" y="56960"/>
                      <a:pt x="240541" y="58960"/>
                    </a:cubicBezTo>
                    <a:cubicBezTo>
                      <a:pt x="250596" y="61170"/>
                      <a:pt x="260223" y="64999"/>
                      <a:pt x="269052" y="70295"/>
                    </a:cubicBezTo>
                    <a:cubicBezTo>
                      <a:pt x="277872" y="74657"/>
                      <a:pt x="285427" y="81220"/>
                      <a:pt x="291006" y="89345"/>
                    </a:cubicBezTo>
                    <a:cubicBezTo>
                      <a:pt x="294684" y="95288"/>
                      <a:pt x="295843" y="102451"/>
                      <a:pt x="294237" y="109252"/>
                    </a:cubicBezTo>
                    <a:cubicBezTo>
                      <a:pt x="292004" y="116719"/>
                      <a:pt x="287879" y="123482"/>
                      <a:pt x="282262" y="128873"/>
                    </a:cubicBezTo>
                    <a:cubicBezTo>
                      <a:pt x="275287" y="135903"/>
                      <a:pt x="267503" y="142075"/>
                      <a:pt x="259073" y="147257"/>
                    </a:cubicBezTo>
                    <a:lnTo>
                      <a:pt x="291386" y="166307"/>
                    </a:lnTo>
                    <a:lnTo>
                      <a:pt x="273804" y="176498"/>
                    </a:lnTo>
                    <a:lnTo>
                      <a:pt x="241206" y="157448"/>
                    </a:lnTo>
                    <a:cubicBezTo>
                      <a:pt x="225677" y="165116"/>
                      <a:pt x="209444" y="171279"/>
                      <a:pt x="192737" y="175832"/>
                    </a:cubicBezTo>
                    <a:cubicBezTo>
                      <a:pt x="175212" y="180670"/>
                      <a:pt x="157316" y="184013"/>
                      <a:pt x="139230" y="185833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970" y="151924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3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cubicBezTo>
                      <a:pt x="148069" y="108109"/>
                      <a:pt x="145693" y="108775"/>
                      <a:pt x="143317" y="109442"/>
                    </a:cubicBez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01"/>
                      <a:pt x="35554" y="115300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00" y="83725"/>
                    </a:moveTo>
                    <a:cubicBezTo>
                      <a:pt x="69881" y="87563"/>
                      <a:pt x="77589" y="89230"/>
                      <a:pt x="85249" y="88487"/>
                    </a:cubicBezTo>
                    <a:cubicBezTo>
                      <a:pt x="95532" y="87268"/>
                      <a:pt x="105663" y="84963"/>
                      <a:pt x="115471" y="81629"/>
                    </a:cubicBezTo>
                    <a:lnTo>
                      <a:pt x="67952" y="54102"/>
                    </a:lnTo>
                    <a:cubicBezTo>
                      <a:pt x="50180" y="65532"/>
                      <a:pt x="48849" y="75438"/>
                      <a:pt x="63200" y="83725"/>
                    </a:cubicBezTo>
                    <a:close/>
                    <a:moveTo>
                      <a:pt x="229992" y="97822"/>
                    </a:moveTo>
                    <a:cubicBezTo>
                      <a:pt x="222750" y="93840"/>
                      <a:pt x="214405" y="92335"/>
                      <a:pt x="206232" y="93536"/>
                    </a:cubicBezTo>
                    <a:cubicBezTo>
                      <a:pt x="194989" y="95040"/>
                      <a:pt x="183898" y="97498"/>
                      <a:pt x="173064" y="100870"/>
                    </a:cubicBezTo>
                    <a:lnTo>
                      <a:pt x="220583" y="128207"/>
                    </a:lnTo>
                    <a:cubicBezTo>
                      <a:pt x="240256" y="115729"/>
                      <a:pt x="243677" y="105537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47"/>
              <p:cNvSpPr/>
              <p:nvPr/>
            </p:nvSpPr>
            <p:spPr>
              <a:xfrm>
                <a:off x="6058745" y="31260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47"/>
              <p:cNvSpPr/>
              <p:nvPr/>
            </p:nvSpPr>
            <p:spPr>
              <a:xfrm>
                <a:off x="6185905" y="313724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47"/>
              <p:cNvSpPr/>
              <p:nvPr/>
            </p:nvSpPr>
            <p:spPr>
              <a:xfrm>
                <a:off x="6199971" y="307400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47"/>
              <p:cNvSpPr/>
              <p:nvPr/>
            </p:nvSpPr>
            <p:spPr>
              <a:xfrm>
                <a:off x="6100751" y="3080384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7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5"/>
                    </a:cubicBezTo>
                    <a:cubicBezTo>
                      <a:pt x="15681" y="20098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47"/>
              <p:cNvSpPr/>
              <p:nvPr/>
            </p:nvSpPr>
            <p:spPr>
              <a:xfrm>
                <a:off x="6004573" y="3025235"/>
                <a:ext cx="5873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733" h="38957" extrusionOk="0">
                    <a:moveTo>
                      <a:pt x="0" y="11049"/>
                    </a:moveTo>
                    <a:lnTo>
                      <a:pt x="48659" y="38957"/>
                    </a:lnTo>
                    <a:lnTo>
                      <a:pt x="58733" y="31623"/>
                    </a:lnTo>
                    <a:cubicBezTo>
                      <a:pt x="58733" y="31623"/>
                      <a:pt x="52556" y="24575"/>
                      <a:pt x="52081" y="23908"/>
                    </a:cubicBezTo>
                    <a:cubicBezTo>
                      <a:pt x="47699" y="18869"/>
                      <a:pt x="42567" y="14526"/>
                      <a:pt x="36875" y="11049"/>
                    </a:cubicBezTo>
                    <a:cubicBezTo>
                      <a:pt x="33168" y="10382"/>
                      <a:pt x="9979" y="0"/>
                      <a:pt x="997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47"/>
              <p:cNvSpPr/>
              <p:nvPr/>
            </p:nvSpPr>
            <p:spPr>
              <a:xfrm>
                <a:off x="6058745" y="299408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47"/>
              <p:cNvSpPr/>
              <p:nvPr/>
            </p:nvSpPr>
            <p:spPr>
              <a:xfrm>
                <a:off x="5936526" y="2989040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47"/>
              <p:cNvSpPr/>
              <p:nvPr/>
            </p:nvSpPr>
            <p:spPr>
              <a:xfrm>
                <a:off x="5937476" y="3046571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907"/>
                    </a:moveTo>
                    <a:cubicBezTo>
                      <a:pt x="0" y="17907"/>
                      <a:pt x="0" y="0"/>
                      <a:pt x="0" y="0"/>
                    </a:cubicBezTo>
                    <a:lnTo>
                      <a:pt x="30222" y="0"/>
                    </a:lnTo>
                    <a:lnTo>
                      <a:pt x="22999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47"/>
              <p:cNvSpPr/>
              <p:nvPr/>
            </p:nvSpPr>
            <p:spPr>
              <a:xfrm>
                <a:off x="5936526" y="2971514"/>
                <a:ext cx="294948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948" h="185546" extrusionOk="0">
                    <a:moveTo>
                      <a:pt x="149495" y="29908"/>
                    </a:moveTo>
                    <a:cubicBezTo>
                      <a:pt x="145608" y="29899"/>
                      <a:pt x="141730" y="30223"/>
                      <a:pt x="137900" y="30861"/>
                    </a:cubicBezTo>
                    <a:cubicBezTo>
                      <a:pt x="132768" y="31623"/>
                      <a:pt x="126876" y="32671"/>
                      <a:pt x="120413" y="34004"/>
                    </a:cubicBezTo>
                    <a:cubicBezTo>
                      <a:pt x="113950" y="35338"/>
                      <a:pt x="107298" y="37052"/>
                      <a:pt x="100360" y="39148"/>
                    </a:cubicBezTo>
                    <a:cubicBezTo>
                      <a:pt x="93565" y="41196"/>
                      <a:pt x="86922" y="43748"/>
                      <a:pt x="80497" y="46768"/>
                    </a:cubicBezTo>
                    <a:lnTo>
                      <a:pt x="131342" y="76105"/>
                    </a:lnTo>
                    <a:lnTo>
                      <a:pt x="140846" y="72866"/>
                    </a:lnTo>
                    <a:cubicBezTo>
                      <a:pt x="153771" y="68580"/>
                      <a:pt x="165936" y="64960"/>
                      <a:pt x="177341" y="61913"/>
                    </a:cubicBezTo>
                    <a:cubicBezTo>
                      <a:pt x="188137" y="59065"/>
                      <a:pt x="199180" y="57255"/>
                      <a:pt x="210319" y="56483"/>
                    </a:cubicBezTo>
                    <a:cubicBezTo>
                      <a:pt x="220440" y="55874"/>
                      <a:pt x="230600" y="56579"/>
                      <a:pt x="240541" y="58579"/>
                    </a:cubicBezTo>
                    <a:cubicBezTo>
                      <a:pt x="250586" y="60751"/>
                      <a:pt x="260214" y="64551"/>
                      <a:pt x="269052" y="69818"/>
                    </a:cubicBezTo>
                    <a:cubicBezTo>
                      <a:pt x="277853" y="74219"/>
                      <a:pt x="285399" y="80772"/>
                      <a:pt x="291006" y="88868"/>
                    </a:cubicBezTo>
                    <a:cubicBezTo>
                      <a:pt x="294693" y="94802"/>
                      <a:pt x="295853" y="101975"/>
                      <a:pt x="294237" y="108775"/>
                    </a:cubicBezTo>
                    <a:cubicBezTo>
                      <a:pt x="292004" y="116243"/>
                      <a:pt x="287879" y="123006"/>
                      <a:pt x="282262" y="128397"/>
                    </a:cubicBezTo>
                    <a:cubicBezTo>
                      <a:pt x="275363" y="135484"/>
                      <a:pt x="267646" y="141722"/>
                      <a:pt x="259263" y="146971"/>
                    </a:cubicBezTo>
                    <a:lnTo>
                      <a:pt x="291576" y="166021"/>
                    </a:lnTo>
                    <a:lnTo>
                      <a:pt x="273994" y="176213"/>
                    </a:lnTo>
                    <a:lnTo>
                      <a:pt x="241396" y="157163"/>
                    </a:lnTo>
                    <a:cubicBezTo>
                      <a:pt x="225857" y="164802"/>
                      <a:pt x="209635" y="170926"/>
                      <a:pt x="192927" y="175450"/>
                    </a:cubicBezTo>
                    <a:cubicBezTo>
                      <a:pt x="175421" y="180365"/>
                      <a:pt x="157516" y="183747"/>
                      <a:pt x="139421" y="185547"/>
                    </a:cubicBezTo>
                    <a:lnTo>
                      <a:pt x="122409" y="154876"/>
                    </a:lnTo>
                    <a:cubicBezTo>
                      <a:pt x="127180" y="154800"/>
                      <a:pt x="131932" y="154448"/>
                      <a:pt x="136664" y="153829"/>
                    </a:cubicBezTo>
                    <a:cubicBezTo>
                      <a:pt x="143032" y="153067"/>
                      <a:pt x="150160" y="151829"/>
                      <a:pt x="157953" y="150114"/>
                    </a:cubicBezTo>
                    <a:cubicBezTo>
                      <a:pt x="165746" y="148400"/>
                      <a:pt x="174014" y="146304"/>
                      <a:pt x="182758" y="143828"/>
                    </a:cubicBezTo>
                    <a:cubicBezTo>
                      <a:pt x="191254" y="141275"/>
                      <a:pt x="199542" y="138093"/>
                      <a:pt x="207563" y="134303"/>
                    </a:cubicBezTo>
                    <a:lnTo>
                      <a:pt x="156907" y="105061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72"/>
                      <a:pt x="78596" y="123063"/>
                    </a:cubicBezTo>
                    <a:cubicBezTo>
                      <a:pt x="69748" y="123425"/>
                      <a:pt x="60900" y="122587"/>
                      <a:pt x="52271" y="120587"/>
                    </a:cubicBezTo>
                    <a:cubicBezTo>
                      <a:pt x="43736" y="118643"/>
                      <a:pt x="35535" y="115434"/>
                      <a:pt x="27941" y="111062"/>
                    </a:cubicBezTo>
                    <a:cubicBezTo>
                      <a:pt x="19616" y="106651"/>
                      <a:pt x="12374" y="100432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92" y="4286"/>
                      <a:pt x="119871" y="1638"/>
                      <a:pt x="134574" y="0"/>
                    </a:cubicBezTo>
                    <a:close/>
                    <a:moveTo>
                      <a:pt x="63200" y="83249"/>
                    </a:moveTo>
                    <a:cubicBezTo>
                      <a:pt x="69862" y="87125"/>
                      <a:pt x="77579" y="88792"/>
                      <a:pt x="85249" y="88011"/>
                    </a:cubicBezTo>
                    <a:cubicBezTo>
                      <a:pt x="95532" y="86830"/>
                      <a:pt x="105663" y="84563"/>
                      <a:pt x="115471" y="81248"/>
                    </a:cubicBezTo>
                    <a:lnTo>
                      <a:pt x="67952" y="53721"/>
                    </a:lnTo>
                    <a:cubicBezTo>
                      <a:pt x="50180" y="65151"/>
                      <a:pt x="48849" y="74962"/>
                      <a:pt x="63200" y="83249"/>
                    </a:cubicBezTo>
                    <a:close/>
                    <a:moveTo>
                      <a:pt x="229992" y="97250"/>
                    </a:moveTo>
                    <a:cubicBezTo>
                      <a:pt x="222759" y="93231"/>
                      <a:pt x="214405" y="91726"/>
                      <a:pt x="206232" y="92964"/>
                    </a:cubicBezTo>
                    <a:cubicBezTo>
                      <a:pt x="194980" y="94421"/>
                      <a:pt x="183879" y="96879"/>
                      <a:pt x="173064" y="100298"/>
                    </a:cubicBezTo>
                    <a:lnTo>
                      <a:pt x="220583" y="127635"/>
                    </a:lnTo>
                    <a:cubicBezTo>
                      <a:pt x="240541" y="115253"/>
                      <a:pt x="243677" y="105127"/>
                      <a:pt x="229992" y="9725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4" name="Google Shape;3404;p47"/>
            <p:cNvGrpSpPr/>
            <p:nvPr/>
          </p:nvGrpSpPr>
          <p:grpSpPr>
            <a:xfrm>
              <a:off x="3799020" y="4220685"/>
              <a:ext cx="883852" cy="621125"/>
              <a:chOff x="5608645" y="4962810"/>
              <a:chExt cx="883852" cy="621125"/>
            </a:xfrm>
          </p:grpSpPr>
          <p:sp>
            <p:nvSpPr>
              <p:cNvPr id="3405" name="Google Shape;3405;p47"/>
              <p:cNvSpPr/>
              <p:nvPr/>
            </p:nvSpPr>
            <p:spPr>
              <a:xfrm>
                <a:off x="5608645" y="507244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47"/>
              <p:cNvSpPr/>
              <p:nvPr/>
            </p:nvSpPr>
            <p:spPr>
              <a:xfrm>
                <a:off x="5608835" y="5215508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47"/>
              <p:cNvSpPr/>
              <p:nvPr/>
            </p:nvSpPr>
            <p:spPr>
              <a:xfrm>
                <a:off x="6425971" y="521855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47"/>
              <p:cNvSpPr/>
              <p:nvPr/>
            </p:nvSpPr>
            <p:spPr>
              <a:xfrm>
                <a:off x="5608645" y="4962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47"/>
              <p:cNvSpPr/>
              <p:nvPr/>
            </p:nvSpPr>
            <p:spPr>
              <a:xfrm>
                <a:off x="5734818" y="5032438"/>
                <a:ext cx="632517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154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094" y="92012"/>
                      <a:pt x="636792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47"/>
              <p:cNvSpPr/>
              <p:nvPr/>
            </p:nvSpPr>
            <p:spPr>
              <a:xfrm>
                <a:off x="5735426" y="5054346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47"/>
              <p:cNvSpPr/>
              <p:nvPr/>
            </p:nvSpPr>
            <p:spPr>
              <a:xfrm>
                <a:off x="5896325" y="5137308"/>
                <a:ext cx="29503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4784" extrusionOk="0">
                    <a:moveTo>
                      <a:pt x="149590" y="29242"/>
                    </a:moveTo>
                    <a:cubicBezTo>
                      <a:pt x="145702" y="29232"/>
                      <a:pt x="141825" y="29556"/>
                      <a:pt x="137995" y="30194"/>
                    </a:cubicBezTo>
                    <a:cubicBezTo>
                      <a:pt x="132863" y="30956"/>
                      <a:pt x="126971" y="32004"/>
                      <a:pt x="120603" y="33338"/>
                    </a:cubicBezTo>
                    <a:cubicBezTo>
                      <a:pt x="11423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941" y="72295"/>
                    </a:lnTo>
                    <a:cubicBezTo>
                      <a:pt x="153866" y="68008"/>
                      <a:pt x="166031" y="64294"/>
                      <a:pt x="177531" y="61341"/>
                    </a:cubicBezTo>
                    <a:cubicBezTo>
                      <a:pt x="188279" y="58398"/>
                      <a:pt x="199294" y="56579"/>
                      <a:pt x="210414" y="55912"/>
                    </a:cubicBezTo>
                    <a:cubicBezTo>
                      <a:pt x="220535" y="55226"/>
                      <a:pt x="230695" y="55893"/>
                      <a:pt x="240636" y="57912"/>
                    </a:cubicBezTo>
                    <a:cubicBezTo>
                      <a:pt x="250691" y="60122"/>
                      <a:pt x="260318" y="63951"/>
                      <a:pt x="269147" y="69247"/>
                    </a:cubicBezTo>
                    <a:cubicBezTo>
                      <a:pt x="277948" y="73647"/>
                      <a:pt x="285503" y="80200"/>
                      <a:pt x="291101" y="88297"/>
                    </a:cubicBezTo>
                    <a:cubicBezTo>
                      <a:pt x="294779" y="94240"/>
                      <a:pt x="295938" y="101403"/>
                      <a:pt x="294332" y="108204"/>
                    </a:cubicBezTo>
                    <a:cubicBezTo>
                      <a:pt x="292118" y="115681"/>
                      <a:pt x="287993" y="122444"/>
                      <a:pt x="282357" y="127825"/>
                    </a:cubicBezTo>
                    <a:cubicBezTo>
                      <a:pt x="275382" y="134855"/>
                      <a:pt x="267598" y="141027"/>
                      <a:pt x="259168" y="146209"/>
                    </a:cubicBezTo>
                    <a:lnTo>
                      <a:pt x="291481" y="165259"/>
                    </a:lnTo>
                    <a:lnTo>
                      <a:pt x="273899" y="175450"/>
                    </a:lnTo>
                    <a:lnTo>
                      <a:pt x="241301" y="156400"/>
                    </a:lnTo>
                    <a:cubicBezTo>
                      <a:pt x="225772" y="164068"/>
                      <a:pt x="209539" y="170231"/>
                      <a:pt x="192832" y="174784"/>
                    </a:cubicBezTo>
                    <a:cubicBezTo>
                      <a:pt x="175307" y="179622"/>
                      <a:pt x="157411" y="182966"/>
                      <a:pt x="139325" y="184785"/>
                    </a:cubicBezTo>
                    <a:lnTo>
                      <a:pt x="122314" y="154210"/>
                    </a:lnTo>
                    <a:cubicBezTo>
                      <a:pt x="127085" y="154086"/>
                      <a:pt x="131846" y="153705"/>
                      <a:pt x="136569" y="153067"/>
                    </a:cubicBezTo>
                    <a:cubicBezTo>
                      <a:pt x="143726" y="152257"/>
                      <a:pt x="150834" y="151047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59" y="140513"/>
                      <a:pt x="199446" y="137331"/>
                      <a:pt x="207468" y="133540"/>
                    </a:cubicBezTo>
                    <a:lnTo>
                      <a:pt x="156907" y="104584"/>
                    </a:lnTo>
                    <a:lnTo>
                      <a:pt x="150255" y="106871"/>
                    </a:lnTo>
                    <a:lnTo>
                      <a:pt x="143412" y="108966"/>
                    </a:lnTo>
                    <a:cubicBezTo>
                      <a:pt x="130677" y="113157"/>
                      <a:pt x="118987" y="116491"/>
                      <a:pt x="108438" y="118491"/>
                    </a:cubicBezTo>
                    <a:cubicBezTo>
                      <a:pt x="98640" y="120767"/>
                      <a:pt x="88651" y="122111"/>
                      <a:pt x="78596" y="122491"/>
                    </a:cubicBezTo>
                    <a:cubicBezTo>
                      <a:pt x="69805" y="122968"/>
                      <a:pt x="60986" y="122291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27" y="85935"/>
                      <a:pt x="105758" y="83629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0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867" y="104489"/>
                      <a:pt x="230087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2" name="Google Shape;3412;p47"/>
              <p:cNvSpPr/>
              <p:nvPr/>
            </p:nvSpPr>
            <p:spPr>
              <a:xfrm>
                <a:off x="6018639" y="5274373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3" name="Google Shape;3413;p47"/>
              <p:cNvSpPr/>
              <p:nvPr/>
            </p:nvSpPr>
            <p:spPr>
              <a:xfrm>
                <a:off x="6145799" y="528523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47"/>
              <p:cNvSpPr/>
              <p:nvPr/>
            </p:nvSpPr>
            <p:spPr>
              <a:xfrm>
                <a:off x="6159865" y="5221985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47"/>
              <p:cNvSpPr/>
              <p:nvPr/>
            </p:nvSpPr>
            <p:spPr>
              <a:xfrm>
                <a:off x="6061026" y="5228653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47"/>
              <p:cNvSpPr/>
              <p:nvPr/>
            </p:nvSpPr>
            <p:spPr>
              <a:xfrm>
                <a:off x="5964467" y="5173217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47"/>
              <p:cNvSpPr/>
              <p:nvPr/>
            </p:nvSpPr>
            <p:spPr>
              <a:xfrm>
                <a:off x="6018639" y="514207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47"/>
              <p:cNvSpPr/>
              <p:nvPr/>
            </p:nvSpPr>
            <p:spPr>
              <a:xfrm>
                <a:off x="5896420" y="5137023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47"/>
              <p:cNvSpPr/>
              <p:nvPr/>
            </p:nvSpPr>
            <p:spPr>
              <a:xfrm>
                <a:off x="5897465" y="5194553"/>
                <a:ext cx="29841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29908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5621"/>
                    </a:lnTo>
                    <a:lnTo>
                      <a:pt x="9694" y="2990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47"/>
              <p:cNvSpPr/>
              <p:nvPr/>
            </p:nvSpPr>
            <p:spPr>
              <a:xfrm>
                <a:off x="5896325" y="5119687"/>
                <a:ext cx="29504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547" extrusionOk="0">
                    <a:moveTo>
                      <a:pt x="149590" y="29718"/>
                    </a:moveTo>
                    <a:cubicBezTo>
                      <a:pt x="145702" y="29708"/>
                      <a:pt x="141825" y="30032"/>
                      <a:pt x="137995" y="30671"/>
                    </a:cubicBezTo>
                    <a:cubicBezTo>
                      <a:pt x="132863" y="31432"/>
                      <a:pt x="126971" y="32480"/>
                      <a:pt x="120603" y="33814"/>
                    </a:cubicBezTo>
                    <a:cubicBezTo>
                      <a:pt x="114235" y="35147"/>
                      <a:pt x="107393" y="36862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5914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722"/>
                    </a:cubicBezTo>
                    <a:cubicBezTo>
                      <a:pt x="188298" y="58874"/>
                      <a:pt x="199304" y="5705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672" y="60598"/>
                      <a:pt x="260299" y="64398"/>
                      <a:pt x="269147" y="69628"/>
                    </a:cubicBezTo>
                    <a:cubicBezTo>
                      <a:pt x="277948" y="74028"/>
                      <a:pt x="285494" y="80581"/>
                      <a:pt x="291101" y="88678"/>
                    </a:cubicBezTo>
                    <a:cubicBezTo>
                      <a:pt x="294788" y="94612"/>
                      <a:pt x="295948" y="101784"/>
                      <a:pt x="294332" y="108585"/>
                    </a:cubicBezTo>
                    <a:cubicBezTo>
                      <a:pt x="292156" y="116186"/>
                      <a:pt x="288031" y="123082"/>
                      <a:pt x="282357" y="128588"/>
                    </a:cubicBezTo>
                    <a:cubicBezTo>
                      <a:pt x="275410" y="135617"/>
                      <a:pt x="267617" y="141761"/>
                      <a:pt x="259168" y="146876"/>
                    </a:cubicBezTo>
                    <a:lnTo>
                      <a:pt x="291481" y="165926"/>
                    </a:lnTo>
                    <a:lnTo>
                      <a:pt x="273899" y="176213"/>
                    </a:lnTo>
                    <a:lnTo>
                      <a:pt x="241301" y="157163"/>
                    </a:lnTo>
                    <a:cubicBezTo>
                      <a:pt x="225762" y="164802"/>
                      <a:pt x="209539" y="170926"/>
                      <a:pt x="192832" y="175451"/>
                    </a:cubicBezTo>
                    <a:cubicBezTo>
                      <a:pt x="175326" y="180365"/>
                      <a:pt x="157421" y="183747"/>
                      <a:pt x="139325" y="185547"/>
                    </a:cubicBezTo>
                    <a:lnTo>
                      <a:pt x="122314" y="154972"/>
                    </a:lnTo>
                    <a:cubicBezTo>
                      <a:pt x="127085" y="154848"/>
                      <a:pt x="131846" y="154467"/>
                      <a:pt x="136569" y="153829"/>
                    </a:cubicBezTo>
                    <a:cubicBezTo>
                      <a:pt x="142937" y="153067"/>
                      <a:pt x="150065" y="151924"/>
                      <a:pt x="157858" y="150209"/>
                    </a:cubicBezTo>
                    <a:cubicBezTo>
                      <a:pt x="165651" y="148495"/>
                      <a:pt x="174014" y="146304"/>
                      <a:pt x="182663" y="143828"/>
                    </a:cubicBezTo>
                    <a:cubicBezTo>
                      <a:pt x="191169" y="141313"/>
                      <a:pt x="199465" y="138132"/>
                      <a:pt x="207468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320"/>
                      <a:pt x="60967" y="122520"/>
                      <a:pt x="52366" y="120587"/>
                    </a:cubicBezTo>
                    <a:cubicBezTo>
                      <a:pt x="43803" y="118615"/>
                      <a:pt x="35582" y="115405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4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058"/>
                    </a:moveTo>
                    <a:cubicBezTo>
                      <a:pt x="69957" y="86935"/>
                      <a:pt x="77674" y="88602"/>
                      <a:pt x="85344" y="87821"/>
                    </a:cubicBezTo>
                    <a:cubicBezTo>
                      <a:pt x="95627" y="86639"/>
                      <a:pt x="105758" y="84372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44" y="74866"/>
                      <a:pt x="63295" y="83058"/>
                    </a:cubicBezTo>
                    <a:close/>
                    <a:moveTo>
                      <a:pt x="230087" y="97060"/>
                    </a:moveTo>
                    <a:cubicBezTo>
                      <a:pt x="222854" y="93040"/>
                      <a:pt x="214500" y="91535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541" y="115062"/>
                      <a:pt x="243867" y="104965"/>
                      <a:pt x="230087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21" name="Google Shape;3421;p47"/>
            <p:cNvGrpSpPr/>
            <p:nvPr/>
          </p:nvGrpSpPr>
          <p:grpSpPr>
            <a:xfrm>
              <a:off x="3799020" y="4077239"/>
              <a:ext cx="883852" cy="621125"/>
              <a:chOff x="5608645" y="4819364"/>
              <a:chExt cx="883852" cy="621125"/>
            </a:xfrm>
          </p:grpSpPr>
          <p:sp>
            <p:nvSpPr>
              <p:cNvPr id="3422" name="Google Shape;3422;p47"/>
              <p:cNvSpPr/>
              <p:nvPr/>
            </p:nvSpPr>
            <p:spPr>
              <a:xfrm>
                <a:off x="5608645" y="492899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47"/>
              <p:cNvSpPr/>
              <p:nvPr/>
            </p:nvSpPr>
            <p:spPr>
              <a:xfrm>
                <a:off x="5608835" y="507206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47"/>
              <p:cNvSpPr/>
              <p:nvPr/>
            </p:nvSpPr>
            <p:spPr>
              <a:xfrm>
                <a:off x="6425971" y="507511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47"/>
              <p:cNvSpPr/>
              <p:nvPr/>
            </p:nvSpPr>
            <p:spPr>
              <a:xfrm>
                <a:off x="5608645" y="48193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47"/>
              <p:cNvSpPr/>
              <p:nvPr/>
            </p:nvSpPr>
            <p:spPr>
              <a:xfrm>
                <a:off x="5734818" y="4888968"/>
                <a:ext cx="632517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154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094" y="92607"/>
                      <a:pt x="636792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47"/>
              <p:cNvSpPr/>
              <p:nvPr/>
            </p:nvSpPr>
            <p:spPr>
              <a:xfrm>
                <a:off x="5735426" y="491089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47"/>
              <p:cNvSpPr/>
              <p:nvPr/>
            </p:nvSpPr>
            <p:spPr>
              <a:xfrm>
                <a:off x="5896325" y="4993385"/>
                <a:ext cx="295037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5261" extrusionOk="0">
                    <a:moveTo>
                      <a:pt x="149590" y="29718"/>
                    </a:moveTo>
                    <a:cubicBezTo>
                      <a:pt x="145702" y="29709"/>
                      <a:pt x="141825" y="30032"/>
                      <a:pt x="137995" y="30671"/>
                    </a:cubicBezTo>
                    <a:cubicBezTo>
                      <a:pt x="132863" y="31433"/>
                      <a:pt x="126971" y="32480"/>
                      <a:pt x="120603" y="33814"/>
                    </a:cubicBezTo>
                    <a:cubicBezTo>
                      <a:pt x="114235" y="35147"/>
                      <a:pt x="107393" y="36957"/>
                      <a:pt x="100455" y="39053"/>
                    </a:cubicBezTo>
                    <a:cubicBezTo>
                      <a:pt x="93660" y="41072"/>
                      <a:pt x="87017" y="43587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770"/>
                      <a:pt x="177531" y="61817"/>
                    </a:cubicBezTo>
                    <a:cubicBezTo>
                      <a:pt x="188279" y="58874"/>
                      <a:pt x="199294" y="57055"/>
                      <a:pt x="210414" y="56388"/>
                    </a:cubicBezTo>
                    <a:cubicBezTo>
                      <a:pt x="220535" y="55702"/>
                      <a:pt x="230695" y="56369"/>
                      <a:pt x="240636" y="58388"/>
                    </a:cubicBezTo>
                    <a:cubicBezTo>
                      <a:pt x="250691" y="60598"/>
                      <a:pt x="260318" y="64427"/>
                      <a:pt x="269147" y="69723"/>
                    </a:cubicBezTo>
                    <a:cubicBezTo>
                      <a:pt x="277948" y="74124"/>
                      <a:pt x="285503" y="80677"/>
                      <a:pt x="291101" y="88773"/>
                    </a:cubicBezTo>
                    <a:cubicBezTo>
                      <a:pt x="294779" y="94717"/>
                      <a:pt x="295938" y="101880"/>
                      <a:pt x="294332" y="108680"/>
                    </a:cubicBezTo>
                    <a:cubicBezTo>
                      <a:pt x="292118" y="116157"/>
                      <a:pt x="287993" y="122920"/>
                      <a:pt x="282357" y="128302"/>
                    </a:cubicBezTo>
                    <a:cubicBezTo>
                      <a:pt x="275382" y="135331"/>
                      <a:pt x="267598" y="141504"/>
                      <a:pt x="259168" y="146685"/>
                    </a:cubicBezTo>
                    <a:lnTo>
                      <a:pt x="291481" y="165735"/>
                    </a:lnTo>
                    <a:lnTo>
                      <a:pt x="273899" y="175927"/>
                    </a:lnTo>
                    <a:lnTo>
                      <a:pt x="241301" y="156877"/>
                    </a:lnTo>
                    <a:cubicBezTo>
                      <a:pt x="225772" y="164545"/>
                      <a:pt x="209539" y="170707"/>
                      <a:pt x="192832" y="175260"/>
                    </a:cubicBezTo>
                    <a:cubicBezTo>
                      <a:pt x="175307" y="180099"/>
                      <a:pt x="157411" y="183442"/>
                      <a:pt x="139325" y="185261"/>
                    </a:cubicBezTo>
                    <a:lnTo>
                      <a:pt x="122314" y="154686"/>
                    </a:lnTo>
                    <a:cubicBezTo>
                      <a:pt x="127085" y="154562"/>
                      <a:pt x="131846" y="154181"/>
                      <a:pt x="136569" y="153543"/>
                    </a:cubicBezTo>
                    <a:cubicBezTo>
                      <a:pt x="143726" y="152733"/>
                      <a:pt x="150834" y="151524"/>
                      <a:pt x="157858" y="149924"/>
                    </a:cubicBezTo>
                    <a:cubicBezTo>
                      <a:pt x="165651" y="148209"/>
                      <a:pt x="174014" y="146113"/>
                      <a:pt x="182663" y="143542"/>
                    </a:cubicBezTo>
                    <a:cubicBezTo>
                      <a:pt x="191159" y="140989"/>
                      <a:pt x="199446" y="137808"/>
                      <a:pt x="207468" y="13401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282"/>
                      <a:pt x="60967" y="122454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3439"/>
                    </a:moveTo>
                    <a:cubicBezTo>
                      <a:pt x="69976" y="87278"/>
                      <a:pt x="77684" y="88945"/>
                      <a:pt x="85344" y="88202"/>
                    </a:cubicBezTo>
                    <a:cubicBezTo>
                      <a:pt x="95627" y="86982"/>
                      <a:pt x="105758" y="84677"/>
                      <a:pt x="115566" y="81344"/>
                    </a:cubicBezTo>
                    <a:lnTo>
                      <a:pt x="68047" y="53816"/>
                    </a:lnTo>
                    <a:cubicBezTo>
                      <a:pt x="50560" y="64961"/>
                      <a:pt x="48944" y="74867"/>
                      <a:pt x="63295" y="83439"/>
                    </a:cubicBezTo>
                    <a:close/>
                    <a:moveTo>
                      <a:pt x="230087" y="97346"/>
                    </a:moveTo>
                    <a:cubicBezTo>
                      <a:pt x="222845" y="93364"/>
                      <a:pt x="214500" y="91859"/>
                      <a:pt x="206327" y="93059"/>
                    </a:cubicBezTo>
                    <a:cubicBezTo>
                      <a:pt x="195084" y="94564"/>
                      <a:pt x="183993" y="97022"/>
                      <a:pt x="173159" y="100394"/>
                    </a:cubicBezTo>
                    <a:lnTo>
                      <a:pt x="220678" y="127730"/>
                    </a:lnTo>
                    <a:cubicBezTo>
                      <a:pt x="240541" y="115157"/>
                      <a:pt x="243867" y="104966"/>
                      <a:pt x="230087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47"/>
              <p:cNvSpPr/>
              <p:nvPr/>
            </p:nvSpPr>
            <p:spPr>
              <a:xfrm>
                <a:off x="6018639" y="5130926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47"/>
              <p:cNvSpPr/>
              <p:nvPr/>
            </p:nvSpPr>
            <p:spPr>
              <a:xfrm>
                <a:off x="6145799" y="514178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47"/>
              <p:cNvSpPr/>
              <p:nvPr/>
            </p:nvSpPr>
            <p:spPr>
              <a:xfrm>
                <a:off x="6159865" y="5078539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47"/>
              <p:cNvSpPr/>
              <p:nvPr/>
            </p:nvSpPr>
            <p:spPr>
              <a:xfrm>
                <a:off x="6061026" y="5084921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47"/>
              <p:cNvSpPr/>
              <p:nvPr/>
            </p:nvSpPr>
            <p:spPr>
              <a:xfrm>
                <a:off x="5964467" y="502977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47"/>
              <p:cNvSpPr/>
              <p:nvPr/>
            </p:nvSpPr>
            <p:spPr>
              <a:xfrm>
                <a:off x="6018639" y="499862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47"/>
              <p:cNvSpPr/>
              <p:nvPr/>
            </p:nvSpPr>
            <p:spPr>
              <a:xfrm>
                <a:off x="5896420" y="4993576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47"/>
              <p:cNvSpPr/>
              <p:nvPr/>
            </p:nvSpPr>
            <p:spPr>
              <a:xfrm>
                <a:off x="5897465" y="5051107"/>
                <a:ext cx="29841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6193"/>
                    </a:lnTo>
                    <a:lnTo>
                      <a:pt x="9694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47"/>
              <p:cNvSpPr/>
              <p:nvPr/>
            </p:nvSpPr>
            <p:spPr>
              <a:xfrm>
                <a:off x="5896325" y="4976145"/>
                <a:ext cx="295043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166" extrusionOk="0">
                    <a:moveTo>
                      <a:pt x="149590" y="29813"/>
                    </a:moveTo>
                    <a:cubicBezTo>
                      <a:pt x="145702" y="29804"/>
                      <a:pt x="141825" y="30128"/>
                      <a:pt x="137995" y="30766"/>
                    </a:cubicBezTo>
                    <a:cubicBezTo>
                      <a:pt x="132863" y="31528"/>
                      <a:pt x="126971" y="32576"/>
                      <a:pt x="120603" y="33909"/>
                    </a:cubicBezTo>
                    <a:cubicBezTo>
                      <a:pt x="114235" y="35243"/>
                      <a:pt x="107393" y="36957"/>
                      <a:pt x="100455" y="39053"/>
                    </a:cubicBezTo>
                    <a:cubicBezTo>
                      <a:pt x="93660" y="41100"/>
                      <a:pt x="87017" y="43653"/>
                      <a:pt x="80592" y="46672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865"/>
                      <a:pt x="177531" y="61817"/>
                    </a:cubicBezTo>
                    <a:cubicBezTo>
                      <a:pt x="188298" y="58969"/>
                      <a:pt x="199304" y="57150"/>
                      <a:pt x="210414" y="56388"/>
                    </a:cubicBezTo>
                    <a:cubicBezTo>
                      <a:pt x="220535" y="55779"/>
                      <a:pt x="230695" y="56483"/>
                      <a:pt x="240636" y="58484"/>
                    </a:cubicBezTo>
                    <a:cubicBezTo>
                      <a:pt x="250672" y="60693"/>
                      <a:pt x="260299" y="64494"/>
                      <a:pt x="269147" y="69723"/>
                    </a:cubicBezTo>
                    <a:cubicBezTo>
                      <a:pt x="277948" y="74124"/>
                      <a:pt x="285494" y="80677"/>
                      <a:pt x="291101" y="88773"/>
                    </a:cubicBezTo>
                    <a:cubicBezTo>
                      <a:pt x="294788" y="94707"/>
                      <a:pt x="295948" y="101880"/>
                      <a:pt x="294332" y="108680"/>
                    </a:cubicBezTo>
                    <a:cubicBezTo>
                      <a:pt x="292099" y="116148"/>
                      <a:pt x="287974" y="122911"/>
                      <a:pt x="282357" y="128302"/>
                    </a:cubicBezTo>
                    <a:cubicBezTo>
                      <a:pt x="275410" y="135331"/>
                      <a:pt x="267617" y="141475"/>
                      <a:pt x="259168" y="146590"/>
                    </a:cubicBezTo>
                    <a:lnTo>
                      <a:pt x="291481" y="165640"/>
                    </a:lnTo>
                    <a:lnTo>
                      <a:pt x="273899" y="175832"/>
                    </a:lnTo>
                    <a:lnTo>
                      <a:pt x="241301" y="156782"/>
                    </a:lnTo>
                    <a:cubicBezTo>
                      <a:pt x="225762" y="164420"/>
                      <a:pt x="209539" y="170545"/>
                      <a:pt x="192832" y="175070"/>
                    </a:cubicBezTo>
                    <a:cubicBezTo>
                      <a:pt x="175326" y="179984"/>
                      <a:pt x="157421" y="183366"/>
                      <a:pt x="139325" y="185166"/>
                    </a:cubicBezTo>
                    <a:lnTo>
                      <a:pt x="122314" y="154591"/>
                    </a:lnTo>
                    <a:cubicBezTo>
                      <a:pt x="127085" y="154467"/>
                      <a:pt x="131846" y="154086"/>
                      <a:pt x="136569" y="153448"/>
                    </a:cubicBezTo>
                    <a:cubicBezTo>
                      <a:pt x="142937" y="152686"/>
                      <a:pt x="150065" y="151447"/>
                      <a:pt x="157858" y="149828"/>
                    </a:cubicBezTo>
                    <a:cubicBezTo>
                      <a:pt x="165651" y="148209"/>
                      <a:pt x="174014" y="145923"/>
                      <a:pt x="182663" y="143446"/>
                    </a:cubicBezTo>
                    <a:cubicBezTo>
                      <a:pt x="191159" y="140894"/>
                      <a:pt x="199446" y="137713"/>
                      <a:pt x="207468" y="133921"/>
                    </a:cubicBezTo>
                    <a:lnTo>
                      <a:pt x="156907" y="105156"/>
                    </a:lnTo>
                    <a:lnTo>
                      <a:pt x="150255" y="107442"/>
                    </a:lnTo>
                    <a:lnTo>
                      <a:pt x="143412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82"/>
                      <a:pt x="78596" y="123063"/>
                    </a:cubicBezTo>
                    <a:cubicBezTo>
                      <a:pt x="69777" y="123425"/>
                      <a:pt x="60957" y="122596"/>
                      <a:pt x="52366" y="120587"/>
                    </a:cubicBezTo>
                    <a:cubicBezTo>
                      <a:pt x="43793" y="118663"/>
                      <a:pt x="35554" y="115453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4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153"/>
                    </a:moveTo>
                    <a:cubicBezTo>
                      <a:pt x="69957" y="87030"/>
                      <a:pt x="77674" y="88697"/>
                      <a:pt x="85344" y="87916"/>
                    </a:cubicBezTo>
                    <a:cubicBezTo>
                      <a:pt x="95627" y="86735"/>
                      <a:pt x="105758" y="84468"/>
                      <a:pt x="115566" y="81153"/>
                    </a:cubicBezTo>
                    <a:lnTo>
                      <a:pt x="68047" y="53626"/>
                    </a:lnTo>
                    <a:cubicBezTo>
                      <a:pt x="50560" y="65056"/>
                      <a:pt x="48944" y="74962"/>
                      <a:pt x="63295" y="83153"/>
                    </a:cubicBezTo>
                    <a:close/>
                    <a:moveTo>
                      <a:pt x="230087" y="97155"/>
                    </a:moveTo>
                    <a:cubicBezTo>
                      <a:pt x="222854" y="93136"/>
                      <a:pt x="214500" y="91630"/>
                      <a:pt x="206327" y="92869"/>
                    </a:cubicBezTo>
                    <a:cubicBezTo>
                      <a:pt x="195075" y="94326"/>
                      <a:pt x="183974" y="96784"/>
                      <a:pt x="173159" y="100203"/>
                    </a:cubicBezTo>
                    <a:lnTo>
                      <a:pt x="220678" y="127540"/>
                    </a:lnTo>
                    <a:cubicBezTo>
                      <a:pt x="240541" y="115157"/>
                      <a:pt x="243867" y="105061"/>
                      <a:pt x="230087" y="9715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8" name="Google Shape;3438;p47"/>
            <p:cNvGrpSpPr/>
            <p:nvPr/>
          </p:nvGrpSpPr>
          <p:grpSpPr>
            <a:xfrm>
              <a:off x="3827627" y="3914647"/>
              <a:ext cx="883852" cy="621125"/>
              <a:chOff x="5637252" y="4656772"/>
              <a:chExt cx="883852" cy="621125"/>
            </a:xfrm>
          </p:grpSpPr>
          <p:sp>
            <p:nvSpPr>
              <p:cNvPr id="3439" name="Google Shape;3439;p47"/>
              <p:cNvSpPr/>
              <p:nvPr/>
            </p:nvSpPr>
            <p:spPr>
              <a:xfrm>
                <a:off x="5637252" y="476640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47"/>
              <p:cNvSpPr/>
              <p:nvPr/>
            </p:nvSpPr>
            <p:spPr>
              <a:xfrm>
                <a:off x="5637442" y="4909470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47"/>
              <p:cNvSpPr/>
              <p:nvPr/>
            </p:nvSpPr>
            <p:spPr>
              <a:xfrm>
                <a:off x="6454577" y="4912518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47"/>
              <p:cNvSpPr/>
              <p:nvPr/>
            </p:nvSpPr>
            <p:spPr>
              <a:xfrm>
                <a:off x="5637252" y="465677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47"/>
              <p:cNvSpPr/>
              <p:nvPr/>
            </p:nvSpPr>
            <p:spPr>
              <a:xfrm>
                <a:off x="5763347" y="4726400"/>
                <a:ext cx="632534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34" h="366093" extrusionOk="0">
                    <a:moveTo>
                      <a:pt x="632021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380" y="-17907"/>
                      <a:pt x="540025" y="53721"/>
                    </a:cubicBezTo>
                    <a:cubicBezTo>
                      <a:pt x="606171" y="92107"/>
                      <a:pt x="636963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47"/>
              <p:cNvSpPr/>
              <p:nvPr/>
            </p:nvSpPr>
            <p:spPr>
              <a:xfrm>
                <a:off x="5763937" y="4748307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791" y="-17907"/>
                      <a:pt x="539435" y="53721"/>
                    </a:cubicBezTo>
                    <a:cubicBezTo>
                      <a:pt x="595983" y="86677"/>
                      <a:pt x="62658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47"/>
              <p:cNvSpPr/>
              <p:nvPr/>
            </p:nvSpPr>
            <p:spPr>
              <a:xfrm>
                <a:off x="5925121" y="4831270"/>
                <a:ext cx="29522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222" h="184784" extrusionOk="0">
                    <a:moveTo>
                      <a:pt x="149495" y="29337"/>
                    </a:moveTo>
                    <a:cubicBezTo>
                      <a:pt x="145608" y="29280"/>
                      <a:pt x="141730" y="29566"/>
                      <a:pt x="137900" y="30194"/>
                    </a:cubicBezTo>
                    <a:cubicBezTo>
                      <a:pt x="132673" y="30956"/>
                      <a:pt x="126875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576"/>
                    </a:cubicBezTo>
                    <a:cubicBezTo>
                      <a:pt x="93470" y="40595"/>
                      <a:pt x="86827" y="43110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89" y="58407"/>
                      <a:pt x="199104" y="56588"/>
                      <a:pt x="210224" y="55912"/>
                    </a:cubicBezTo>
                    <a:cubicBezTo>
                      <a:pt x="220345" y="55226"/>
                      <a:pt x="230505" y="55893"/>
                      <a:pt x="240446" y="57912"/>
                    </a:cubicBezTo>
                    <a:cubicBezTo>
                      <a:pt x="250653" y="60122"/>
                      <a:pt x="260432" y="63941"/>
                      <a:pt x="269432" y="69247"/>
                    </a:cubicBezTo>
                    <a:cubicBezTo>
                      <a:pt x="278214" y="73638"/>
                      <a:pt x="285731" y="80191"/>
                      <a:pt x="291291" y="88297"/>
                    </a:cubicBezTo>
                    <a:cubicBezTo>
                      <a:pt x="294959" y="94240"/>
                      <a:pt x="296119" y="101403"/>
                      <a:pt x="294522" y="108204"/>
                    </a:cubicBezTo>
                    <a:cubicBezTo>
                      <a:pt x="292346" y="115672"/>
                      <a:pt x="288250" y="122444"/>
                      <a:pt x="282643" y="127826"/>
                    </a:cubicBezTo>
                    <a:cubicBezTo>
                      <a:pt x="275638" y="134855"/>
                      <a:pt x="267817" y="141027"/>
                      <a:pt x="259358" y="146209"/>
                    </a:cubicBezTo>
                    <a:lnTo>
                      <a:pt x="291671" y="165259"/>
                    </a:lnTo>
                    <a:lnTo>
                      <a:pt x="274089" y="175451"/>
                    </a:lnTo>
                    <a:lnTo>
                      <a:pt x="241491" y="156401"/>
                    </a:lnTo>
                    <a:cubicBezTo>
                      <a:pt x="225962" y="164068"/>
                      <a:pt x="209729" y="170231"/>
                      <a:pt x="193022" y="174784"/>
                    </a:cubicBezTo>
                    <a:cubicBezTo>
                      <a:pt x="175535" y="179622"/>
                      <a:pt x="157668" y="182966"/>
                      <a:pt x="139611" y="184785"/>
                    </a:cubicBezTo>
                    <a:lnTo>
                      <a:pt x="122504" y="154210"/>
                    </a:lnTo>
                    <a:cubicBezTo>
                      <a:pt x="127275" y="154086"/>
                      <a:pt x="132036" y="153705"/>
                      <a:pt x="136759" y="153067"/>
                    </a:cubicBezTo>
                    <a:cubicBezTo>
                      <a:pt x="143916" y="152257"/>
                      <a:pt x="151025" y="151047"/>
                      <a:pt x="158048" y="149447"/>
                    </a:cubicBezTo>
                    <a:cubicBezTo>
                      <a:pt x="165936" y="147733"/>
                      <a:pt x="174204" y="145637"/>
                      <a:pt x="182853" y="143065"/>
                    </a:cubicBezTo>
                    <a:cubicBezTo>
                      <a:pt x="191368" y="140494"/>
                      <a:pt x="199694" y="137312"/>
                      <a:pt x="207753" y="133540"/>
                    </a:cubicBezTo>
                    <a:lnTo>
                      <a:pt x="156622" y="104585"/>
                    </a:lnTo>
                    <a:lnTo>
                      <a:pt x="149970" y="106871"/>
                    </a:lnTo>
                    <a:lnTo>
                      <a:pt x="143127" y="108966"/>
                    </a:lnTo>
                    <a:cubicBezTo>
                      <a:pt x="130392" y="113157"/>
                      <a:pt x="118702" y="116491"/>
                      <a:pt x="108153" y="118491"/>
                    </a:cubicBezTo>
                    <a:cubicBezTo>
                      <a:pt x="98355" y="120767"/>
                      <a:pt x="88366" y="122111"/>
                      <a:pt x="78311" y="122491"/>
                    </a:cubicBezTo>
                    <a:cubicBezTo>
                      <a:pt x="69501" y="122806"/>
                      <a:pt x="60682" y="121977"/>
                      <a:pt x="52081" y="120015"/>
                    </a:cubicBezTo>
                    <a:cubicBezTo>
                      <a:pt x="43508" y="118072"/>
                      <a:pt x="35278" y="114862"/>
                      <a:pt x="27656" y="110490"/>
                    </a:cubicBezTo>
                    <a:cubicBezTo>
                      <a:pt x="19350" y="106137"/>
                      <a:pt x="12136" y="99946"/>
                      <a:pt x="6558" y="92393"/>
                    </a:cubicBezTo>
                    <a:cubicBezTo>
                      <a:pt x="2423" y="86687"/>
                      <a:pt x="371" y="79724"/>
                      <a:pt x="760" y="72676"/>
                    </a:cubicBezTo>
                    <a:cubicBezTo>
                      <a:pt x="1606" y="65437"/>
                      <a:pt x="4514" y="58598"/>
                      <a:pt x="9124" y="52959"/>
                    </a:cubicBezTo>
                    <a:cubicBezTo>
                      <a:pt x="14968" y="45577"/>
                      <a:pt x="21925" y="39148"/>
                      <a:pt x="29747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677"/>
                    </a:moveTo>
                    <a:cubicBezTo>
                      <a:pt x="69786" y="86516"/>
                      <a:pt x="77494" y="88182"/>
                      <a:pt x="85154" y="87439"/>
                    </a:cubicBezTo>
                    <a:cubicBezTo>
                      <a:pt x="95447" y="86278"/>
                      <a:pt x="105587" y="83972"/>
                      <a:pt x="115376" y="80581"/>
                    </a:cubicBezTo>
                    <a:lnTo>
                      <a:pt x="67857" y="53054"/>
                    </a:lnTo>
                    <a:cubicBezTo>
                      <a:pt x="50370" y="64579"/>
                      <a:pt x="48849" y="74104"/>
                      <a:pt x="63105" y="82677"/>
                    </a:cubicBezTo>
                    <a:close/>
                    <a:moveTo>
                      <a:pt x="229992" y="96583"/>
                    </a:moveTo>
                    <a:cubicBezTo>
                      <a:pt x="222693" y="92659"/>
                      <a:pt x="214339" y="91164"/>
                      <a:pt x="206137" y="92297"/>
                    </a:cubicBezTo>
                    <a:cubicBezTo>
                      <a:pt x="194894" y="93802"/>
                      <a:pt x="183803" y="96260"/>
                      <a:pt x="172969" y="99631"/>
                    </a:cubicBezTo>
                    <a:lnTo>
                      <a:pt x="220488" y="126968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47"/>
              <p:cNvSpPr/>
              <p:nvPr/>
            </p:nvSpPr>
            <p:spPr>
              <a:xfrm>
                <a:off x="6047245" y="49683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47"/>
              <p:cNvSpPr/>
              <p:nvPr/>
            </p:nvSpPr>
            <p:spPr>
              <a:xfrm>
                <a:off x="6174406" y="4979193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47"/>
              <p:cNvSpPr/>
              <p:nvPr/>
            </p:nvSpPr>
            <p:spPr>
              <a:xfrm>
                <a:off x="6188566" y="4915947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47"/>
              <p:cNvSpPr/>
              <p:nvPr/>
            </p:nvSpPr>
            <p:spPr>
              <a:xfrm>
                <a:off x="6089632" y="4922329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764"/>
                    </a:cubicBezTo>
                    <a:cubicBezTo>
                      <a:pt x="15681" y="2000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47"/>
              <p:cNvSpPr/>
              <p:nvPr/>
            </p:nvSpPr>
            <p:spPr>
              <a:xfrm>
                <a:off x="5993073" y="4867179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891" y="23908"/>
                    </a:cubicBezTo>
                    <a:cubicBezTo>
                      <a:pt x="47529" y="18878"/>
                      <a:pt x="42396" y="14564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47"/>
              <p:cNvSpPr/>
              <p:nvPr/>
            </p:nvSpPr>
            <p:spPr>
              <a:xfrm>
                <a:off x="6047245" y="4836033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4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621"/>
                    </a:lnTo>
                    <a:lnTo>
                      <a:pt x="27371" y="2457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2" name="Google Shape;3452;p47"/>
              <p:cNvSpPr/>
              <p:nvPr/>
            </p:nvSpPr>
            <p:spPr>
              <a:xfrm>
                <a:off x="5925121" y="483098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47"/>
              <p:cNvSpPr/>
              <p:nvPr/>
            </p:nvSpPr>
            <p:spPr>
              <a:xfrm>
                <a:off x="5926072" y="4888610"/>
                <a:ext cx="29841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47"/>
              <p:cNvSpPr/>
              <p:nvPr/>
            </p:nvSpPr>
            <p:spPr>
              <a:xfrm>
                <a:off x="5924931" y="4813649"/>
                <a:ext cx="295418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418" h="185261" extrusionOk="0">
                    <a:moveTo>
                      <a:pt x="149685" y="29718"/>
                    </a:moveTo>
                    <a:cubicBezTo>
                      <a:pt x="145798" y="29709"/>
                      <a:pt x="141920" y="30023"/>
                      <a:pt x="138090" y="30671"/>
                    </a:cubicBezTo>
                    <a:cubicBezTo>
                      <a:pt x="132863" y="31433"/>
                      <a:pt x="127066" y="32480"/>
                      <a:pt x="120603" y="33814"/>
                    </a:cubicBezTo>
                    <a:cubicBezTo>
                      <a:pt x="114140" y="35147"/>
                      <a:pt x="107393" y="36957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817"/>
                    </a:cubicBezTo>
                    <a:cubicBezTo>
                      <a:pt x="188280" y="58903"/>
                      <a:pt x="199294" y="5704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852" y="60541"/>
                      <a:pt x="260651" y="64370"/>
                      <a:pt x="269622" y="69723"/>
                    </a:cubicBezTo>
                    <a:cubicBezTo>
                      <a:pt x="278423" y="74086"/>
                      <a:pt x="285950" y="80639"/>
                      <a:pt x="291481" y="88773"/>
                    </a:cubicBezTo>
                    <a:cubicBezTo>
                      <a:pt x="295159" y="94717"/>
                      <a:pt x="296319" y="101880"/>
                      <a:pt x="294712" y="108680"/>
                    </a:cubicBezTo>
                    <a:cubicBezTo>
                      <a:pt x="292517" y="116138"/>
                      <a:pt x="288421" y="122901"/>
                      <a:pt x="282833" y="128302"/>
                    </a:cubicBezTo>
                    <a:cubicBezTo>
                      <a:pt x="275828" y="135331"/>
                      <a:pt x="268007" y="141504"/>
                      <a:pt x="259548" y="146685"/>
                    </a:cubicBezTo>
                    <a:lnTo>
                      <a:pt x="291861" y="165735"/>
                    </a:lnTo>
                    <a:lnTo>
                      <a:pt x="274279" y="175927"/>
                    </a:lnTo>
                    <a:lnTo>
                      <a:pt x="241681" y="156877"/>
                    </a:lnTo>
                    <a:cubicBezTo>
                      <a:pt x="226133" y="164506"/>
                      <a:pt x="209901" y="170659"/>
                      <a:pt x="193212" y="175260"/>
                    </a:cubicBezTo>
                    <a:cubicBezTo>
                      <a:pt x="175725" y="180099"/>
                      <a:pt x="157858" y="183442"/>
                      <a:pt x="139801" y="185261"/>
                    </a:cubicBezTo>
                    <a:lnTo>
                      <a:pt x="122694" y="154686"/>
                    </a:lnTo>
                    <a:cubicBezTo>
                      <a:pt x="127465" y="154562"/>
                      <a:pt x="132226" y="154181"/>
                      <a:pt x="136950" y="153543"/>
                    </a:cubicBezTo>
                    <a:cubicBezTo>
                      <a:pt x="143317" y="152781"/>
                      <a:pt x="150445" y="151638"/>
                      <a:pt x="158238" y="149923"/>
                    </a:cubicBezTo>
                    <a:cubicBezTo>
                      <a:pt x="166031" y="148209"/>
                      <a:pt x="174395" y="146113"/>
                      <a:pt x="183043" y="143542"/>
                    </a:cubicBezTo>
                    <a:cubicBezTo>
                      <a:pt x="191558" y="140970"/>
                      <a:pt x="199884" y="137789"/>
                      <a:pt x="207943" y="134017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35"/>
                      <a:pt x="60881" y="122406"/>
                      <a:pt x="52271" y="120491"/>
                    </a:cubicBezTo>
                    <a:cubicBezTo>
                      <a:pt x="43717" y="118510"/>
                      <a:pt x="35487" y="115300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13" y="87097"/>
                      <a:pt x="570" y="80163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47" y="16993"/>
                      <a:pt x="75774" y="11621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95" y="83153"/>
                    </a:moveTo>
                    <a:cubicBezTo>
                      <a:pt x="69967" y="87001"/>
                      <a:pt x="77684" y="88640"/>
                      <a:pt x="85344" y="87821"/>
                    </a:cubicBezTo>
                    <a:cubicBezTo>
                      <a:pt x="95637" y="86696"/>
                      <a:pt x="105777" y="84430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73" y="74838"/>
                      <a:pt x="63295" y="83153"/>
                    </a:cubicBezTo>
                    <a:close/>
                    <a:moveTo>
                      <a:pt x="230182" y="97060"/>
                    </a:moveTo>
                    <a:cubicBezTo>
                      <a:pt x="222902" y="93098"/>
                      <a:pt x="214529" y="91592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636" y="115157"/>
                      <a:pt x="243867" y="104966"/>
                      <a:pt x="230182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5" name="Google Shape;3455;p47"/>
            <p:cNvGrpSpPr/>
            <p:nvPr/>
          </p:nvGrpSpPr>
          <p:grpSpPr>
            <a:xfrm>
              <a:off x="3818123" y="3752055"/>
              <a:ext cx="883852" cy="621125"/>
              <a:chOff x="5627748" y="4494180"/>
              <a:chExt cx="883852" cy="621125"/>
            </a:xfrm>
          </p:grpSpPr>
          <p:sp>
            <p:nvSpPr>
              <p:cNvPr id="3456" name="Google Shape;3456;p47"/>
              <p:cNvSpPr/>
              <p:nvPr/>
            </p:nvSpPr>
            <p:spPr>
              <a:xfrm>
                <a:off x="5627748" y="460381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7" name="Google Shape;3457;p47"/>
              <p:cNvSpPr/>
              <p:nvPr/>
            </p:nvSpPr>
            <p:spPr>
              <a:xfrm>
                <a:off x="5627938" y="4746878"/>
                <a:ext cx="87244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245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47"/>
              <p:cNvSpPr/>
              <p:nvPr/>
            </p:nvSpPr>
            <p:spPr>
              <a:xfrm>
                <a:off x="6445074" y="4749926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47"/>
              <p:cNvSpPr/>
              <p:nvPr/>
            </p:nvSpPr>
            <p:spPr>
              <a:xfrm>
                <a:off x="5627748" y="449418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0" name="Google Shape;3460;p47"/>
              <p:cNvSpPr/>
              <p:nvPr/>
            </p:nvSpPr>
            <p:spPr>
              <a:xfrm>
                <a:off x="5753825" y="4563879"/>
                <a:ext cx="632535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535" h="366022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2"/>
                      <a:pt x="216059" y="383882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189" y="92131"/>
                      <a:pt x="636887" y="143566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1" name="Google Shape;3461;p47"/>
              <p:cNvSpPr/>
              <p:nvPr/>
            </p:nvSpPr>
            <p:spPr>
              <a:xfrm>
                <a:off x="5754433" y="4585787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8992"/>
                      <a:pt x="34974" y="86415"/>
                      <a:pt x="91902" y="53649"/>
                    </a:cubicBezTo>
                    <a:cubicBezTo>
                      <a:pt x="215451" y="-17883"/>
                      <a:pt x="415791" y="-17883"/>
                      <a:pt x="539340" y="53649"/>
                    </a:cubicBezTo>
                    <a:cubicBezTo>
                      <a:pt x="595983" y="86606"/>
                      <a:pt x="62658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47"/>
              <p:cNvSpPr/>
              <p:nvPr/>
            </p:nvSpPr>
            <p:spPr>
              <a:xfrm>
                <a:off x="5915333" y="4668297"/>
                <a:ext cx="294899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261" extrusionOk="0">
                    <a:moveTo>
                      <a:pt x="149685" y="29718"/>
                    </a:moveTo>
                    <a:cubicBezTo>
                      <a:pt x="145807" y="29718"/>
                      <a:pt x="141929" y="30004"/>
                      <a:pt x="138090" y="30575"/>
                    </a:cubicBezTo>
                    <a:cubicBezTo>
                      <a:pt x="132958" y="31337"/>
                      <a:pt x="127066" y="32385"/>
                      <a:pt x="120603" y="33719"/>
                    </a:cubicBezTo>
                    <a:cubicBezTo>
                      <a:pt x="114140" y="35052"/>
                      <a:pt x="107488" y="36862"/>
                      <a:pt x="100550" y="38958"/>
                    </a:cubicBezTo>
                    <a:cubicBezTo>
                      <a:pt x="93821" y="41015"/>
                      <a:pt x="87245" y="43567"/>
                      <a:pt x="80877" y="46577"/>
                    </a:cubicBezTo>
                    <a:lnTo>
                      <a:pt x="131722" y="76010"/>
                    </a:lnTo>
                    <a:lnTo>
                      <a:pt x="140751" y="72771"/>
                    </a:lnTo>
                    <a:cubicBezTo>
                      <a:pt x="153771" y="68485"/>
                      <a:pt x="165936" y="64866"/>
                      <a:pt x="177341" y="61817"/>
                    </a:cubicBezTo>
                    <a:cubicBezTo>
                      <a:pt x="188099" y="58931"/>
                      <a:pt x="199114" y="57122"/>
                      <a:pt x="210224" y="56388"/>
                    </a:cubicBezTo>
                    <a:cubicBezTo>
                      <a:pt x="220374" y="55693"/>
                      <a:pt x="230571" y="56369"/>
                      <a:pt x="240541" y="58388"/>
                    </a:cubicBezTo>
                    <a:cubicBezTo>
                      <a:pt x="250586" y="60636"/>
                      <a:pt x="260204" y="64465"/>
                      <a:pt x="269052" y="69723"/>
                    </a:cubicBezTo>
                    <a:cubicBezTo>
                      <a:pt x="277853" y="74086"/>
                      <a:pt x="285380" y="80639"/>
                      <a:pt x="290911" y="88773"/>
                    </a:cubicBezTo>
                    <a:cubicBezTo>
                      <a:pt x="294665" y="94679"/>
                      <a:pt x="295834" y="101880"/>
                      <a:pt x="294142" y="108680"/>
                    </a:cubicBezTo>
                    <a:cubicBezTo>
                      <a:pt x="292032" y="116177"/>
                      <a:pt x="287927" y="122958"/>
                      <a:pt x="282262" y="128302"/>
                    </a:cubicBezTo>
                    <a:cubicBezTo>
                      <a:pt x="275287" y="135331"/>
                      <a:pt x="267503" y="141504"/>
                      <a:pt x="259073" y="146685"/>
                    </a:cubicBezTo>
                    <a:lnTo>
                      <a:pt x="291386" y="165735"/>
                    </a:lnTo>
                    <a:lnTo>
                      <a:pt x="273804" y="175927"/>
                    </a:lnTo>
                    <a:lnTo>
                      <a:pt x="241206" y="156877"/>
                    </a:lnTo>
                    <a:cubicBezTo>
                      <a:pt x="225696" y="164592"/>
                      <a:pt x="209454" y="170745"/>
                      <a:pt x="192737" y="175260"/>
                    </a:cubicBezTo>
                    <a:cubicBezTo>
                      <a:pt x="175212" y="180099"/>
                      <a:pt x="157316" y="183442"/>
                      <a:pt x="139230" y="185261"/>
                    </a:cubicBezTo>
                    <a:lnTo>
                      <a:pt x="122219" y="154686"/>
                    </a:lnTo>
                    <a:cubicBezTo>
                      <a:pt x="125355" y="154686"/>
                      <a:pt x="130107" y="154686"/>
                      <a:pt x="136474" y="153638"/>
                    </a:cubicBezTo>
                    <a:cubicBezTo>
                      <a:pt x="142842" y="152591"/>
                      <a:pt x="149875" y="151638"/>
                      <a:pt x="157763" y="149924"/>
                    </a:cubicBezTo>
                    <a:cubicBezTo>
                      <a:pt x="165651" y="148209"/>
                      <a:pt x="173824" y="146114"/>
                      <a:pt x="182568" y="143542"/>
                    </a:cubicBezTo>
                    <a:cubicBezTo>
                      <a:pt x="191074" y="141037"/>
                      <a:pt x="199370" y="137846"/>
                      <a:pt x="207373" y="134017"/>
                    </a:cubicBezTo>
                    <a:lnTo>
                      <a:pt x="156907" y="104966"/>
                    </a:lnTo>
                    <a:lnTo>
                      <a:pt x="150255" y="107252"/>
                    </a:lnTo>
                    <a:lnTo>
                      <a:pt x="143317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82"/>
                      <a:pt x="60900" y="122454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35" y="106528"/>
                      <a:pt x="12402" y="100317"/>
                      <a:pt x="6748" y="92774"/>
                    </a:cubicBezTo>
                    <a:cubicBezTo>
                      <a:pt x="2689" y="87068"/>
                      <a:pt x="684" y="80153"/>
                      <a:pt x="1045" y="73152"/>
                    </a:cubicBezTo>
                    <a:cubicBezTo>
                      <a:pt x="1815" y="65865"/>
                      <a:pt x="4723" y="5896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5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058"/>
                    </a:moveTo>
                    <a:cubicBezTo>
                      <a:pt x="70071" y="86897"/>
                      <a:pt x="77779" y="88563"/>
                      <a:pt x="85439" y="87821"/>
                    </a:cubicBezTo>
                    <a:cubicBezTo>
                      <a:pt x="95722" y="86639"/>
                      <a:pt x="105853" y="84372"/>
                      <a:pt x="115661" y="81058"/>
                    </a:cubicBezTo>
                    <a:lnTo>
                      <a:pt x="68142" y="53435"/>
                    </a:lnTo>
                    <a:cubicBezTo>
                      <a:pt x="50655" y="64961"/>
                      <a:pt x="49039" y="75152"/>
                      <a:pt x="63390" y="83058"/>
                    </a:cubicBezTo>
                    <a:close/>
                    <a:moveTo>
                      <a:pt x="230182" y="96965"/>
                    </a:moveTo>
                    <a:cubicBezTo>
                      <a:pt x="222930" y="93021"/>
                      <a:pt x="214586" y="91545"/>
                      <a:pt x="206422" y="92774"/>
                    </a:cubicBezTo>
                    <a:cubicBezTo>
                      <a:pt x="195170" y="94193"/>
                      <a:pt x="184069" y="96622"/>
                      <a:pt x="173254" y="100013"/>
                    </a:cubicBezTo>
                    <a:lnTo>
                      <a:pt x="220773" y="127445"/>
                    </a:lnTo>
                    <a:cubicBezTo>
                      <a:pt x="240636" y="115062"/>
                      <a:pt x="243867" y="104966"/>
                      <a:pt x="230182" y="969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47"/>
              <p:cNvSpPr/>
              <p:nvPr/>
            </p:nvSpPr>
            <p:spPr>
              <a:xfrm>
                <a:off x="6037741" y="480574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47"/>
              <p:cNvSpPr/>
              <p:nvPr/>
            </p:nvSpPr>
            <p:spPr>
              <a:xfrm>
                <a:off x="6164902" y="4816601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5" name="Google Shape;3465;p47"/>
              <p:cNvSpPr/>
              <p:nvPr/>
            </p:nvSpPr>
            <p:spPr>
              <a:xfrm>
                <a:off x="6178968" y="475335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6" name="Google Shape;3466;p47"/>
              <p:cNvSpPr/>
              <p:nvPr/>
            </p:nvSpPr>
            <p:spPr>
              <a:xfrm>
                <a:off x="6080128" y="4759737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7" name="Google Shape;3467;p47"/>
              <p:cNvSpPr/>
              <p:nvPr/>
            </p:nvSpPr>
            <p:spPr>
              <a:xfrm>
                <a:off x="5983570" y="4704588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6" y="18878"/>
                      <a:pt x="42796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8" name="Google Shape;3468;p47"/>
              <p:cNvSpPr/>
              <p:nvPr/>
            </p:nvSpPr>
            <p:spPr>
              <a:xfrm>
                <a:off x="6037741" y="467344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1" y="19717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9" name="Google Shape;3469;p47"/>
              <p:cNvSpPr/>
              <p:nvPr/>
            </p:nvSpPr>
            <p:spPr>
              <a:xfrm>
                <a:off x="5915523" y="4668392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0" name="Google Shape;3470;p47"/>
              <p:cNvSpPr/>
              <p:nvPr/>
            </p:nvSpPr>
            <p:spPr>
              <a:xfrm>
                <a:off x="5916473" y="4725638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1" name="Google Shape;3471;p47"/>
              <p:cNvSpPr/>
              <p:nvPr/>
            </p:nvSpPr>
            <p:spPr>
              <a:xfrm>
                <a:off x="5915428" y="4651533"/>
                <a:ext cx="294626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626" h="184784" extrusionOk="0">
                    <a:moveTo>
                      <a:pt x="149590" y="29242"/>
                    </a:moveTo>
                    <a:cubicBezTo>
                      <a:pt x="145702" y="29232"/>
                      <a:pt x="141825" y="29546"/>
                      <a:pt x="137995" y="30194"/>
                    </a:cubicBezTo>
                    <a:cubicBezTo>
                      <a:pt x="132863" y="30956"/>
                      <a:pt x="126971" y="32004"/>
                      <a:pt x="120508" y="33338"/>
                    </a:cubicBezTo>
                    <a:cubicBezTo>
                      <a:pt x="11404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466" y="72295"/>
                    </a:lnTo>
                    <a:cubicBezTo>
                      <a:pt x="153486" y="68008"/>
                      <a:pt x="165651" y="64294"/>
                      <a:pt x="177056" y="61341"/>
                    </a:cubicBezTo>
                    <a:cubicBezTo>
                      <a:pt x="187804" y="58417"/>
                      <a:pt x="198819" y="56597"/>
                      <a:pt x="209939" y="55912"/>
                    </a:cubicBezTo>
                    <a:cubicBezTo>
                      <a:pt x="220089" y="55216"/>
                      <a:pt x="230286" y="55893"/>
                      <a:pt x="240256" y="57912"/>
                    </a:cubicBezTo>
                    <a:cubicBezTo>
                      <a:pt x="250311" y="60122"/>
                      <a:pt x="259938" y="63951"/>
                      <a:pt x="268767" y="69247"/>
                    </a:cubicBezTo>
                    <a:cubicBezTo>
                      <a:pt x="277568" y="73609"/>
                      <a:pt x="285095" y="80162"/>
                      <a:pt x="290626" y="88297"/>
                    </a:cubicBezTo>
                    <a:cubicBezTo>
                      <a:pt x="294399" y="94202"/>
                      <a:pt x="295568" y="101403"/>
                      <a:pt x="293857" y="108204"/>
                    </a:cubicBezTo>
                    <a:cubicBezTo>
                      <a:pt x="291719" y="115691"/>
                      <a:pt x="287613" y="122472"/>
                      <a:pt x="281977" y="127825"/>
                    </a:cubicBezTo>
                    <a:cubicBezTo>
                      <a:pt x="275002" y="134855"/>
                      <a:pt x="267218" y="141027"/>
                      <a:pt x="258788" y="146209"/>
                    </a:cubicBezTo>
                    <a:lnTo>
                      <a:pt x="291101" y="165259"/>
                    </a:lnTo>
                    <a:lnTo>
                      <a:pt x="273519" y="175450"/>
                    </a:lnTo>
                    <a:lnTo>
                      <a:pt x="240921" y="156400"/>
                    </a:lnTo>
                    <a:cubicBezTo>
                      <a:pt x="225392" y="164068"/>
                      <a:pt x="209159" y="170231"/>
                      <a:pt x="192452" y="174784"/>
                    </a:cubicBezTo>
                    <a:cubicBezTo>
                      <a:pt x="174927" y="179622"/>
                      <a:pt x="157031" y="182966"/>
                      <a:pt x="138945" y="184785"/>
                    </a:cubicBezTo>
                    <a:lnTo>
                      <a:pt x="121934" y="154210"/>
                    </a:lnTo>
                    <a:cubicBezTo>
                      <a:pt x="126704" y="154086"/>
                      <a:pt x="131466" y="153705"/>
                      <a:pt x="136189" y="153067"/>
                    </a:cubicBezTo>
                    <a:cubicBezTo>
                      <a:pt x="143346" y="152248"/>
                      <a:pt x="150454" y="151038"/>
                      <a:pt x="157478" y="149447"/>
                    </a:cubicBezTo>
                    <a:cubicBezTo>
                      <a:pt x="165271" y="147733"/>
                      <a:pt x="173539" y="145637"/>
                      <a:pt x="182283" y="143065"/>
                    </a:cubicBezTo>
                    <a:cubicBezTo>
                      <a:pt x="190779" y="140513"/>
                      <a:pt x="199066" y="137331"/>
                      <a:pt x="207087" y="133540"/>
                    </a:cubicBezTo>
                    <a:lnTo>
                      <a:pt x="156812" y="104584"/>
                    </a:lnTo>
                    <a:lnTo>
                      <a:pt x="150160" y="106871"/>
                    </a:lnTo>
                    <a:lnTo>
                      <a:pt x="143222" y="108966"/>
                    </a:lnTo>
                    <a:cubicBezTo>
                      <a:pt x="130582" y="113157"/>
                      <a:pt x="118892" y="116491"/>
                      <a:pt x="108343" y="118491"/>
                    </a:cubicBezTo>
                    <a:cubicBezTo>
                      <a:pt x="98545" y="120767"/>
                      <a:pt x="88556" y="122101"/>
                      <a:pt x="78501" y="122491"/>
                    </a:cubicBezTo>
                    <a:cubicBezTo>
                      <a:pt x="69710" y="122949"/>
                      <a:pt x="60891" y="122282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37" y="85973"/>
                      <a:pt x="105768" y="83677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1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772" y="104489"/>
                      <a:pt x="230087" y="96583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2" name="Google Shape;3472;p47"/>
            <p:cNvGrpSpPr/>
            <p:nvPr/>
          </p:nvGrpSpPr>
          <p:grpSpPr>
            <a:xfrm>
              <a:off x="2205711" y="4330032"/>
              <a:ext cx="883852" cy="621125"/>
              <a:chOff x="4015336" y="5072157"/>
              <a:chExt cx="883852" cy="621125"/>
            </a:xfrm>
          </p:grpSpPr>
          <p:sp>
            <p:nvSpPr>
              <p:cNvPr id="3473" name="Google Shape;3473;p47"/>
              <p:cNvSpPr/>
              <p:nvPr/>
            </p:nvSpPr>
            <p:spPr>
              <a:xfrm>
                <a:off x="4015336" y="518179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47"/>
              <p:cNvSpPr/>
              <p:nvPr/>
            </p:nvSpPr>
            <p:spPr>
              <a:xfrm>
                <a:off x="4015526" y="532485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47"/>
              <p:cNvSpPr/>
              <p:nvPr/>
            </p:nvSpPr>
            <p:spPr>
              <a:xfrm>
                <a:off x="4832661" y="532790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6" name="Google Shape;3476;p47"/>
              <p:cNvSpPr/>
              <p:nvPr/>
            </p:nvSpPr>
            <p:spPr>
              <a:xfrm>
                <a:off x="4015336" y="507215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7" name="Google Shape;3477;p47"/>
              <p:cNvSpPr/>
              <p:nvPr/>
            </p:nvSpPr>
            <p:spPr>
              <a:xfrm>
                <a:off x="4141033" y="5141785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173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173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8" name="Google Shape;3478;p47"/>
              <p:cNvSpPr/>
              <p:nvPr/>
            </p:nvSpPr>
            <p:spPr>
              <a:xfrm>
                <a:off x="4141641" y="516369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8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9" name="Google Shape;3479;p47"/>
              <p:cNvSpPr/>
              <p:nvPr/>
            </p:nvSpPr>
            <p:spPr>
              <a:xfrm>
                <a:off x="4303110" y="5245703"/>
                <a:ext cx="29490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737" extrusionOk="0">
                    <a:moveTo>
                      <a:pt x="149495" y="30194"/>
                    </a:moveTo>
                    <a:cubicBezTo>
                      <a:pt x="145610" y="30184"/>
                      <a:pt x="141732" y="30509"/>
                      <a:pt x="137900" y="31147"/>
                    </a:cubicBezTo>
                    <a:cubicBezTo>
                      <a:pt x="132768" y="31909"/>
                      <a:pt x="126876" y="32956"/>
                      <a:pt x="120413" y="34290"/>
                    </a:cubicBezTo>
                    <a:cubicBezTo>
                      <a:pt x="113950" y="35623"/>
                      <a:pt x="107298" y="37433"/>
                      <a:pt x="100360" y="39529"/>
                    </a:cubicBezTo>
                    <a:cubicBezTo>
                      <a:pt x="93565" y="41548"/>
                      <a:pt x="86926" y="44062"/>
                      <a:pt x="80497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961"/>
                      <a:pt x="165936" y="65246"/>
                      <a:pt x="177341" y="62293"/>
                    </a:cubicBezTo>
                    <a:cubicBezTo>
                      <a:pt x="188089" y="59369"/>
                      <a:pt x="199107" y="57550"/>
                      <a:pt x="210224" y="56864"/>
                    </a:cubicBezTo>
                    <a:cubicBezTo>
                      <a:pt x="220373" y="56169"/>
                      <a:pt x="230569" y="56845"/>
                      <a:pt x="240541" y="58864"/>
                    </a:cubicBezTo>
                    <a:cubicBezTo>
                      <a:pt x="250594" y="61074"/>
                      <a:pt x="260223" y="64894"/>
                      <a:pt x="269052" y="70199"/>
                    </a:cubicBezTo>
                    <a:cubicBezTo>
                      <a:pt x="277853" y="74600"/>
                      <a:pt x="285403" y="81153"/>
                      <a:pt x="291006" y="89249"/>
                    </a:cubicBezTo>
                    <a:cubicBezTo>
                      <a:pt x="294700" y="95183"/>
                      <a:pt x="295831" y="102365"/>
                      <a:pt x="294142" y="109156"/>
                    </a:cubicBezTo>
                    <a:cubicBezTo>
                      <a:pt x="292005" y="116643"/>
                      <a:pt x="287902" y="123425"/>
                      <a:pt x="282263" y="128778"/>
                    </a:cubicBezTo>
                    <a:cubicBezTo>
                      <a:pt x="275290" y="135807"/>
                      <a:pt x="267506" y="141979"/>
                      <a:pt x="259073" y="147161"/>
                    </a:cubicBezTo>
                    <a:lnTo>
                      <a:pt x="291386" y="166211"/>
                    </a:lnTo>
                    <a:lnTo>
                      <a:pt x="273804" y="176403"/>
                    </a:lnTo>
                    <a:lnTo>
                      <a:pt x="241206" y="157353"/>
                    </a:lnTo>
                    <a:cubicBezTo>
                      <a:pt x="225675" y="165020"/>
                      <a:pt x="209444" y="171183"/>
                      <a:pt x="192737" y="175736"/>
                    </a:cubicBezTo>
                    <a:cubicBezTo>
                      <a:pt x="175214" y="180575"/>
                      <a:pt x="157315" y="183918"/>
                      <a:pt x="139230" y="185738"/>
                    </a:cubicBezTo>
                    <a:lnTo>
                      <a:pt x="122219" y="154972"/>
                    </a:lnTo>
                    <a:cubicBezTo>
                      <a:pt x="126988" y="154848"/>
                      <a:pt x="131746" y="154467"/>
                      <a:pt x="136474" y="153829"/>
                    </a:cubicBezTo>
                    <a:cubicBezTo>
                      <a:pt x="143631" y="153010"/>
                      <a:pt x="150737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7"/>
                    </a:cubicBezTo>
                    <a:cubicBezTo>
                      <a:pt x="191061" y="141275"/>
                      <a:pt x="199352" y="138093"/>
                      <a:pt x="207373" y="134302"/>
                    </a:cubicBezTo>
                    <a:lnTo>
                      <a:pt x="156908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39" y="121244"/>
                      <a:pt x="88648" y="122577"/>
                      <a:pt x="78596" y="122968"/>
                    </a:cubicBezTo>
                    <a:cubicBezTo>
                      <a:pt x="69751" y="123282"/>
                      <a:pt x="60903" y="122453"/>
                      <a:pt x="52271" y="120491"/>
                    </a:cubicBezTo>
                    <a:cubicBezTo>
                      <a:pt x="43734" y="118548"/>
                      <a:pt x="35533" y="115338"/>
                      <a:pt x="27941" y="110966"/>
                    </a:cubicBezTo>
                    <a:cubicBezTo>
                      <a:pt x="19598" y="106585"/>
                      <a:pt x="12352" y="100365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828" y="65865"/>
                      <a:pt x="4737" y="58979"/>
                      <a:pt x="9409" y="53340"/>
                    </a:cubicBezTo>
                    <a:cubicBezTo>
                      <a:pt x="15242" y="45977"/>
                      <a:pt x="22166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59" y="17031"/>
                      <a:pt x="75883" y="11668"/>
                      <a:pt x="90951" y="7906"/>
                    </a:cubicBezTo>
                    <a:cubicBezTo>
                      <a:pt x="105285" y="4229"/>
                      <a:pt x="119863" y="1591"/>
                      <a:pt x="134574" y="0"/>
                    </a:cubicBezTo>
                    <a:close/>
                    <a:moveTo>
                      <a:pt x="63200" y="83629"/>
                    </a:moveTo>
                    <a:cubicBezTo>
                      <a:pt x="69880" y="87468"/>
                      <a:pt x="77584" y="89135"/>
                      <a:pt x="85249" y="88392"/>
                    </a:cubicBezTo>
                    <a:cubicBezTo>
                      <a:pt x="95542" y="87211"/>
                      <a:pt x="105675" y="84915"/>
                      <a:pt x="115471" y="81534"/>
                    </a:cubicBezTo>
                    <a:lnTo>
                      <a:pt x="67952" y="54007"/>
                    </a:lnTo>
                    <a:cubicBezTo>
                      <a:pt x="50465" y="65437"/>
                      <a:pt x="48945" y="75343"/>
                      <a:pt x="63200" y="83629"/>
                    </a:cubicBezTo>
                    <a:close/>
                    <a:moveTo>
                      <a:pt x="229992" y="97822"/>
                    </a:moveTo>
                    <a:cubicBezTo>
                      <a:pt x="222731" y="93888"/>
                      <a:pt x="214405" y="92383"/>
                      <a:pt x="206232" y="93535"/>
                    </a:cubicBezTo>
                    <a:cubicBezTo>
                      <a:pt x="194990" y="95040"/>
                      <a:pt x="183894" y="97498"/>
                      <a:pt x="173064" y="100870"/>
                    </a:cubicBezTo>
                    <a:lnTo>
                      <a:pt x="220583" y="128206"/>
                    </a:lnTo>
                    <a:cubicBezTo>
                      <a:pt x="240446" y="115633"/>
                      <a:pt x="243677" y="105442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0" name="Google Shape;3480;p47"/>
              <p:cNvSpPr/>
              <p:nvPr/>
            </p:nvSpPr>
            <p:spPr>
              <a:xfrm>
                <a:off x="4425329" y="5383530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1" name="Google Shape;3481;p47"/>
              <p:cNvSpPr/>
              <p:nvPr/>
            </p:nvSpPr>
            <p:spPr>
              <a:xfrm>
                <a:off x="4552490" y="5394578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2" name="Google Shape;3482;p47"/>
              <p:cNvSpPr/>
              <p:nvPr/>
            </p:nvSpPr>
            <p:spPr>
              <a:xfrm>
                <a:off x="4566555" y="533133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3" name="Google Shape;3483;p47"/>
              <p:cNvSpPr/>
              <p:nvPr/>
            </p:nvSpPr>
            <p:spPr>
              <a:xfrm>
                <a:off x="4467716" y="5337714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764"/>
                    </a:cubicBezTo>
                    <a:cubicBezTo>
                      <a:pt x="15681" y="20002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4" name="Google Shape;3484;p47"/>
              <p:cNvSpPr/>
              <p:nvPr/>
            </p:nvSpPr>
            <p:spPr>
              <a:xfrm>
                <a:off x="4371062" y="5282565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623"/>
                    </a:lnTo>
                    <a:cubicBezTo>
                      <a:pt x="59019" y="31623"/>
                      <a:pt x="52841" y="24574"/>
                      <a:pt x="52366" y="23908"/>
                    </a:cubicBezTo>
                    <a:cubicBezTo>
                      <a:pt x="47978" y="18898"/>
                      <a:pt x="42850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5" name="Google Shape;3485;p47"/>
              <p:cNvSpPr/>
              <p:nvPr/>
            </p:nvSpPr>
            <p:spPr>
              <a:xfrm>
                <a:off x="4425329" y="525141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6" name="Google Shape;3486;p47"/>
              <p:cNvSpPr/>
              <p:nvPr/>
            </p:nvSpPr>
            <p:spPr>
              <a:xfrm>
                <a:off x="4303110" y="5246369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7" name="Google Shape;3487;p47"/>
              <p:cNvSpPr/>
              <p:nvPr/>
            </p:nvSpPr>
            <p:spPr>
              <a:xfrm>
                <a:off x="4304536" y="5303900"/>
                <a:ext cx="2946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29461" h="3009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462" y="0"/>
                    </a:lnTo>
                    <a:lnTo>
                      <a:pt x="22144" y="16002"/>
                    </a:lnTo>
                    <a:lnTo>
                      <a:pt x="9504" y="3009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8" name="Google Shape;3488;p47"/>
              <p:cNvSpPr/>
              <p:nvPr/>
            </p:nvSpPr>
            <p:spPr>
              <a:xfrm>
                <a:off x="4303110" y="5229225"/>
                <a:ext cx="294907" cy="185356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356" extrusionOk="0">
                    <a:moveTo>
                      <a:pt x="149495" y="29528"/>
                    </a:moveTo>
                    <a:cubicBezTo>
                      <a:pt x="145610" y="29518"/>
                      <a:pt x="141732" y="29842"/>
                      <a:pt x="137900" y="30480"/>
                    </a:cubicBezTo>
                    <a:cubicBezTo>
                      <a:pt x="132768" y="31242"/>
                      <a:pt x="126876" y="32290"/>
                      <a:pt x="120413" y="33623"/>
                    </a:cubicBezTo>
                    <a:cubicBezTo>
                      <a:pt x="113950" y="34957"/>
                      <a:pt x="107298" y="36671"/>
                      <a:pt x="100360" y="38767"/>
                    </a:cubicBezTo>
                    <a:cubicBezTo>
                      <a:pt x="93563" y="40815"/>
                      <a:pt x="86924" y="43367"/>
                      <a:pt x="80497" y="46387"/>
                    </a:cubicBezTo>
                    <a:lnTo>
                      <a:pt x="131342" y="76200"/>
                    </a:lnTo>
                    <a:lnTo>
                      <a:pt x="140846" y="73057"/>
                    </a:lnTo>
                    <a:cubicBezTo>
                      <a:pt x="153771" y="68675"/>
                      <a:pt x="165936" y="65056"/>
                      <a:pt x="177341" y="62008"/>
                    </a:cubicBezTo>
                    <a:cubicBezTo>
                      <a:pt x="188108" y="59169"/>
                      <a:pt x="199118" y="57350"/>
                      <a:pt x="210224" y="56579"/>
                    </a:cubicBezTo>
                    <a:cubicBezTo>
                      <a:pt x="220378" y="55969"/>
                      <a:pt x="230568" y="56674"/>
                      <a:pt x="240541" y="58674"/>
                    </a:cubicBezTo>
                    <a:cubicBezTo>
                      <a:pt x="250578" y="60884"/>
                      <a:pt x="260200" y="64684"/>
                      <a:pt x="269052" y="69913"/>
                    </a:cubicBezTo>
                    <a:cubicBezTo>
                      <a:pt x="277850" y="74314"/>
                      <a:pt x="285401" y="80867"/>
                      <a:pt x="291006" y="88963"/>
                    </a:cubicBezTo>
                    <a:cubicBezTo>
                      <a:pt x="294700" y="94898"/>
                      <a:pt x="295831" y="102080"/>
                      <a:pt x="294142" y="108871"/>
                    </a:cubicBezTo>
                    <a:cubicBezTo>
                      <a:pt x="291984" y="116348"/>
                      <a:pt x="287884" y="123120"/>
                      <a:pt x="282263" y="128492"/>
                    </a:cubicBezTo>
                    <a:cubicBezTo>
                      <a:pt x="275312" y="135522"/>
                      <a:pt x="267523" y="141665"/>
                      <a:pt x="259073" y="146780"/>
                    </a:cubicBezTo>
                    <a:lnTo>
                      <a:pt x="291386" y="165830"/>
                    </a:lnTo>
                    <a:lnTo>
                      <a:pt x="273804" y="176022"/>
                    </a:lnTo>
                    <a:lnTo>
                      <a:pt x="241206" y="156972"/>
                    </a:lnTo>
                    <a:cubicBezTo>
                      <a:pt x="225671" y="164611"/>
                      <a:pt x="209441" y="170736"/>
                      <a:pt x="192737" y="175260"/>
                    </a:cubicBezTo>
                    <a:cubicBezTo>
                      <a:pt x="175227" y="180175"/>
                      <a:pt x="157324" y="183556"/>
                      <a:pt x="139230" y="185356"/>
                    </a:cubicBezTo>
                    <a:lnTo>
                      <a:pt x="122219" y="154781"/>
                    </a:lnTo>
                    <a:cubicBezTo>
                      <a:pt x="126988" y="154657"/>
                      <a:pt x="131746" y="154276"/>
                      <a:pt x="136474" y="153638"/>
                    </a:cubicBezTo>
                    <a:cubicBezTo>
                      <a:pt x="142842" y="152876"/>
                      <a:pt x="149875" y="151733"/>
                      <a:pt x="157763" y="150019"/>
                    </a:cubicBezTo>
                    <a:cubicBezTo>
                      <a:pt x="165651" y="148304"/>
                      <a:pt x="173824" y="146113"/>
                      <a:pt x="182568" y="143637"/>
                    </a:cubicBezTo>
                    <a:cubicBezTo>
                      <a:pt x="191076" y="141122"/>
                      <a:pt x="199369" y="137941"/>
                      <a:pt x="207373" y="134112"/>
                    </a:cubicBezTo>
                    <a:lnTo>
                      <a:pt x="156908" y="104775"/>
                    </a:lnTo>
                    <a:lnTo>
                      <a:pt x="150255" y="107061"/>
                    </a:lnTo>
                    <a:lnTo>
                      <a:pt x="143317" y="109156"/>
                    </a:lnTo>
                    <a:cubicBezTo>
                      <a:pt x="130677" y="113347"/>
                      <a:pt x="118987" y="116586"/>
                      <a:pt x="108438" y="118681"/>
                    </a:cubicBezTo>
                    <a:cubicBezTo>
                      <a:pt x="98639" y="120958"/>
                      <a:pt x="88648" y="122291"/>
                      <a:pt x="78596" y="122682"/>
                    </a:cubicBezTo>
                    <a:cubicBezTo>
                      <a:pt x="69756" y="123025"/>
                      <a:pt x="60908" y="122225"/>
                      <a:pt x="52271" y="120301"/>
                    </a:cubicBezTo>
                    <a:cubicBezTo>
                      <a:pt x="43746" y="118310"/>
                      <a:pt x="35552" y="115110"/>
                      <a:pt x="27941" y="110776"/>
                    </a:cubicBezTo>
                    <a:cubicBezTo>
                      <a:pt x="19598" y="106394"/>
                      <a:pt x="12352" y="100174"/>
                      <a:pt x="6748" y="92583"/>
                    </a:cubicBezTo>
                    <a:cubicBezTo>
                      <a:pt x="2686" y="86878"/>
                      <a:pt x="675" y="79962"/>
                      <a:pt x="1045" y="72962"/>
                    </a:cubicBezTo>
                    <a:cubicBezTo>
                      <a:pt x="1811" y="65675"/>
                      <a:pt x="4722" y="58779"/>
                      <a:pt x="9409" y="53149"/>
                    </a:cubicBezTo>
                    <a:cubicBezTo>
                      <a:pt x="15242" y="45787"/>
                      <a:pt x="22166" y="39367"/>
                      <a:pt x="29937" y="34099"/>
                    </a:cubicBezTo>
                    <a:lnTo>
                      <a:pt x="0" y="16764"/>
                    </a:lnTo>
                    <a:lnTo>
                      <a:pt x="17677" y="6572"/>
                    </a:lnTo>
                    <a:lnTo>
                      <a:pt x="47329" y="23717"/>
                    </a:lnTo>
                    <a:cubicBezTo>
                      <a:pt x="61238" y="16764"/>
                      <a:pt x="75867" y="11373"/>
                      <a:pt x="90951" y="7620"/>
                    </a:cubicBezTo>
                    <a:cubicBezTo>
                      <a:pt x="105280" y="4134"/>
                      <a:pt x="119820" y="1591"/>
                      <a:pt x="134479" y="0"/>
                    </a:cubicBezTo>
                    <a:close/>
                    <a:moveTo>
                      <a:pt x="63200" y="82868"/>
                    </a:moveTo>
                    <a:cubicBezTo>
                      <a:pt x="69863" y="86744"/>
                      <a:pt x="77582" y="88420"/>
                      <a:pt x="85249" y="87630"/>
                    </a:cubicBezTo>
                    <a:cubicBezTo>
                      <a:pt x="95532" y="86449"/>
                      <a:pt x="105662" y="84182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945" y="74676"/>
                      <a:pt x="63200" y="82868"/>
                    </a:cubicBezTo>
                    <a:close/>
                    <a:moveTo>
                      <a:pt x="229992" y="96869"/>
                    </a:moveTo>
                    <a:cubicBezTo>
                      <a:pt x="222761" y="92850"/>
                      <a:pt x="214407" y="91345"/>
                      <a:pt x="206232" y="92583"/>
                    </a:cubicBezTo>
                    <a:cubicBezTo>
                      <a:pt x="194982" y="94040"/>
                      <a:pt x="183883" y="96498"/>
                      <a:pt x="173064" y="99917"/>
                    </a:cubicBezTo>
                    <a:lnTo>
                      <a:pt x="220583" y="127254"/>
                    </a:lnTo>
                    <a:cubicBezTo>
                      <a:pt x="240541" y="114871"/>
                      <a:pt x="243677" y="104747"/>
                      <a:pt x="229992" y="9686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9" name="Google Shape;3489;p47"/>
            <p:cNvGrpSpPr/>
            <p:nvPr/>
          </p:nvGrpSpPr>
          <p:grpSpPr>
            <a:xfrm>
              <a:off x="5533746" y="4396707"/>
              <a:ext cx="883852" cy="621030"/>
              <a:chOff x="7343371" y="5138832"/>
              <a:chExt cx="883852" cy="621030"/>
            </a:xfrm>
          </p:grpSpPr>
          <p:sp>
            <p:nvSpPr>
              <p:cNvPr id="3490" name="Google Shape;3490;p47"/>
              <p:cNvSpPr/>
              <p:nvPr/>
            </p:nvSpPr>
            <p:spPr>
              <a:xfrm>
                <a:off x="7343371" y="52483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1" name="Google Shape;3491;p47"/>
              <p:cNvSpPr/>
              <p:nvPr/>
            </p:nvSpPr>
            <p:spPr>
              <a:xfrm>
                <a:off x="7343561" y="539153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2" name="Google Shape;3492;p47"/>
              <p:cNvSpPr/>
              <p:nvPr/>
            </p:nvSpPr>
            <p:spPr>
              <a:xfrm>
                <a:off x="8160792" y="5394578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3" name="Google Shape;3493;p47"/>
              <p:cNvSpPr/>
              <p:nvPr/>
            </p:nvSpPr>
            <p:spPr>
              <a:xfrm>
                <a:off x="7343371" y="51388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4" name="Google Shape;3494;p47"/>
              <p:cNvSpPr/>
              <p:nvPr/>
            </p:nvSpPr>
            <p:spPr>
              <a:xfrm>
                <a:off x="7469087" y="5208436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5" name="Google Shape;3495;p47"/>
              <p:cNvSpPr/>
              <p:nvPr/>
            </p:nvSpPr>
            <p:spPr>
              <a:xfrm>
                <a:off x="7469677" y="5230344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8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6" name="Google Shape;3496;p47"/>
              <p:cNvSpPr/>
              <p:nvPr/>
            </p:nvSpPr>
            <p:spPr>
              <a:xfrm>
                <a:off x="7630861" y="5313140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2"/>
                    </a:cubicBezTo>
                    <a:lnTo>
                      <a:pt x="131628" y="75629"/>
                    </a:lnTo>
                    <a:lnTo>
                      <a:pt x="141131" y="72485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210"/>
                    </a:lnTo>
                    <a:cubicBezTo>
                      <a:pt x="127332" y="154086"/>
                      <a:pt x="132065" y="153705"/>
                      <a:pt x="136760" y="153067"/>
                    </a:cubicBezTo>
                    <a:cubicBezTo>
                      <a:pt x="143127" y="152305"/>
                      <a:pt x="150255" y="151162"/>
                      <a:pt x="158048" y="149447"/>
                    </a:cubicBezTo>
                    <a:cubicBezTo>
                      <a:pt x="165841" y="147733"/>
                      <a:pt x="174204" y="145542"/>
                      <a:pt x="182948" y="143065"/>
                    </a:cubicBezTo>
                    <a:cubicBezTo>
                      <a:pt x="191444" y="140522"/>
                      <a:pt x="199741" y="137341"/>
                      <a:pt x="207753" y="133540"/>
                    </a:cubicBezTo>
                    <a:lnTo>
                      <a:pt x="157193" y="104394"/>
                    </a:lnTo>
                    <a:lnTo>
                      <a:pt x="150635" y="106680"/>
                    </a:lnTo>
                    <a:lnTo>
                      <a:pt x="143697" y="108776"/>
                    </a:lnTo>
                    <a:cubicBezTo>
                      <a:pt x="130962" y="112967"/>
                      <a:pt x="119368" y="116205"/>
                      <a:pt x="108723" y="118301"/>
                    </a:cubicBezTo>
                    <a:cubicBezTo>
                      <a:pt x="98953" y="120577"/>
                      <a:pt x="88994" y="121911"/>
                      <a:pt x="78976" y="122301"/>
                    </a:cubicBezTo>
                    <a:cubicBezTo>
                      <a:pt x="70128" y="122663"/>
                      <a:pt x="61280" y="121825"/>
                      <a:pt x="52651" y="119825"/>
                    </a:cubicBezTo>
                    <a:cubicBezTo>
                      <a:pt x="44079" y="117891"/>
                      <a:pt x="35848" y="114671"/>
                      <a:pt x="28226" y="110300"/>
                    </a:cubicBezTo>
                    <a:cubicBezTo>
                      <a:pt x="19891" y="105947"/>
                      <a:pt x="12669" y="99717"/>
                      <a:pt x="7128" y="92107"/>
                    </a:cubicBezTo>
                    <a:cubicBezTo>
                      <a:pt x="3022" y="86420"/>
                      <a:pt x="1007" y="79486"/>
                      <a:pt x="1426" y="72485"/>
                    </a:cubicBezTo>
                    <a:cubicBezTo>
                      <a:pt x="2148" y="65189"/>
                      <a:pt x="5065" y="58274"/>
                      <a:pt x="9789" y="52673"/>
                    </a:cubicBezTo>
                    <a:cubicBezTo>
                      <a:pt x="15596" y="45291"/>
                      <a:pt x="22524" y="38862"/>
                      <a:pt x="30317" y="33623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7060"/>
                    </a:moveTo>
                    <a:cubicBezTo>
                      <a:pt x="223101" y="93059"/>
                      <a:pt x="214719" y="91554"/>
                      <a:pt x="206517" y="92773"/>
                    </a:cubicBezTo>
                    <a:cubicBezTo>
                      <a:pt x="195265" y="94240"/>
                      <a:pt x="184174" y="96698"/>
                      <a:pt x="173349" y="100108"/>
                    </a:cubicBezTo>
                    <a:lnTo>
                      <a:pt x="220868" y="127445"/>
                    </a:lnTo>
                    <a:cubicBezTo>
                      <a:pt x="240892" y="114871"/>
                      <a:pt x="244057" y="104747"/>
                      <a:pt x="23037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7" name="Google Shape;3497;p47"/>
              <p:cNvSpPr/>
              <p:nvPr/>
            </p:nvSpPr>
            <p:spPr>
              <a:xfrm>
                <a:off x="7753460" y="54501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8" name="Google Shape;3498;p47"/>
              <p:cNvSpPr/>
              <p:nvPr/>
            </p:nvSpPr>
            <p:spPr>
              <a:xfrm>
                <a:off x="7880525" y="5461158"/>
                <a:ext cx="42101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811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812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9" name="Google Shape;3499;p47"/>
              <p:cNvSpPr/>
              <p:nvPr/>
            </p:nvSpPr>
            <p:spPr>
              <a:xfrm>
                <a:off x="7894686" y="539800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0" name="Google Shape;3500;p47"/>
              <p:cNvSpPr/>
              <p:nvPr/>
            </p:nvSpPr>
            <p:spPr>
              <a:xfrm>
                <a:off x="7795847" y="5404389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1"/>
                    </a:lnTo>
                    <a:cubicBezTo>
                      <a:pt x="45048" y="33051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1" name="Google Shape;3501;p47"/>
              <p:cNvSpPr/>
              <p:nvPr/>
            </p:nvSpPr>
            <p:spPr>
              <a:xfrm>
                <a:off x="7699193" y="5349240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908"/>
                    </a:cubicBezTo>
                    <a:cubicBezTo>
                      <a:pt x="47614" y="18821"/>
                      <a:pt x="42444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2" name="Google Shape;3502;p47"/>
              <p:cNvSpPr/>
              <p:nvPr/>
            </p:nvSpPr>
            <p:spPr>
              <a:xfrm>
                <a:off x="7753460" y="5318093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3" name="Google Shape;3503;p47"/>
              <p:cNvSpPr/>
              <p:nvPr/>
            </p:nvSpPr>
            <p:spPr>
              <a:xfrm>
                <a:off x="7631241" y="531304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4" name="Google Shape;3504;p47"/>
              <p:cNvSpPr/>
              <p:nvPr/>
            </p:nvSpPr>
            <p:spPr>
              <a:xfrm>
                <a:off x="7632192" y="53705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47"/>
              <p:cNvSpPr/>
              <p:nvPr/>
            </p:nvSpPr>
            <p:spPr>
              <a:xfrm>
                <a:off x="7630861" y="5295995"/>
                <a:ext cx="295637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880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583" y="36576"/>
                      <a:pt x="100645" y="38671"/>
                    </a:cubicBezTo>
                    <a:cubicBezTo>
                      <a:pt x="93897" y="40729"/>
                      <a:pt x="87292" y="43243"/>
                      <a:pt x="80877" y="46196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88"/>
                      <a:pt x="199494" y="56779"/>
                      <a:pt x="210604" y="56007"/>
                    </a:cubicBezTo>
                    <a:cubicBezTo>
                      <a:pt x="220726" y="55369"/>
                      <a:pt x="230875" y="56036"/>
                      <a:pt x="240826" y="58007"/>
                    </a:cubicBezTo>
                    <a:cubicBezTo>
                      <a:pt x="251033" y="60217"/>
                      <a:pt x="260812" y="64037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278"/>
                      <a:pt x="296556" y="101432"/>
                      <a:pt x="294902" y="108204"/>
                    </a:cubicBezTo>
                    <a:cubicBezTo>
                      <a:pt x="292793" y="115700"/>
                      <a:pt x="288687" y="122482"/>
                      <a:pt x="283023" y="127825"/>
                    </a:cubicBezTo>
                    <a:cubicBezTo>
                      <a:pt x="276076" y="134883"/>
                      <a:pt x="268282" y="141056"/>
                      <a:pt x="259833" y="146209"/>
                    </a:cubicBezTo>
                    <a:lnTo>
                      <a:pt x="292146" y="165259"/>
                    </a:lnTo>
                    <a:lnTo>
                      <a:pt x="274469" y="175546"/>
                    </a:lnTo>
                    <a:lnTo>
                      <a:pt x="241871" y="156496"/>
                    </a:lnTo>
                    <a:cubicBezTo>
                      <a:pt x="226371" y="164239"/>
                      <a:pt x="210138" y="170402"/>
                      <a:pt x="193402" y="174879"/>
                    </a:cubicBezTo>
                    <a:cubicBezTo>
                      <a:pt x="175915" y="179718"/>
                      <a:pt x="158048" y="183061"/>
                      <a:pt x="139991" y="184880"/>
                    </a:cubicBezTo>
                    <a:lnTo>
                      <a:pt x="122979" y="154305"/>
                    </a:lnTo>
                    <a:cubicBezTo>
                      <a:pt x="126115" y="154305"/>
                      <a:pt x="130772" y="154305"/>
                      <a:pt x="137140" y="153257"/>
                    </a:cubicBezTo>
                    <a:cubicBezTo>
                      <a:pt x="143507" y="152209"/>
                      <a:pt x="150635" y="151257"/>
                      <a:pt x="158428" y="149542"/>
                    </a:cubicBezTo>
                    <a:cubicBezTo>
                      <a:pt x="166221" y="147828"/>
                      <a:pt x="174585" y="145732"/>
                      <a:pt x="183328" y="143161"/>
                    </a:cubicBezTo>
                    <a:cubicBezTo>
                      <a:pt x="191824" y="140618"/>
                      <a:pt x="200121" y="137436"/>
                      <a:pt x="208133" y="133636"/>
                    </a:cubicBezTo>
                    <a:lnTo>
                      <a:pt x="157193" y="104680"/>
                    </a:lnTo>
                    <a:lnTo>
                      <a:pt x="150635" y="106966"/>
                    </a:lnTo>
                    <a:lnTo>
                      <a:pt x="143697" y="109156"/>
                    </a:lnTo>
                    <a:cubicBezTo>
                      <a:pt x="130962" y="113347"/>
                      <a:pt x="119368" y="116586"/>
                      <a:pt x="108723" y="118681"/>
                    </a:cubicBezTo>
                    <a:cubicBezTo>
                      <a:pt x="98953" y="120958"/>
                      <a:pt x="88994" y="122291"/>
                      <a:pt x="78976" y="122682"/>
                    </a:cubicBezTo>
                    <a:cubicBezTo>
                      <a:pt x="70128" y="122996"/>
                      <a:pt x="61280" y="122168"/>
                      <a:pt x="52651" y="120205"/>
                    </a:cubicBezTo>
                    <a:cubicBezTo>
                      <a:pt x="44098" y="118224"/>
                      <a:pt x="35867" y="115014"/>
                      <a:pt x="28226" y="110680"/>
                    </a:cubicBezTo>
                    <a:cubicBezTo>
                      <a:pt x="19910" y="106299"/>
                      <a:pt x="12697" y="100079"/>
                      <a:pt x="7128" y="92488"/>
                    </a:cubicBezTo>
                    <a:cubicBezTo>
                      <a:pt x="3032" y="86801"/>
                      <a:pt x="1017" y="79867"/>
                      <a:pt x="1426" y="72866"/>
                    </a:cubicBezTo>
                    <a:cubicBezTo>
                      <a:pt x="2148" y="65570"/>
                      <a:pt x="5065" y="58655"/>
                      <a:pt x="9789" y="53054"/>
                    </a:cubicBezTo>
                    <a:cubicBezTo>
                      <a:pt x="15567" y="45644"/>
                      <a:pt x="22505" y="39214"/>
                      <a:pt x="30317" y="34004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092" y="92716"/>
                      <a:pt x="214710" y="91240"/>
                      <a:pt x="206517" y="92488"/>
                    </a:cubicBezTo>
                    <a:cubicBezTo>
                      <a:pt x="195265" y="93954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6" name="Google Shape;3506;p47"/>
            <p:cNvGrpSpPr/>
            <p:nvPr/>
          </p:nvGrpSpPr>
          <p:grpSpPr>
            <a:xfrm>
              <a:off x="5533746" y="4253261"/>
              <a:ext cx="883852" cy="621029"/>
              <a:chOff x="7343371" y="4995386"/>
              <a:chExt cx="883852" cy="621029"/>
            </a:xfrm>
          </p:grpSpPr>
          <p:sp>
            <p:nvSpPr>
              <p:cNvPr id="3507" name="Google Shape;3507;p47"/>
              <p:cNvSpPr/>
              <p:nvPr/>
            </p:nvSpPr>
            <p:spPr>
              <a:xfrm>
                <a:off x="7343371" y="51049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47"/>
              <p:cNvSpPr/>
              <p:nvPr/>
            </p:nvSpPr>
            <p:spPr>
              <a:xfrm>
                <a:off x="7343561" y="524808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47"/>
              <p:cNvSpPr/>
              <p:nvPr/>
            </p:nvSpPr>
            <p:spPr>
              <a:xfrm>
                <a:off x="8160792" y="5251132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0" name="Google Shape;3510;p47"/>
              <p:cNvSpPr/>
              <p:nvPr/>
            </p:nvSpPr>
            <p:spPr>
              <a:xfrm>
                <a:off x="7343371" y="49953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1" name="Google Shape;3511;p47"/>
              <p:cNvSpPr/>
              <p:nvPr/>
            </p:nvSpPr>
            <p:spPr>
              <a:xfrm>
                <a:off x="7469087" y="5064990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2" name="Google Shape;3512;p47"/>
              <p:cNvSpPr/>
              <p:nvPr/>
            </p:nvSpPr>
            <p:spPr>
              <a:xfrm>
                <a:off x="7469677" y="508689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7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7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3" name="Google Shape;3513;p47"/>
              <p:cNvSpPr/>
              <p:nvPr/>
            </p:nvSpPr>
            <p:spPr>
              <a:xfrm>
                <a:off x="7630861" y="5169693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1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781"/>
                    </a:lnTo>
                    <a:cubicBezTo>
                      <a:pt x="127332" y="154657"/>
                      <a:pt x="132065" y="154276"/>
                      <a:pt x="136760" y="153638"/>
                    </a:cubicBezTo>
                    <a:cubicBezTo>
                      <a:pt x="143127" y="152876"/>
                      <a:pt x="150255" y="151638"/>
                      <a:pt x="158048" y="150019"/>
                    </a:cubicBezTo>
                    <a:cubicBezTo>
                      <a:pt x="165841" y="148399"/>
                      <a:pt x="174204" y="146113"/>
                      <a:pt x="182948" y="143637"/>
                    </a:cubicBezTo>
                    <a:cubicBezTo>
                      <a:pt x="191425" y="141056"/>
                      <a:pt x="199722" y="137865"/>
                      <a:pt x="207753" y="134112"/>
                    </a:cubicBezTo>
                    <a:lnTo>
                      <a:pt x="157193" y="104965"/>
                    </a:lnTo>
                    <a:lnTo>
                      <a:pt x="150635" y="107252"/>
                    </a:lnTo>
                    <a:lnTo>
                      <a:pt x="143697" y="109347"/>
                    </a:lnTo>
                    <a:cubicBezTo>
                      <a:pt x="130962" y="113538"/>
                      <a:pt x="119368" y="116777"/>
                      <a:pt x="108723" y="118872"/>
                    </a:cubicBezTo>
                    <a:cubicBezTo>
                      <a:pt x="98953" y="121148"/>
                      <a:pt x="88994" y="122482"/>
                      <a:pt x="78976" y="122872"/>
                    </a:cubicBezTo>
                    <a:cubicBezTo>
                      <a:pt x="70128" y="123234"/>
                      <a:pt x="61280" y="122396"/>
                      <a:pt x="52651" y="120396"/>
                    </a:cubicBezTo>
                    <a:cubicBezTo>
                      <a:pt x="44079" y="118463"/>
                      <a:pt x="35848" y="115243"/>
                      <a:pt x="28226" y="110871"/>
                    </a:cubicBezTo>
                    <a:cubicBezTo>
                      <a:pt x="19891" y="106518"/>
                      <a:pt x="12669" y="100289"/>
                      <a:pt x="7128" y="92678"/>
                    </a:cubicBezTo>
                    <a:cubicBezTo>
                      <a:pt x="3022" y="86992"/>
                      <a:pt x="1007" y="80058"/>
                      <a:pt x="1426" y="73057"/>
                    </a:cubicBezTo>
                    <a:cubicBezTo>
                      <a:pt x="2148" y="65761"/>
                      <a:pt x="5065" y="58846"/>
                      <a:pt x="9789" y="53245"/>
                    </a:cubicBezTo>
                    <a:cubicBezTo>
                      <a:pt x="15596" y="45863"/>
                      <a:pt x="22524" y="39434"/>
                      <a:pt x="30317" y="3419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01" y="92773"/>
                      <a:pt x="214719" y="91269"/>
                      <a:pt x="206517" y="92488"/>
                    </a:cubicBezTo>
                    <a:cubicBezTo>
                      <a:pt x="195265" y="93955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47"/>
              <p:cNvSpPr/>
              <p:nvPr/>
            </p:nvSpPr>
            <p:spPr>
              <a:xfrm>
                <a:off x="7753460" y="530723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47"/>
              <p:cNvSpPr/>
              <p:nvPr/>
            </p:nvSpPr>
            <p:spPr>
              <a:xfrm>
                <a:off x="7880525" y="5317712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47"/>
              <p:cNvSpPr/>
              <p:nvPr/>
            </p:nvSpPr>
            <p:spPr>
              <a:xfrm>
                <a:off x="7894686" y="525456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47"/>
              <p:cNvSpPr/>
              <p:nvPr/>
            </p:nvSpPr>
            <p:spPr>
              <a:xfrm>
                <a:off x="7795847" y="526094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8" name="Google Shape;3518;p47"/>
              <p:cNvSpPr/>
              <p:nvPr/>
            </p:nvSpPr>
            <p:spPr>
              <a:xfrm>
                <a:off x="7699193" y="5205793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813"/>
                    </a:cubicBezTo>
                    <a:cubicBezTo>
                      <a:pt x="47585" y="18783"/>
                      <a:pt x="42425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9" name="Google Shape;3519;p47"/>
              <p:cNvSpPr/>
              <p:nvPr/>
            </p:nvSpPr>
            <p:spPr>
              <a:xfrm>
                <a:off x="7753460" y="517464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0" name="Google Shape;3520;p47"/>
              <p:cNvSpPr/>
              <p:nvPr/>
            </p:nvSpPr>
            <p:spPr>
              <a:xfrm>
                <a:off x="7631241" y="516959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1" name="Google Shape;3521;p47"/>
              <p:cNvSpPr/>
              <p:nvPr/>
            </p:nvSpPr>
            <p:spPr>
              <a:xfrm>
                <a:off x="7632192" y="522712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2" name="Google Shape;3522;p47"/>
              <p:cNvSpPr/>
              <p:nvPr/>
            </p:nvSpPr>
            <p:spPr>
              <a:xfrm>
                <a:off x="7630861" y="5152548"/>
                <a:ext cx="295637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403" extrusionOk="0">
                    <a:moveTo>
                      <a:pt x="149875" y="29051"/>
                    </a:moveTo>
                    <a:cubicBezTo>
                      <a:pt x="145988" y="29042"/>
                      <a:pt x="142110" y="29356"/>
                      <a:pt x="138280" y="30004"/>
                    </a:cubicBezTo>
                    <a:cubicBezTo>
                      <a:pt x="133053" y="30671"/>
                      <a:pt x="127256" y="31718"/>
                      <a:pt x="120793" y="33147"/>
                    </a:cubicBezTo>
                    <a:cubicBezTo>
                      <a:pt x="114331" y="34576"/>
                      <a:pt x="107583" y="36195"/>
                      <a:pt x="100645" y="38290"/>
                    </a:cubicBezTo>
                    <a:cubicBezTo>
                      <a:pt x="93878" y="40310"/>
                      <a:pt x="87273" y="42824"/>
                      <a:pt x="80877" y="45815"/>
                    </a:cubicBezTo>
                    <a:lnTo>
                      <a:pt x="131628" y="75247"/>
                    </a:lnTo>
                    <a:lnTo>
                      <a:pt x="141131" y="72009"/>
                    </a:lnTo>
                    <a:cubicBezTo>
                      <a:pt x="154056" y="67723"/>
                      <a:pt x="166221" y="64103"/>
                      <a:pt x="177721" y="61055"/>
                    </a:cubicBezTo>
                    <a:cubicBezTo>
                      <a:pt x="188489" y="58207"/>
                      <a:pt x="199494" y="56397"/>
                      <a:pt x="210604" y="55626"/>
                    </a:cubicBezTo>
                    <a:cubicBezTo>
                      <a:pt x="220726" y="54988"/>
                      <a:pt x="230875" y="55654"/>
                      <a:pt x="240826" y="57626"/>
                    </a:cubicBezTo>
                    <a:cubicBezTo>
                      <a:pt x="251033" y="59836"/>
                      <a:pt x="260812" y="63655"/>
                      <a:pt x="269813" y="68961"/>
                    </a:cubicBezTo>
                    <a:cubicBezTo>
                      <a:pt x="278584" y="73362"/>
                      <a:pt x="286112" y="79915"/>
                      <a:pt x="291671" y="88011"/>
                    </a:cubicBezTo>
                    <a:cubicBezTo>
                      <a:pt x="295397" y="93897"/>
                      <a:pt x="296556" y="101051"/>
                      <a:pt x="294902" y="107823"/>
                    </a:cubicBezTo>
                    <a:cubicBezTo>
                      <a:pt x="292793" y="115319"/>
                      <a:pt x="288687" y="122101"/>
                      <a:pt x="283023" y="127444"/>
                    </a:cubicBezTo>
                    <a:cubicBezTo>
                      <a:pt x="276076" y="134503"/>
                      <a:pt x="268282" y="140675"/>
                      <a:pt x="259833" y="145828"/>
                    </a:cubicBezTo>
                    <a:lnTo>
                      <a:pt x="292146" y="164878"/>
                    </a:lnTo>
                    <a:lnTo>
                      <a:pt x="274469" y="175069"/>
                    </a:lnTo>
                    <a:lnTo>
                      <a:pt x="241871" y="156019"/>
                    </a:lnTo>
                    <a:cubicBezTo>
                      <a:pt x="226371" y="163763"/>
                      <a:pt x="210138" y="169916"/>
                      <a:pt x="193402" y="174403"/>
                    </a:cubicBezTo>
                    <a:cubicBezTo>
                      <a:pt x="175915" y="179241"/>
                      <a:pt x="158048" y="182585"/>
                      <a:pt x="139991" y="184404"/>
                    </a:cubicBezTo>
                    <a:lnTo>
                      <a:pt x="122979" y="153829"/>
                    </a:lnTo>
                    <a:cubicBezTo>
                      <a:pt x="126115" y="153829"/>
                      <a:pt x="130772" y="153829"/>
                      <a:pt x="137140" y="152781"/>
                    </a:cubicBezTo>
                    <a:cubicBezTo>
                      <a:pt x="143507" y="151733"/>
                      <a:pt x="150635" y="150781"/>
                      <a:pt x="158428" y="149066"/>
                    </a:cubicBezTo>
                    <a:cubicBezTo>
                      <a:pt x="166221" y="147352"/>
                      <a:pt x="174585" y="145256"/>
                      <a:pt x="183328" y="142684"/>
                    </a:cubicBezTo>
                    <a:cubicBezTo>
                      <a:pt x="191824" y="140141"/>
                      <a:pt x="200121" y="136960"/>
                      <a:pt x="208133" y="133159"/>
                    </a:cubicBezTo>
                    <a:lnTo>
                      <a:pt x="157573" y="103917"/>
                    </a:lnTo>
                    <a:lnTo>
                      <a:pt x="151015" y="106204"/>
                    </a:lnTo>
                    <a:lnTo>
                      <a:pt x="144077" y="108394"/>
                    </a:lnTo>
                    <a:cubicBezTo>
                      <a:pt x="131342" y="112585"/>
                      <a:pt x="119748" y="115824"/>
                      <a:pt x="109104" y="117919"/>
                    </a:cubicBezTo>
                    <a:cubicBezTo>
                      <a:pt x="99334" y="120196"/>
                      <a:pt x="89374" y="121530"/>
                      <a:pt x="79357" y="121920"/>
                    </a:cubicBezTo>
                    <a:cubicBezTo>
                      <a:pt x="70509" y="122234"/>
                      <a:pt x="61661" y="121396"/>
                      <a:pt x="53031" y="119443"/>
                    </a:cubicBezTo>
                    <a:cubicBezTo>
                      <a:pt x="44478" y="117462"/>
                      <a:pt x="36247" y="114252"/>
                      <a:pt x="28606" y="109918"/>
                    </a:cubicBezTo>
                    <a:cubicBezTo>
                      <a:pt x="20291" y="105537"/>
                      <a:pt x="13077" y="99317"/>
                      <a:pt x="7508" y="91726"/>
                    </a:cubicBezTo>
                    <a:cubicBezTo>
                      <a:pt x="3412" y="86039"/>
                      <a:pt x="1397" y="79105"/>
                      <a:pt x="1806" y="72104"/>
                    </a:cubicBezTo>
                    <a:cubicBezTo>
                      <a:pt x="2528" y="64808"/>
                      <a:pt x="5446" y="57893"/>
                      <a:pt x="10169" y="52292"/>
                    </a:cubicBezTo>
                    <a:cubicBezTo>
                      <a:pt x="15947" y="44882"/>
                      <a:pt x="22885" y="38452"/>
                      <a:pt x="30697" y="33242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391"/>
                    </a:moveTo>
                    <a:cubicBezTo>
                      <a:pt x="70157" y="86258"/>
                      <a:pt x="77864" y="87925"/>
                      <a:pt x="85534" y="87154"/>
                    </a:cubicBezTo>
                    <a:cubicBezTo>
                      <a:pt x="95817" y="85992"/>
                      <a:pt x="105948" y="83725"/>
                      <a:pt x="115756" y="80391"/>
                    </a:cubicBezTo>
                    <a:lnTo>
                      <a:pt x="68237" y="52864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298"/>
                    </a:moveTo>
                    <a:cubicBezTo>
                      <a:pt x="223092" y="92335"/>
                      <a:pt x="214710" y="90859"/>
                      <a:pt x="206517" y="92107"/>
                    </a:cubicBezTo>
                    <a:cubicBezTo>
                      <a:pt x="195274" y="93535"/>
                      <a:pt x="184174" y="95964"/>
                      <a:pt x="173349" y="99346"/>
                    </a:cubicBezTo>
                    <a:lnTo>
                      <a:pt x="220868" y="126778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3" name="Google Shape;3523;p47"/>
            <p:cNvGrpSpPr/>
            <p:nvPr/>
          </p:nvGrpSpPr>
          <p:grpSpPr>
            <a:xfrm>
              <a:off x="4965040" y="3574128"/>
              <a:ext cx="883852" cy="621125"/>
              <a:chOff x="6774665" y="4316253"/>
              <a:chExt cx="883852" cy="621125"/>
            </a:xfrm>
          </p:grpSpPr>
          <p:sp>
            <p:nvSpPr>
              <p:cNvPr id="3524" name="Google Shape;3524;p47"/>
              <p:cNvSpPr/>
              <p:nvPr/>
            </p:nvSpPr>
            <p:spPr>
              <a:xfrm>
                <a:off x="6774665" y="44258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47"/>
              <p:cNvSpPr/>
              <p:nvPr/>
            </p:nvSpPr>
            <p:spPr>
              <a:xfrm>
                <a:off x="6774855" y="456895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47"/>
              <p:cNvSpPr/>
              <p:nvPr/>
            </p:nvSpPr>
            <p:spPr>
              <a:xfrm>
                <a:off x="7592086" y="4572000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47"/>
              <p:cNvSpPr/>
              <p:nvPr/>
            </p:nvSpPr>
            <p:spPr>
              <a:xfrm>
                <a:off x="6774665" y="431625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47"/>
              <p:cNvSpPr/>
              <p:nvPr/>
            </p:nvSpPr>
            <p:spPr>
              <a:xfrm>
                <a:off x="6900380" y="4385881"/>
                <a:ext cx="632615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093" extrusionOk="0">
                    <a:moveTo>
                      <a:pt x="632021" y="194024"/>
                    </a:moveTo>
                    <a:cubicBezTo>
                      <a:pt x="627555" y="237077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1" y="237077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931" y="92107"/>
                      <a:pt x="637344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47"/>
              <p:cNvSpPr/>
              <p:nvPr/>
            </p:nvSpPr>
            <p:spPr>
              <a:xfrm>
                <a:off x="6900970" y="440778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47"/>
              <p:cNvSpPr/>
              <p:nvPr/>
            </p:nvSpPr>
            <p:spPr>
              <a:xfrm>
                <a:off x="7062535" y="4489799"/>
                <a:ext cx="295132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32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874" y="95193"/>
                      <a:pt x="296033" y="102356"/>
                      <a:pt x="294427" y="109156"/>
                    </a:cubicBezTo>
                    <a:cubicBezTo>
                      <a:pt x="292251" y="116624"/>
                      <a:pt x="288155" y="123397"/>
                      <a:pt x="282547" y="128778"/>
                    </a:cubicBezTo>
                    <a:cubicBezTo>
                      <a:pt x="275553" y="135789"/>
                      <a:pt x="267769" y="141961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5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693" y="93612"/>
                      <a:pt x="214339" y="92107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47"/>
              <p:cNvSpPr/>
              <p:nvPr/>
            </p:nvSpPr>
            <p:spPr>
              <a:xfrm>
                <a:off x="7184658" y="4627816"/>
                <a:ext cx="19482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431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47"/>
              <p:cNvSpPr/>
              <p:nvPr/>
            </p:nvSpPr>
            <p:spPr>
              <a:xfrm>
                <a:off x="7311819" y="4638675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47"/>
              <p:cNvSpPr/>
              <p:nvPr/>
            </p:nvSpPr>
            <p:spPr>
              <a:xfrm>
                <a:off x="7325980" y="457542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47"/>
              <p:cNvSpPr/>
              <p:nvPr/>
            </p:nvSpPr>
            <p:spPr>
              <a:xfrm>
                <a:off x="7227140" y="4581810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47"/>
              <p:cNvSpPr/>
              <p:nvPr/>
            </p:nvSpPr>
            <p:spPr>
              <a:xfrm>
                <a:off x="7130487" y="4526660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47"/>
              <p:cNvSpPr/>
              <p:nvPr/>
            </p:nvSpPr>
            <p:spPr>
              <a:xfrm>
                <a:off x="7184753" y="449551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47"/>
              <p:cNvSpPr/>
              <p:nvPr/>
            </p:nvSpPr>
            <p:spPr>
              <a:xfrm>
                <a:off x="7062535" y="4490466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47"/>
              <p:cNvSpPr/>
              <p:nvPr/>
            </p:nvSpPr>
            <p:spPr>
              <a:xfrm>
                <a:off x="7063485" y="4547997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47"/>
              <p:cNvSpPr/>
              <p:nvPr/>
            </p:nvSpPr>
            <p:spPr>
              <a:xfrm>
                <a:off x="7062535" y="4472654"/>
                <a:ext cx="295233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6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338"/>
                      <a:pt x="100265" y="39433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0"/>
                    </a:lnTo>
                    <a:lnTo>
                      <a:pt x="140751" y="73247"/>
                    </a:lnTo>
                    <a:cubicBezTo>
                      <a:pt x="153676" y="68866"/>
                      <a:pt x="165841" y="65246"/>
                      <a:pt x="177340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45" y="56159"/>
                      <a:pt x="230505" y="56864"/>
                      <a:pt x="240446" y="58864"/>
                    </a:cubicBezTo>
                    <a:cubicBezTo>
                      <a:pt x="250643" y="61036"/>
                      <a:pt x="260432" y="64827"/>
                      <a:pt x="269432" y="70104"/>
                    </a:cubicBezTo>
                    <a:cubicBezTo>
                      <a:pt x="278204" y="74504"/>
                      <a:pt x="285731" y="81058"/>
                      <a:pt x="291291" y="89154"/>
                    </a:cubicBezTo>
                    <a:cubicBezTo>
                      <a:pt x="294978" y="95088"/>
                      <a:pt x="296138" y="102260"/>
                      <a:pt x="294522" y="109061"/>
                    </a:cubicBezTo>
                    <a:cubicBezTo>
                      <a:pt x="292327" y="116519"/>
                      <a:pt x="288231" y="123282"/>
                      <a:pt x="282643" y="128683"/>
                    </a:cubicBezTo>
                    <a:cubicBezTo>
                      <a:pt x="275667" y="135684"/>
                      <a:pt x="267883" y="141827"/>
                      <a:pt x="259453" y="146971"/>
                    </a:cubicBezTo>
                    <a:lnTo>
                      <a:pt x="29176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0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2747" y="153067"/>
                      <a:pt x="149875" y="151924"/>
                      <a:pt x="157668" y="150209"/>
                    </a:cubicBezTo>
                    <a:cubicBezTo>
                      <a:pt x="165461" y="148495"/>
                      <a:pt x="173824" y="146304"/>
                      <a:pt x="182568" y="143828"/>
                    </a:cubicBezTo>
                    <a:cubicBezTo>
                      <a:pt x="191064" y="141284"/>
                      <a:pt x="199361" y="138103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37" y="87125"/>
                      <a:pt x="105568" y="84858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534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84" y="94707"/>
                      <a:pt x="183784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224"/>
                      <a:pt x="243677" y="105089"/>
                      <a:pt x="229991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0" name="Google Shape;3540;p47"/>
            <p:cNvGrpSpPr/>
            <p:nvPr/>
          </p:nvGrpSpPr>
          <p:grpSpPr>
            <a:xfrm>
              <a:off x="4965040" y="3430682"/>
              <a:ext cx="883852" cy="621125"/>
              <a:chOff x="6774665" y="4172807"/>
              <a:chExt cx="883852" cy="621125"/>
            </a:xfrm>
          </p:grpSpPr>
          <p:sp>
            <p:nvSpPr>
              <p:cNvPr id="3541" name="Google Shape;3541;p47"/>
              <p:cNvSpPr/>
              <p:nvPr/>
            </p:nvSpPr>
            <p:spPr>
              <a:xfrm>
                <a:off x="6774665" y="428244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47"/>
              <p:cNvSpPr/>
              <p:nvPr/>
            </p:nvSpPr>
            <p:spPr>
              <a:xfrm>
                <a:off x="6774855" y="442550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47"/>
              <p:cNvSpPr/>
              <p:nvPr/>
            </p:nvSpPr>
            <p:spPr>
              <a:xfrm>
                <a:off x="7592086" y="442855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47"/>
              <p:cNvSpPr/>
              <p:nvPr/>
            </p:nvSpPr>
            <p:spPr>
              <a:xfrm>
                <a:off x="6774665" y="417280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5" name="Google Shape;3545;p47"/>
              <p:cNvSpPr/>
              <p:nvPr/>
            </p:nvSpPr>
            <p:spPr>
              <a:xfrm>
                <a:off x="6900380" y="4242411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583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931" y="92131"/>
                      <a:pt x="637344" y="143661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47"/>
              <p:cNvSpPr/>
              <p:nvPr/>
            </p:nvSpPr>
            <p:spPr>
              <a:xfrm>
                <a:off x="6900970" y="426434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47"/>
              <p:cNvSpPr/>
              <p:nvPr/>
            </p:nvSpPr>
            <p:spPr>
              <a:xfrm>
                <a:off x="7062535" y="4346352"/>
                <a:ext cx="295228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28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246"/>
                      <a:pt x="177340" y="62294"/>
                    </a:cubicBezTo>
                    <a:cubicBezTo>
                      <a:pt x="188089" y="59360"/>
                      <a:pt x="199104" y="57541"/>
                      <a:pt x="210224" y="56864"/>
                    </a:cubicBezTo>
                    <a:cubicBezTo>
                      <a:pt x="220345" y="56179"/>
                      <a:pt x="230505" y="56845"/>
                      <a:pt x="240446" y="58864"/>
                    </a:cubicBezTo>
                    <a:cubicBezTo>
                      <a:pt x="250662" y="61017"/>
                      <a:pt x="260461" y="64846"/>
                      <a:pt x="269432" y="70199"/>
                    </a:cubicBezTo>
                    <a:cubicBezTo>
                      <a:pt x="278214" y="74590"/>
                      <a:pt x="285731" y="81144"/>
                      <a:pt x="291291" y="89249"/>
                    </a:cubicBezTo>
                    <a:cubicBezTo>
                      <a:pt x="294969" y="95193"/>
                      <a:pt x="296128" y="102356"/>
                      <a:pt x="294522" y="109156"/>
                    </a:cubicBezTo>
                    <a:cubicBezTo>
                      <a:pt x="292346" y="116624"/>
                      <a:pt x="288250" y="123397"/>
                      <a:pt x="282643" y="128778"/>
                    </a:cubicBezTo>
                    <a:cubicBezTo>
                      <a:pt x="275648" y="135789"/>
                      <a:pt x="267864" y="141961"/>
                      <a:pt x="259453" y="147161"/>
                    </a:cubicBezTo>
                    <a:lnTo>
                      <a:pt x="291766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09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3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8" name="Google Shape;3548;p47"/>
              <p:cNvSpPr/>
              <p:nvPr/>
            </p:nvSpPr>
            <p:spPr>
              <a:xfrm>
                <a:off x="7184658" y="4484274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240"/>
                    </a:moveTo>
                    <a:cubicBezTo>
                      <a:pt x="570" y="16002"/>
                      <a:pt x="0" y="0"/>
                      <a:pt x="0" y="0"/>
                    </a:cubicBezTo>
                    <a:lnTo>
                      <a:pt x="19483" y="12573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9" name="Google Shape;3549;p47"/>
              <p:cNvSpPr/>
              <p:nvPr/>
            </p:nvSpPr>
            <p:spPr>
              <a:xfrm>
                <a:off x="7311819" y="449522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0" name="Google Shape;3550;p47"/>
              <p:cNvSpPr/>
              <p:nvPr/>
            </p:nvSpPr>
            <p:spPr>
              <a:xfrm>
                <a:off x="7325980" y="443198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1" name="Google Shape;3551;p47"/>
              <p:cNvSpPr/>
              <p:nvPr/>
            </p:nvSpPr>
            <p:spPr>
              <a:xfrm>
                <a:off x="7227140" y="4438078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47"/>
              <p:cNvSpPr/>
              <p:nvPr/>
            </p:nvSpPr>
            <p:spPr>
              <a:xfrm>
                <a:off x="7130487" y="4383214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3" name="Google Shape;3553;p47"/>
              <p:cNvSpPr/>
              <p:nvPr/>
            </p:nvSpPr>
            <p:spPr>
              <a:xfrm>
                <a:off x="7184753" y="435206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4" name="Google Shape;3554;p47"/>
              <p:cNvSpPr/>
              <p:nvPr/>
            </p:nvSpPr>
            <p:spPr>
              <a:xfrm>
                <a:off x="7062535" y="434701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5" name="Google Shape;3555;p47"/>
              <p:cNvSpPr/>
              <p:nvPr/>
            </p:nvSpPr>
            <p:spPr>
              <a:xfrm>
                <a:off x="7063485" y="4404550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6" name="Google Shape;3556;p47"/>
              <p:cNvSpPr/>
              <p:nvPr/>
            </p:nvSpPr>
            <p:spPr>
              <a:xfrm>
                <a:off x="7062535" y="4329112"/>
                <a:ext cx="29523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7" extrusionOk="0">
                    <a:moveTo>
                      <a:pt x="149494" y="30289"/>
                    </a:moveTo>
                    <a:cubicBezTo>
                      <a:pt x="145607" y="30280"/>
                      <a:pt x="141730" y="30594"/>
                      <a:pt x="137900" y="31242"/>
                    </a:cubicBezTo>
                    <a:cubicBezTo>
                      <a:pt x="132673" y="32004"/>
                      <a:pt x="126875" y="33052"/>
                      <a:pt x="120413" y="34385"/>
                    </a:cubicBezTo>
                    <a:cubicBezTo>
                      <a:pt x="113950" y="35719"/>
                      <a:pt x="107203" y="37433"/>
                      <a:pt x="100265" y="39529"/>
                    </a:cubicBezTo>
                    <a:cubicBezTo>
                      <a:pt x="93498" y="41577"/>
                      <a:pt x="86893" y="44129"/>
                      <a:pt x="80497" y="47149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341"/>
                      <a:pt x="177340" y="62294"/>
                    </a:cubicBezTo>
                    <a:cubicBezTo>
                      <a:pt x="188108" y="59455"/>
                      <a:pt x="199114" y="57636"/>
                      <a:pt x="210224" y="56864"/>
                    </a:cubicBezTo>
                    <a:cubicBezTo>
                      <a:pt x="220345" y="56255"/>
                      <a:pt x="230505" y="56960"/>
                      <a:pt x="240446" y="58960"/>
                    </a:cubicBezTo>
                    <a:cubicBezTo>
                      <a:pt x="250643" y="61131"/>
                      <a:pt x="260432" y="64922"/>
                      <a:pt x="269432" y="70199"/>
                    </a:cubicBezTo>
                    <a:cubicBezTo>
                      <a:pt x="278204" y="74600"/>
                      <a:pt x="285731" y="81153"/>
                      <a:pt x="291291" y="89249"/>
                    </a:cubicBezTo>
                    <a:cubicBezTo>
                      <a:pt x="294978" y="95183"/>
                      <a:pt x="296138" y="102356"/>
                      <a:pt x="294522" y="109156"/>
                    </a:cubicBezTo>
                    <a:cubicBezTo>
                      <a:pt x="292327" y="116615"/>
                      <a:pt x="288231" y="123377"/>
                      <a:pt x="282643" y="128778"/>
                    </a:cubicBezTo>
                    <a:cubicBezTo>
                      <a:pt x="275667" y="135779"/>
                      <a:pt x="267883" y="141922"/>
                      <a:pt x="259453" y="147066"/>
                    </a:cubicBezTo>
                    <a:lnTo>
                      <a:pt x="291766" y="166116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877"/>
                    </a:lnTo>
                    <a:cubicBezTo>
                      <a:pt x="126894" y="154848"/>
                      <a:pt x="131656" y="154496"/>
                      <a:pt x="136379" y="153829"/>
                    </a:cubicBezTo>
                    <a:cubicBezTo>
                      <a:pt x="142747" y="153067"/>
                      <a:pt x="149875" y="151829"/>
                      <a:pt x="157668" y="150209"/>
                    </a:cubicBezTo>
                    <a:cubicBezTo>
                      <a:pt x="165461" y="148590"/>
                      <a:pt x="173824" y="146304"/>
                      <a:pt x="182568" y="143828"/>
                    </a:cubicBezTo>
                    <a:cubicBezTo>
                      <a:pt x="191045" y="141246"/>
                      <a:pt x="199342" y="138055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6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77" y="87497"/>
                      <a:pt x="77484" y="89163"/>
                      <a:pt x="85154" y="88392"/>
                    </a:cubicBezTo>
                    <a:cubicBezTo>
                      <a:pt x="95437" y="87221"/>
                      <a:pt x="105568" y="84954"/>
                      <a:pt x="115376" y="81629"/>
                    </a:cubicBezTo>
                    <a:lnTo>
                      <a:pt x="67857" y="54102"/>
                    </a:lnTo>
                    <a:cubicBezTo>
                      <a:pt x="50370" y="65532"/>
                      <a:pt x="48849" y="75438"/>
                      <a:pt x="63105" y="83629"/>
                    </a:cubicBezTo>
                    <a:close/>
                    <a:moveTo>
                      <a:pt x="229991" y="97631"/>
                    </a:moveTo>
                    <a:cubicBezTo>
                      <a:pt x="222721" y="93631"/>
                      <a:pt x="214339" y="92126"/>
                      <a:pt x="206137" y="93345"/>
                    </a:cubicBezTo>
                    <a:cubicBezTo>
                      <a:pt x="194884" y="94802"/>
                      <a:pt x="183784" y="97260"/>
                      <a:pt x="172969" y="100679"/>
                    </a:cubicBezTo>
                    <a:lnTo>
                      <a:pt x="220488" y="128016"/>
                    </a:lnTo>
                    <a:cubicBezTo>
                      <a:pt x="240512" y="115700"/>
                      <a:pt x="243677" y="105566"/>
                      <a:pt x="229991" y="9763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7" name="Google Shape;3557;p47"/>
            <p:cNvGrpSpPr/>
            <p:nvPr/>
          </p:nvGrpSpPr>
          <p:grpSpPr>
            <a:xfrm>
              <a:off x="4993741" y="3268090"/>
              <a:ext cx="883853" cy="621125"/>
              <a:chOff x="6803366" y="4010215"/>
              <a:chExt cx="883853" cy="621125"/>
            </a:xfrm>
          </p:grpSpPr>
          <p:sp>
            <p:nvSpPr>
              <p:cNvPr id="3558" name="Google Shape;3558;p47"/>
              <p:cNvSpPr/>
              <p:nvPr/>
            </p:nvSpPr>
            <p:spPr>
              <a:xfrm>
                <a:off x="6803366" y="411984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9" name="Google Shape;3559;p47"/>
              <p:cNvSpPr/>
              <p:nvPr/>
            </p:nvSpPr>
            <p:spPr>
              <a:xfrm>
                <a:off x="6803461" y="4262913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0" name="Google Shape;3560;p47"/>
              <p:cNvSpPr/>
              <p:nvPr/>
            </p:nvSpPr>
            <p:spPr>
              <a:xfrm>
                <a:off x="7620692" y="4265961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1" name="Google Shape;3561;p47"/>
              <p:cNvSpPr/>
              <p:nvPr/>
            </p:nvSpPr>
            <p:spPr>
              <a:xfrm>
                <a:off x="6803366" y="401021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2" name="Google Shape;3562;p47"/>
              <p:cNvSpPr/>
              <p:nvPr/>
            </p:nvSpPr>
            <p:spPr>
              <a:xfrm>
                <a:off x="6928987" y="4079843"/>
                <a:ext cx="63268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9" h="366093" extrusionOk="0">
                    <a:moveTo>
                      <a:pt x="632117" y="194024"/>
                    </a:moveTo>
                    <a:cubicBezTo>
                      <a:pt x="627555" y="237173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3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476" y="-17907"/>
                      <a:pt x="540025" y="53721"/>
                    </a:cubicBezTo>
                    <a:cubicBezTo>
                      <a:pt x="606836" y="92107"/>
                      <a:pt x="637344" y="143637"/>
                      <a:pt x="632117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3" name="Google Shape;3563;p47"/>
              <p:cNvSpPr/>
              <p:nvPr/>
            </p:nvSpPr>
            <p:spPr>
              <a:xfrm>
                <a:off x="6929577" y="4101750"/>
                <a:ext cx="631526" cy="344186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6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5069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743" y="86678"/>
                      <a:pt x="626965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4" name="Google Shape;3564;p47"/>
              <p:cNvSpPr/>
              <p:nvPr/>
            </p:nvSpPr>
            <p:spPr>
              <a:xfrm>
                <a:off x="7091046" y="4183856"/>
                <a:ext cx="294970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451" extrusionOk="0">
                    <a:moveTo>
                      <a:pt x="149590" y="30194"/>
                    </a:moveTo>
                    <a:cubicBezTo>
                      <a:pt x="145702" y="30137"/>
                      <a:pt x="141825" y="30423"/>
                      <a:pt x="137995" y="31052"/>
                    </a:cubicBezTo>
                    <a:cubicBezTo>
                      <a:pt x="132768" y="31813"/>
                      <a:pt x="126970" y="32861"/>
                      <a:pt x="120508" y="34195"/>
                    </a:cubicBezTo>
                    <a:cubicBezTo>
                      <a:pt x="114045" y="35528"/>
                      <a:pt x="107393" y="37338"/>
                      <a:pt x="100360" y="39434"/>
                    </a:cubicBezTo>
                    <a:cubicBezTo>
                      <a:pt x="93593" y="41453"/>
                      <a:pt x="86988" y="43967"/>
                      <a:pt x="80592" y="46958"/>
                    </a:cubicBezTo>
                    <a:lnTo>
                      <a:pt x="131342" y="76390"/>
                    </a:lnTo>
                    <a:lnTo>
                      <a:pt x="140846" y="73152"/>
                    </a:lnTo>
                    <a:cubicBezTo>
                      <a:pt x="153771" y="68866"/>
                      <a:pt x="165936" y="65151"/>
                      <a:pt x="177436" y="62198"/>
                    </a:cubicBezTo>
                    <a:cubicBezTo>
                      <a:pt x="188184" y="59274"/>
                      <a:pt x="199199" y="57455"/>
                      <a:pt x="210319" y="56769"/>
                    </a:cubicBezTo>
                    <a:cubicBezTo>
                      <a:pt x="220469" y="56074"/>
                      <a:pt x="230666" y="56750"/>
                      <a:pt x="240636" y="58769"/>
                    </a:cubicBezTo>
                    <a:cubicBezTo>
                      <a:pt x="250672" y="61036"/>
                      <a:pt x="260290" y="64856"/>
                      <a:pt x="269147" y="70104"/>
                    </a:cubicBezTo>
                    <a:cubicBezTo>
                      <a:pt x="277929" y="74495"/>
                      <a:pt x="285446" y="81048"/>
                      <a:pt x="291006" y="89154"/>
                    </a:cubicBezTo>
                    <a:cubicBezTo>
                      <a:pt x="294722" y="95079"/>
                      <a:pt x="295891" y="102260"/>
                      <a:pt x="294237" y="109061"/>
                    </a:cubicBezTo>
                    <a:cubicBezTo>
                      <a:pt x="292099" y="116548"/>
                      <a:pt x="287993" y="123330"/>
                      <a:pt x="282357" y="128683"/>
                    </a:cubicBezTo>
                    <a:cubicBezTo>
                      <a:pt x="275382" y="135712"/>
                      <a:pt x="267598" y="141884"/>
                      <a:pt x="259168" y="147066"/>
                    </a:cubicBezTo>
                    <a:lnTo>
                      <a:pt x="291481" y="16611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73"/>
                      <a:pt x="209359" y="170926"/>
                      <a:pt x="192642" y="175451"/>
                    </a:cubicBezTo>
                    <a:cubicBezTo>
                      <a:pt x="175155" y="180289"/>
                      <a:pt x="157288" y="183632"/>
                      <a:pt x="139230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3631" y="152914"/>
                      <a:pt x="150739" y="151705"/>
                      <a:pt x="157763" y="150114"/>
                    </a:cubicBezTo>
                    <a:cubicBezTo>
                      <a:pt x="165556" y="148399"/>
                      <a:pt x="173824" y="146304"/>
                      <a:pt x="182568" y="143732"/>
                    </a:cubicBezTo>
                    <a:cubicBezTo>
                      <a:pt x="191064" y="141179"/>
                      <a:pt x="199351" y="137998"/>
                      <a:pt x="207372" y="134207"/>
                    </a:cubicBezTo>
                    <a:lnTo>
                      <a:pt x="156812" y="104965"/>
                    </a:lnTo>
                    <a:lnTo>
                      <a:pt x="150255" y="107252"/>
                    </a:lnTo>
                    <a:lnTo>
                      <a:pt x="143317" y="109347"/>
                    </a:lnTo>
                    <a:cubicBezTo>
                      <a:pt x="130582" y="113538"/>
                      <a:pt x="118987" y="116872"/>
                      <a:pt x="108343" y="118872"/>
                    </a:cubicBezTo>
                    <a:cubicBezTo>
                      <a:pt x="98573" y="121148"/>
                      <a:pt x="88613" y="122482"/>
                      <a:pt x="78596" y="122872"/>
                    </a:cubicBezTo>
                    <a:cubicBezTo>
                      <a:pt x="69748" y="123187"/>
                      <a:pt x="60900" y="122358"/>
                      <a:pt x="52271" y="120396"/>
                    </a:cubicBezTo>
                    <a:cubicBezTo>
                      <a:pt x="43727" y="118472"/>
                      <a:pt x="35525" y="115253"/>
                      <a:pt x="27941" y="110871"/>
                    </a:cubicBezTo>
                    <a:cubicBezTo>
                      <a:pt x="19606" y="106518"/>
                      <a:pt x="12364" y="100327"/>
                      <a:pt x="6748" y="92773"/>
                    </a:cubicBezTo>
                    <a:cubicBezTo>
                      <a:pt x="2680" y="87039"/>
                      <a:pt x="665" y="8008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534"/>
                    </a:moveTo>
                    <a:cubicBezTo>
                      <a:pt x="69881" y="87363"/>
                      <a:pt x="77589" y="89021"/>
                      <a:pt x="85249" y="88297"/>
                    </a:cubicBezTo>
                    <a:cubicBezTo>
                      <a:pt x="95579" y="87135"/>
                      <a:pt x="105739" y="84830"/>
                      <a:pt x="115566" y="81439"/>
                    </a:cubicBezTo>
                    <a:lnTo>
                      <a:pt x="68047" y="53912"/>
                    </a:lnTo>
                    <a:cubicBezTo>
                      <a:pt x="50560" y="65341"/>
                      <a:pt x="48944" y="75152"/>
                      <a:pt x="63200" y="83344"/>
                    </a:cubicBezTo>
                    <a:close/>
                    <a:moveTo>
                      <a:pt x="230087" y="97441"/>
                    </a:moveTo>
                    <a:cubicBezTo>
                      <a:pt x="222826" y="93516"/>
                      <a:pt x="214500" y="92021"/>
                      <a:pt x="206327" y="93154"/>
                    </a:cubicBezTo>
                    <a:cubicBezTo>
                      <a:pt x="195056" y="94659"/>
                      <a:pt x="183927" y="97117"/>
                      <a:pt x="173064" y="100489"/>
                    </a:cubicBezTo>
                    <a:lnTo>
                      <a:pt x="220583" y="127826"/>
                    </a:lnTo>
                    <a:cubicBezTo>
                      <a:pt x="240541" y="115538"/>
                      <a:pt x="243772" y="105346"/>
                      <a:pt x="230087" y="9744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47"/>
              <p:cNvSpPr/>
              <p:nvPr/>
            </p:nvSpPr>
            <p:spPr>
              <a:xfrm>
                <a:off x="7213360" y="4321778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47"/>
              <p:cNvSpPr/>
              <p:nvPr/>
            </p:nvSpPr>
            <p:spPr>
              <a:xfrm>
                <a:off x="7340425" y="4332636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235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7" name="Google Shape;3567;p47"/>
              <p:cNvSpPr/>
              <p:nvPr/>
            </p:nvSpPr>
            <p:spPr>
              <a:xfrm>
                <a:off x="7354586" y="4269390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8" name="Google Shape;3568;p47"/>
              <p:cNvSpPr/>
              <p:nvPr/>
            </p:nvSpPr>
            <p:spPr>
              <a:xfrm>
                <a:off x="7255747" y="4276153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6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9" name="Google Shape;3569;p47"/>
              <p:cNvSpPr/>
              <p:nvPr/>
            </p:nvSpPr>
            <p:spPr>
              <a:xfrm>
                <a:off x="7159188" y="4220622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4" y="38958"/>
                    </a:lnTo>
                    <a:lnTo>
                      <a:pt x="58924" y="31623"/>
                    </a:lnTo>
                    <a:cubicBezTo>
                      <a:pt x="58924" y="31623"/>
                      <a:pt x="52841" y="24575"/>
                      <a:pt x="52366" y="23908"/>
                    </a:cubicBezTo>
                    <a:cubicBezTo>
                      <a:pt x="47966" y="18879"/>
                      <a:pt x="42805" y="14574"/>
                      <a:pt x="37065" y="11144"/>
                    </a:cubicBezTo>
                    <a:cubicBezTo>
                      <a:pt x="33454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0" name="Google Shape;3570;p47"/>
              <p:cNvSpPr/>
              <p:nvPr/>
            </p:nvSpPr>
            <p:spPr>
              <a:xfrm>
                <a:off x="7213360" y="4189475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1" name="Google Shape;3571;p47"/>
              <p:cNvSpPr/>
              <p:nvPr/>
            </p:nvSpPr>
            <p:spPr>
              <a:xfrm>
                <a:off x="7091141" y="4184427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2" name="Google Shape;3572;p47"/>
              <p:cNvSpPr/>
              <p:nvPr/>
            </p:nvSpPr>
            <p:spPr>
              <a:xfrm>
                <a:off x="7092091" y="4242053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694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3" name="Google Shape;3573;p47"/>
              <p:cNvSpPr/>
              <p:nvPr/>
            </p:nvSpPr>
            <p:spPr>
              <a:xfrm>
                <a:off x="7091046" y="4166616"/>
                <a:ext cx="294970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393" y="37338"/>
                      <a:pt x="100360" y="39433"/>
                    </a:cubicBezTo>
                    <a:cubicBezTo>
                      <a:pt x="93593" y="41481"/>
                      <a:pt x="86988" y="44034"/>
                      <a:pt x="80592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866"/>
                      <a:pt x="165936" y="65246"/>
                      <a:pt x="177436" y="62294"/>
                    </a:cubicBezTo>
                    <a:cubicBezTo>
                      <a:pt x="188194" y="59379"/>
                      <a:pt x="199209" y="57531"/>
                      <a:pt x="210319" y="56769"/>
                    </a:cubicBezTo>
                    <a:cubicBezTo>
                      <a:pt x="220469" y="56159"/>
                      <a:pt x="230666" y="56864"/>
                      <a:pt x="240636" y="58864"/>
                    </a:cubicBezTo>
                    <a:cubicBezTo>
                      <a:pt x="250681" y="61084"/>
                      <a:pt x="260309" y="64913"/>
                      <a:pt x="269147" y="70199"/>
                    </a:cubicBezTo>
                    <a:cubicBezTo>
                      <a:pt x="277948" y="74562"/>
                      <a:pt x="285475" y="81124"/>
                      <a:pt x="291006" y="89249"/>
                    </a:cubicBezTo>
                    <a:cubicBezTo>
                      <a:pt x="294722" y="95174"/>
                      <a:pt x="295891" y="102356"/>
                      <a:pt x="294237" y="109156"/>
                    </a:cubicBezTo>
                    <a:cubicBezTo>
                      <a:pt x="292080" y="116634"/>
                      <a:pt x="287984" y="123406"/>
                      <a:pt x="282357" y="128778"/>
                    </a:cubicBezTo>
                    <a:cubicBezTo>
                      <a:pt x="275382" y="135807"/>
                      <a:pt x="267598" y="141980"/>
                      <a:pt x="259168" y="147161"/>
                    </a:cubicBezTo>
                    <a:lnTo>
                      <a:pt x="29148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0"/>
                      <a:pt x="209349" y="170983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89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06"/>
                      <a:pt x="85249" y="88297"/>
                    </a:cubicBezTo>
                    <a:cubicBezTo>
                      <a:pt x="95570" y="87173"/>
                      <a:pt x="105739" y="84906"/>
                      <a:pt x="115566" y="81534"/>
                    </a:cubicBezTo>
                    <a:lnTo>
                      <a:pt x="68047" y="54007"/>
                    </a:lnTo>
                    <a:cubicBezTo>
                      <a:pt x="50560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845" y="93554"/>
                      <a:pt x="214500" y="92050"/>
                      <a:pt x="206327" y="93250"/>
                    </a:cubicBezTo>
                    <a:cubicBezTo>
                      <a:pt x="195046" y="94707"/>
                      <a:pt x="183917" y="97164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3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4" name="Google Shape;3574;p47"/>
            <p:cNvGrpSpPr/>
            <p:nvPr/>
          </p:nvGrpSpPr>
          <p:grpSpPr>
            <a:xfrm>
              <a:off x="4984142" y="3105498"/>
              <a:ext cx="883852" cy="621125"/>
              <a:chOff x="6793767" y="3847623"/>
              <a:chExt cx="883852" cy="621125"/>
            </a:xfrm>
          </p:grpSpPr>
          <p:sp>
            <p:nvSpPr>
              <p:cNvPr id="3575" name="Google Shape;3575;p47"/>
              <p:cNvSpPr/>
              <p:nvPr/>
            </p:nvSpPr>
            <p:spPr>
              <a:xfrm>
                <a:off x="6793767" y="395725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6" name="Google Shape;3576;p47"/>
              <p:cNvSpPr/>
              <p:nvPr/>
            </p:nvSpPr>
            <p:spPr>
              <a:xfrm>
                <a:off x="6793958" y="4100322"/>
                <a:ext cx="87339" cy="116585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5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7" name="Google Shape;3577;p47"/>
              <p:cNvSpPr/>
              <p:nvPr/>
            </p:nvSpPr>
            <p:spPr>
              <a:xfrm>
                <a:off x="7611093" y="4103369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8" name="Google Shape;3578;p47"/>
              <p:cNvSpPr/>
              <p:nvPr/>
            </p:nvSpPr>
            <p:spPr>
              <a:xfrm>
                <a:off x="6793767" y="38476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9" name="Google Shape;3579;p47"/>
              <p:cNvSpPr/>
              <p:nvPr/>
            </p:nvSpPr>
            <p:spPr>
              <a:xfrm>
                <a:off x="6919483" y="3917323"/>
                <a:ext cx="632596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596" h="366021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6" y="383881"/>
                      <a:pt x="216136" y="383881"/>
                      <a:pt x="92587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5"/>
                      <a:pt x="25965" y="92130"/>
                      <a:pt x="92587" y="53649"/>
                    </a:cubicBezTo>
                    <a:cubicBezTo>
                      <a:pt x="216136" y="-17883"/>
                      <a:pt x="416380" y="-17883"/>
                      <a:pt x="540025" y="53649"/>
                    </a:cubicBezTo>
                    <a:cubicBezTo>
                      <a:pt x="606836" y="92130"/>
                      <a:pt x="637249" y="143565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0" name="Google Shape;3580;p47"/>
              <p:cNvSpPr/>
              <p:nvPr/>
            </p:nvSpPr>
            <p:spPr>
              <a:xfrm>
                <a:off x="6920073" y="3939230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791" y="-17883"/>
                      <a:pt x="539435" y="53650"/>
                    </a:cubicBezTo>
                    <a:cubicBezTo>
                      <a:pt x="59674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1" name="Google Shape;3581;p47"/>
              <p:cNvSpPr/>
              <p:nvPr/>
            </p:nvSpPr>
            <p:spPr>
              <a:xfrm>
                <a:off x="7081637" y="4021645"/>
                <a:ext cx="2945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557" h="185070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2"/>
                      <a:pt x="126876" y="32480"/>
                      <a:pt x="120413" y="33814"/>
                    </a:cubicBezTo>
                    <a:cubicBezTo>
                      <a:pt x="113951" y="35147"/>
                      <a:pt x="107203" y="36957"/>
                      <a:pt x="100265" y="39053"/>
                    </a:cubicBezTo>
                    <a:cubicBezTo>
                      <a:pt x="93470" y="41072"/>
                      <a:pt x="86827" y="43586"/>
                      <a:pt x="80402" y="46577"/>
                    </a:cubicBezTo>
                    <a:lnTo>
                      <a:pt x="131057" y="76010"/>
                    </a:lnTo>
                    <a:lnTo>
                      <a:pt x="140561" y="72771"/>
                    </a:lnTo>
                    <a:cubicBezTo>
                      <a:pt x="153486" y="68485"/>
                      <a:pt x="165651" y="64865"/>
                      <a:pt x="177151" y="61817"/>
                    </a:cubicBezTo>
                    <a:cubicBezTo>
                      <a:pt x="187909" y="58931"/>
                      <a:pt x="198924" y="57112"/>
                      <a:pt x="210034" y="56388"/>
                    </a:cubicBezTo>
                    <a:cubicBezTo>
                      <a:pt x="220155" y="55702"/>
                      <a:pt x="230315" y="56369"/>
                      <a:pt x="240256" y="58388"/>
                    </a:cubicBezTo>
                    <a:cubicBezTo>
                      <a:pt x="250292" y="60646"/>
                      <a:pt x="259919" y="64465"/>
                      <a:pt x="268767" y="69723"/>
                    </a:cubicBezTo>
                    <a:cubicBezTo>
                      <a:pt x="277549" y="74114"/>
                      <a:pt x="285066" y="80667"/>
                      <a:pt x="290626" y="88773"/>
                    </a:cubicBezTo>
                    <a:cubicBezTo>
                      <a:pt x="294294" y="94717"/>
                      <a:pt x="295454" y="101879"/>
                      <a:pt x="293857" y="108680"/>
                    </a:cubicBezTo>
                    <a:cubicBezTo>
                      <a:pt x="291709" y="116157"/>
                      <a:pt x="287604" y="122939"/>
                      <a:pt x="281977" y="128302"/>
                    </a:cubicBezTo>
                    <a:cubicBezTo>
                      <a:pt x="274973" y="135331"/>
                      <a:pt x="267152" y="141503"/>
                      <a:pt x="258693" y="146685"/>
                    </a:cubicBezTo>
                    <a:lnTo>
                      <a:pt x="291006" y="165735"/>
                    </a:lnTo>
                    <a:lnTo>
                      <a:pt x="273614" y="175736"/>
                    </a:lnTo>
                    <a:lnTo>
                      <a:pt x="241016" y="156686"/>
                    </a:lnTo>
                    <a:cubicBezTo>
                      <a:pt x="225506" y="164402"/>
                      <a:pt x="209264" y="170555"/>
                      <a:pt x="192547" y="175070"/>
                    </a:cubicBezTo>
                    <a:cubicBezTo>
                      <a:pt x="175022" y="179918"/>
                      <a:pt x="157126" y="183261"/>
                      <a:pt x="139040" y="185071"/>
                    </a:cubicBezTo>
                    <a:lnTo>
                      <a:pt x="122029" y="154496"/>
                    </a:lnTo>
                    <a:cubicBezTo>
                      <a:pt x="125165" y="154496"/>
                      <a:pt x="129917" y="154496"/>
                      <a:pt x="136284" y="153448"/>
                    </a:cubicBezTo>
                    <a:cubicBezTo>
                      <a:pt x="142652" y="152400"/>
                      <a:pt x="149780" y="151447"/>
                      <a:pt x="157573" y="149733"/>
                    </a:cubicBezTo>
                    <a:cubicBezTo>
                      <a:pt x="165366" y="148019"/>
                      <a:pt x="173729" y="145923"/>
                      <a:pt x="182378" y="143351"/>
                    </a:cubicBezTo>
                    <a:cubicBezTo>
                      <a:pt x="190912" y="140827"/>
                      <a:pt x="199238" y="137646"/>
                      <a:pt x="207278" y="133826"/>
                    </a:cubicBezTo>
                    <a:lnTo>
                      <a:pt x="156718" y="104585"/>
                    </a:lnTo>
                    <a:lnTo>
                      <a:pt x="150065" y="106871"/>
                    </a:lnTo>
                    <a:lnTo>
                      <a:pt x="143222" y="109061"/>
                    </a:lnTo>
                    <a:cubicBezTo>
                      <a:pt x="130487" y="113252"/>
                      <a:pt x="118797" y="116491"/>
                      <a:pt x="108248" y="118586"/>
                    </a:cubicBezTo>
                    <a:cubicBezTo>
                      <a:pt x="98450" y="120863"/>
                      <a:pt x="88461" y="122206"/>
                      <a:pt x="78406" y="122587"/>
                    </a:cubicBezTo>
                    <a:cubicBezTo>
                      <a:pt x="69596" y="122901"/>
                      <a:pt x="60777" y="122072"/>
                      <a:pt x="52176" y="120110"/>
                    </a:cubicBezTo>
                    <a:cubicBezTo>
                      <a:pt x="43622" y="118129"/>
                      <a:pt x="35392" y="114919"/>
                      <a:pt x="27751" y="110585"/>
                    </a:cubicBezTo>
                    <a:cubicBezTo>
                      <a:pt x="19454" y="106175"/>
                      <a:pt x="12250" y="99955"/>
                      <a:pt x="6653" y="92393"/>
                    </a:cubicBezTo>
                    <a:cubicBezTo>
                      <a:pt x="2528" y="86716"/>
                      <a:pt x="485" y="79781"/>
                      <a:pt x="855" y="72771"/>
                    </a:cubicBezTo>
                    <a:cubicBezTo>
                      <a:pt x="1682" y="65503"/>
                      <a:pt x="4590" y="58617"/>
                      <a:pt x="9219" y="52959"/>
                    </a:cubicBezTo>
                    <a:cubicBezTo>
                      <a:pt x="15064" y="45577"/>
                      <a:pt x="22020" y="39148"/>
                      <a:pt x="29842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48" y="17050"/>
                      <a:pt x="75774" y="1165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37" y="86735"/>
                      <a:pt x="105568" y="84468"/>
                      <a:pt x="115376" y="81153"/>
                    </a:cubicBezTo>
                    <a:lnTo>
                      <a:pt x="67857" y="53530"/>
                    </a:lnTo>
                    <a:cubicBezTo>
                      <a:pt x="50370" y="65056"/>
                      <a:pt x="48850" y="74866"/>
                      <a:pt x="63105" y="83629"/>
                    </a:cubicBezTo>
                    <a:close/>
                    <a:moveTo>
                      <a:pt x="229992" y="97060"/>
                    </a:moveTo>
                    <a:cubicBezTo>
                      <a:pt x="222712" y="93097"/>
                      <a:pt x="214329" y="91621"/>
                      <a:pt x="206137" y="92869"/>
                    </a:cubicBezTo>
                    <a:cubicBezTo>
                      <a:pt x="194885" y="94288"/>
                      <a:pt x="183784" y="96717"/>
                      <a:pt x="172969" y="100108"/>
                    </a:cubicBezTo>
                    <a:lnTo>
                      <a:pt x="220488" y="127540"/>
                    </a:lnTo>
                    <a:cubicBezTo>
                      <a:pt x="240446" y="115157"/>
                      <a:pt x="243677" y="105061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2" name="Google Shape;3582;p47"/>
              <p:cNvSpPr/>
              <p:nvPr/>
            </p:nvSpPr>
            <p:spPr>
              <a:xfrm>
                <a:off x="7203761" y="4159186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3" name="Google Shape;3583;p47"/>
              <p:cNvSpPr/>
              <p:nvPr/>
            </p:nvSpPr>
            <p:spPr>
              <a:xfrm>
                <a:off x="7330922" y="4170044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47"/>
              <p:cNvSpPr/>
              <p:nvPr/>
            </p:nvSpPr>
            <p:spPr>
              <a:xfrm>
                <a:off x="7345082" y="4106799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5" name="Google Shape;3585;p47"/>
              <p:cNvSpPr/>
              <p:nvPr/>
            </p:nvSpPr>
            <p:spPr>
              <a:xfrm>
                <a:off x="7246148" y="4113180"/>
                <a:ext cx="47424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4" h="33147" extrusionOk="0">
                    <a:moveTo>
                      <a:pt x="0" y="10097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6" name="Google Shape;3586;p47"/>
              <p:cNvSpPr/>
              <p:nvPr/>
            </p:nvSpPr>
            <p:spPr>
              <a:xfrm>
                <a:off x="7149589" y="405803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8004" y="18878"/>
                      <a:pt x="42872" y="14564"/>
                      <a:pt x="37160" y="11144"/>
                    </a:cubicBezTo>
                    <a:cubicBezTo>
                      <a:pt x="33549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7" name="Google Shape;3587;p47"/>
              <p:cNvSpPr/>
              <p:nvPr/>
            </p:nvSpPr>
            <p:spPr>
              <a:xfrm>
                <a:off x="7203761" y="4026884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717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47"/>
              <p:cNvSpPr/>
              <p:nvPr/>
            </p:nvSpPr>
            <p:spPr>
              <a:xfrm>
                <a:off x="7081637" y="4021835"/>
                <a:ext cx="26040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858"/>
                    </a:lnTo>
                    <a:lnTo>
                      <a:pt x="17582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9" name="Google Shape;3589;p47"/>
              <p:cNvSpPr/>
              <p:nvPr/>
            </p:nvSpPr>
            <p:spPr>
              <a:xfrm>
                <a:off x="7082588" y="4079462"/>
                <a:ext cx="2984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842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0" name="Google Shape;3590;p47"/>
              <p:cNvSpPr/>
              <p:nvPr/>
            </p:nvSpPr>
            <p:spPr>
              <a:xfrm>
                <a:off x="7081542" y="4004024"/>
                <a:ext cx="294657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298" y="37433"/>
                      <a:pt x="100360" y="39529"/>
                    </a:cubicBezTo>
                    <a:cubicBezTo>
                      <a:pt x="93565" y="41548"/>
                      <a:pt x="86922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406" y="61074"/>
                      <a:pt x="260033" y="64903"/>
                      <a:pt x="268862" y="70199"/>
                    </a:cubicBezTo>
                    <a:cubicBezTo>
                      <a:pt x="277644" y="74590"/>
                      <a:pt x="285161" y="81144"/>
                      <a:pt x="290721" y="89249"/>
                    </a:cubicBezTo>
                    <a:cubicBezTo>
                      <a:pt x="294399" y="95193"/>
                      <a:pt x="295558" y="102356"/>
                      <a:pt x="293952" y="109156"/>
                    </a:cubicBezTo>
                    <a:cubicBezTo>
                      <a:pt x="291776" y="116624"/>
                      <a:pt x="287680" y="123397"/>
                      <a:pt x="282072" y="128778"/>
                    </a:cubicBezTo>
                    <a:cubicBezTo>
                      <a:pt x="275068" y="135807"/>
                      <a:pt x="267246" y="141980"/>
                      <a:pt x="258788" y="147161"/>
                    </a:cubicBezTo>
                    <a:lnTo>
                      <a:pt x="29110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82" y="164830"/>
                      <a:pt x="209349" y="170993"/>
                      <a:pt x="192642" y="175546"/>
                    </a:cubicBezTo>
                    <a:cubicBezTo>
                      <a:pt x="175117" y="180394"/>
                      <a:pt x="157221" y="183737"/>
                      <a:pt x="139135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473" y="143828"/>
                    </a:cubicBezTo>
                    <a:cubicBezTo>
                      <a:pt x="190988" y="141256"/>
                      <a:pt x="199313" y="138074"/>
                      <a:pt x="207372" y="134303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04" y="87106"/>
                      <a:pt x="551" y="80172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35"/>
                      <a:pt x="85249" y="88392"/>
                    </a:cubicBezTo>
                    <a:cubicBezTo>
                      <a:pt x="95541" y="87211"/>
                      <a:pt x="105672" y="84915"/>
                      <a:pt x="115471" y="81534"/>
                    </a:cubicBezTo>
                    <a:lnTo>
                      <a:pt x="67952" y="54007"/>
                    </a:lnTo>
                    <a:cubicBezTo>
                      <a:pt x="50532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788" y="93612"/>
                      <a:pt x="214434" y="92116"/>
                      <a:pt x="206232" y="93250"/>
                    </a:cubicBezTo>
                    <a:cubicBezTo>
                      <a:pt x="194989" y="94755"/>
                      <a:pt x="183898" y="97212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4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1" name="Google Shape;3591;p47"/>
            <p:cNvSpPr/>
            <p:nvPr/>
          </p:nvSpPr>
          <p:spPr>
            <a:xfrm>
              <a:off x="2890886" y="2508793"/>
              <a:ext cx="205462" cy="301290"/>
            </a:xfrm>
            <a:custGeom>
              <a:avLst/>
              <a:gdLst/>
              <a:ahLst/>
              <a:cxnLst/>
              <a:rect l="l" t="t" r="r" b="b"/>
              <a:pathLst>
                <a:path w="205462" h="301290" extrusionOk="0">
                  <a:moveTo>
                    <a:pt x="72372" y="9965"/>
                  </a:moveTo>
                  <a:cubicBezTo>
                    <a:pt x="80545" y="-3179"/>
                    <a:pt x="142985" y="-11847"/>
                    <a:pt x="163608" y="41207"/>
                  </a:cubicBezTo>
                  <a:cubicBezTo>
                    <a:pt x="171306" y="61305"/>
                    <a:pt x="170166" y="112740"/>
                    <a:pt x="176628" y="145030"/>
                  </a:cubicBezTo>
                  <a:cubicBezTo>
                    <a:pt x="183091" y="177320"/>
                    <a:pt x="198582" y="195608"/>
                    <a:pt x="204094" y="221801"/>
                  </a:cubicBezTo>
                  <a:cubicBezTo>
                    <a:pt x="209606" y="247995"/>
                    <a:pt x="200578" y="292000"/>
                    <a:pt x="137568" y="299716"/>
                  </a:cubicBezTo>
                  <a:cubicBezTo>
                    <a:pt x="74558" y="307431"/>
                    <a:pt x="26088" y="285333"/>
                    <a:pt x="11262" y="265140"/>
                  </a:cubicBezTo>
                  <a:cubicBezTo>
                    <a:pt x="-3563" y="244947"/>
                    <a:pt x="-3944" y="202275"/>
                    <a:pt x="11262" y="179415"/>
                  </a:cubicBezTo>
                  <a:cubicBezTo>
                    <a:pt x="26468" y="156555"/>
                    <a:pt x="38443" y="137696"/>
                    <a:pt x="38063" y="10778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47"/>
            <p:cNvSpPr/>
            <p:nvPr/>
          </p:nvSpPr>
          <p:spPr>
            <a:xfrm>
              <a:off x="2906291" y="2506021"/>
              <a:ext cx="98213" cy="121997"/>
            </a:xfrm>
            <a:custGeom>
              <a:avLst/>
              <a:gdLst/>
              <a:ahLst/>
              <a:cxnLst/>
              <a:rect l="l" t="t" r="r" b="b"/>
              <a:pathLst>
                <a:path w="98213" h="121997" extrusionOk="0">
                  <a:moveTo>
                    <a:pt x="98213" y="3593"/>
                  </a:moveTo>
                  <a:cubicBezTo>
                    <a:pt x="98213" y="3593"/>
                    <a:pt x="50694" y="-9932"/>
                    <a:pt x="22183" y="15499"/>
                  </a:cubicBezTo>
                  <a:cubicBezTo>
                    <a:pt x="3095" y="33359"/>
                    <a:pt x="-4458" y="60400"/>
                    <a:pt x="2605" y="85603"/>
                  </a:cubicBezTo>
                  <a:cubicBezTo>
                    <a:pt x="6407" y="100558"/>
                    <a:pt x="14010" y="120846"/>
                    <a:pt x="25794" y="121989"/>
                  </a:cubicBezTo>
                  <a:cubicBezTo>
                    <a:pt x="37579" y="123132"/>
                    <a:pt x="98213" y="3593"/>
                    <a:pt x="98213" y="3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47"/>
            <p:cNvSpPr/>
            <p:nvPr/>
          </p:nvSpPr>
          <p:spPr>
            <a:xfrm>
              <a:off x="2925684" y="2638202"/>
              <a:ext cx="121328" cy="136036"/>
            </a:xfrm>
            <a:custGeom>
              <a:avLst/>
              <a:gdLst/>
              <a:ahLst/>
              <a:cxnLst/>
              <a:rect l="l" t="t" r="r" b="b"/>
              <a:pathLst>
                <a:path w="121328" h="136036" extrusionOk="0">
                  <a:moveTo>
                    <a:pt x="96782" y="0"/>
                  </a:moveTo>
                  <a:cubicBezTo>
                    <a:pt x="96782" y="0"/>
                    <a:pt x="93741" y="52483"/>
                    <a:pt x="94691" y="56388"/>
                  </a:cubicBezTo>
                  <a:cubicBezTo>
                    <a:pt x="95641" y="60293"/>
                    <a:pt x="115219" y="64008"/>
                    <a:pt x="120731" y="68580"/>
                  </a:cubicBezTo>
                  <a:cubicBezTo>
                    <a:pt x="126244" y="73152"/>
                    <a:pt x="92220" y="126397"/>
                    <a:pt x="74923" y="134302"/>
                  </a:cubicBezTo>
                  <a:cubicBezTo>
                    <a:pt x="57626" y="142208"/>
                    <a:pt x="4120" y="122015"/>
                    <a:pt x="414" y="95345"/>
                  </a:cubicBezTo>
                  <a:cubicBezTo>
                    <a:pt x="-3008" y="70771"/>
                    <a:pt x="15715" y="51721"/>
                    <a:pt x="22937" y="45053"/>
                  </a:cubicBezTo>
                  <a:cubicBezTo>
                    <a:pt x="27873" y="44701"/>
                    <a:pt x="32828" y="44701"/>
                    <a:pt x="37763" y="45053"/>
                  </a:cubicBezTo>
                  <a:lnTo>
                    <a:pt x="39284" y="19526"/>
                  </a:lnTo>
                  <a:cubicBezTo>
                    <a:pt x="62758" y="11716"/>
                    <a:pt x="96782" y="0"/>
                    <a:pt x="9678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47"/>
            <p:cNvSpPr/>
            <p:nvPr/>
          </p:nvSpPr>
          <p:spPr>
            <a:xfrm>
              <a:off x="2718513" y="2692113"/>
              <a:ext cx="229495" cy="326875"/>
            </a:xfrm>
            <a:custGeom>
              <a:avLst/>
              <a:gdLst/>
              <a:ahLst/>
              <a:cxnLst/>
              <a:rect l="l" t="t" r="r" b="b"/>
              <a:pathLst>
                <a:path w="229495" h="326875" extrusionOk="0">
                  <a:moveTo>
                    <a:pt x="149801" y="226409"/>
                  </a:moveTo>
                  <a:cubicBezTo>
                    <a:pt x="134955" y="246860"/>
                    <a:pt x="117366" y="265167"/>
                    <a:pt x="97530" y="280797"/>
                  </a:cubicBezTo>
                  <a:cubicBezTo>
                    <a:pt x="91255" y="287379"/>
                    <a:pt x="85323" y="294275"/>
                    <a:pt x="79758" y="301466"/>
                  </a:cubicBezTo>
                  <a:cubicBezTo>
                    <a:pt x="70365" y="312277"/>
                    <a:pt x="58256" y="320364"/>
                    <a:pt x="44689" y="324898"/>
                  </a:cubicBezTo>
                  <a:cubicBezTo>
                    <a:pt x="32810" y="327946"/>
                    <a:pt x="27868" y="327089"/>
                    <a:pt x="25682" y="324898"/>
                  </a:cubicBezTo>
                  <a:cubicBezTo>
                    <a:pt x="23496" y="322707"/>
                    <a:pt x="24636" y="319278"/>
                    <a:pt x="29768" y="317183"/>
                  </a:cubicBezTo>
                  <a:cubicBezTo>
                    <a:pt x="38175" y="314620"/>
                    <a:pt x="45992" y="310410"/>
                    <a:pt x="52767" y="304800"/>
                  </a:cubicBezTo>
                  <a:cubicBezTo>
                    <a:pt x="52767" y="304800"/>
                    <a:pt x="41743" y="309943"/>
                    <a:pt x="34805" y="312325"/>
                  </a:cubicBezTo>
                  <a:cubicBezTo>
                    <a:pt x="28672" y="314449"/>
                    <a:pt x="22276" y="315735"/>
                    <a:pt x="15798" y="316135"/>
                  </a:cubicBezTo>
                  <a:cubicBezTo>
                    <a:pt x="9240" y="316135"/>
                    <a:pt x="2397" y="308515"/>
                    <a:pt x="7529" y="306610"/>
                  </a:cubicBezTo>
                  <a:cubicBezTo>
                    <a:pt x="12661" y="304705"/>
                    <a:pt x="17508" y="304228"/>
                    <a:pt x="27677" y="300418"/>
                  </a:cubicBezTo>
                  <a:cubicBezTo>
                    <a:pt x="33058" y="298542"/>
                    <a:pt x="38147" y="295913"/>
                    <a:pt x="42788" y="292608"/>
                  </a:cubicBezTo>
                  <a:cubicBezTo>
                    <a:pt x="35731" y="294684"/>
                    <a:pt x="28516" y="296189"/>
                    <a:pt x="21215" y="297085"/>
                  </a:cubicBezTo>
                  <a:cubicBezTo>
                    <a:pt x="15118" y="298075"/>
                    <a:pt x="8868" y="297351"/>
                    <a:pt x="3158" y="294989"/>
                  </a:cubicBezTo>
                  <a:cubicBezTo>
                    <a:pt x="116" y="293656"/>
                    <a:pt x="-2545" y="288131"/>
                    <a:pt x="4298" y="286321"/>
                  </a:cubicBezTo>
                  <a:cubicBezTo>
                    <a:pt x="13203" y="285417"/>
                    <a:pt x="21954" y="283369"/>
                    <a:pt x="30339" y="280225"/>
                  </a:cubicBezTo>
                  <a:cubicBezTo>
                    <a:pt x="38322" y="276606"/>
                    <a:pt x="43359" y="272796"/>
                    <a:pt x="41553" y="272034"/>
                  </a:cubicBezTo>
                  <a:cubicBezTo>
                    <a:pt x="39747" y="271272"/>
                    <a:pt x="35281" y="273749"/>
                    <a:pt x="27202" y="273177"/>
                  </a:cubicBezTo>
                  <a:cubicBezTo>
                    <a:pt x="19124" y="272606"/>
                    <a:pt x="11711" y="267462"/>
                    <a:pt x="11806" y="263081"/>
                  </a:cubicBezTo>
                  <a:cubicBezTo>
                    <a:pt x="11901" y="258699"/>
                    <a:pt x="13517" y="261175"/>
                    <a:pt x="21310" y="260509"/>
                  </a:cubicBezTo>
                  <a:cubicBezTo>
                    <a:pt x="29654" y="258470"/>
                    <a:pt x="38135" y="257042"/>
                    <a:pt x="46685" y="256223"/>
                  </a:cubicBezTo>
                  <a:cubicBezTo>
                    <a:pt x="55089" y="256594"/>
                    <a:pt x="63498" y="255594"/>
                    <a:pt x="71585" y="253270"/>
                  </a:cubicBezTo>
                  <a:cubicBezTo>
                    <a:pt x="80138" y="250698"/>
                    <a:pt x="99336" y="227648"/>
                    <a:pt x="113972" y="206597"/>
                  </a:cubicBezTo>
                  <a:cubicBezTo>
                    <a:pt x="130121" y="183099"/>
                    <a:pt x="142917" y="157448"/>
                    <a:pt x="151987" y="130397"/>
                  </a:cubicBezTo>
                  <a:cubicBezTo>
                    <a:pt x="160825" y="101251"/>
                    <a:pt x="170995" y="46863"/>
                    <a:pt x="178788" y="27908"/>
                  </a:cubicBezTo>
                  <a:cubicBezTo>
                    <a:pt x="186581" y="8954"/>
                    <a:pt x="199221" y="381"/>
                    <a:pt x="211576" y="0"/>
                  </a:cubicBezTo>
                  <a:cubicBezTo>
                    <a:pt x="226021" y="0"/>
                    <a:pt x="232199" y="19050"/>
                    <a:pt x="228397" y="35052"/>
                  </a:cubicBezTo>
                  <a:cubicBezTo>
                    <a:pt x="221175" y="63627"/>
                    <a:pt x="189052" y="174689"/>
                    <a:pt x="149801" y="22640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47"/>
            <p:cNvSpPr/>
            <p:nvPr/>
          </p:nvSpPr>
          <p:spPr>
            <a:xfrm>
              <a:off x="2890388" y="2682707"/>
              <a:ext cx="176857" cy="233853"/>
            </a:xfrm>
            <a:custGeom>
              <a:avLst/>
              <a:gdLst/>
              <a:ahLst/>
              <a:cxnLst/>
              <a:rect l="l" t="t" r="r" b="b"/>
              <a:pathLst>
                <a:path w="176857" h="233853" extrusionOk="0">
                  <a:moveTo>
                    <a:pt x="139301" y="16931"/>
                  </a:moveTo>
                  <a:cubicBezTo>
                    <a:pt x="154031" y="19217"/>
                    <a:pt x="170853" y="27122"/>
                    <a:pt x="173134" y="35219"/>
                  </a:cubicBezTo>
                  <a:cubicBezTo>
                    <a:pt x="179252" y="64308"/>
                    <a:pt x="177812" y="94483"/>
                    <a:pt x="168952" y="122849"/>
                  </a:cubicBezTo>
                  <a:cubicBezTo>
                    <a:pt x="156217" y="156663"/>
                    <a:pt x="141772" y="218099"/>
                    <a:pt x="134454" y="232196"/>
                  </a:cubicBezTo>
                  <a:cubicBezTo>
                    <a:pt x="96503" y="237510"/>
                    <a:pt x="57869" y="229967"/>
                    <a:pt x="24685" y="210764"/>
                  </a:cubicBezTo>
                  <a:cubicBezTo>
                    <a:pt x="24685" y="210764"/>
                    <a:pt x="21644" y="151995"/>
                    <a:pt x="21454" y="132564"/>
                  </a:cubicBezTo>
                  <a:cubicBezTo>
                    <a:pt x="-26065" y="91130"/>
                    <a:pt x="14516" y="39981"/>
                    <a:pt x="54717" y="357"/>
                  </a:cubicBezTo>
                  <a:cubicBezTo>
                    <a:pt x="59520" y="-119"/>
                    <a:pt x="64359" y="-119"/>
                    <a:pt x="69163" y="357"/>
                  </a:cubicBezTo>
                  <a:cubicBezTo>
                    <a:pt x="69163" y="357"/>
                    <a:pt x="33333" y="42743"/>
                    <a:pt x="58233" y="67032"/>
                  </a:cubicBezTo>
                  <a:cubicBezTo>
                    <a:pt x="111645" y="50554"/>
                    <a:pt x="122194" y="26551"/>
                    <a:pt x="139301" y="1693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47"/>
            <p:cNvSpPr/>
            <p:nvPr/>
          </p:nvSpPr>
          <p:spPr>
            <a:xfrm>
              <a:off x="2921860" y="2515790"/>
              <a:ext cx="130560" cy="160797"/>
            </a:xfrm>
            <a:custGeom>
              <a:avLst/>
              <a:gdLst/>
              <a:ahLst/>
              <a:cxnLst/>
              <a:rect l="l" t="t" r="r" b="b"/>
              <a:pathLst>
                <a:path w="130560" h="160797" extrusionOk="0">
                  <a:moveTo>
                    <a:pt x="2717" y="57260"/>
                  </a:moveTo>
                  <a:lnTo>
                    <a:pt x="2717" y="57260"/>
                  </a:lnTo>
                  <a:cubicBezTo>
                    <a:pt x="8039" y="23542"/>
                    <a:pt x="32369" y="-1890"/>
                    <a:pt x="67058" y="110"/>
                  </a:cubicBezTo>
                  <a:cubicBezTo>
                    <a:pt x="103762" y="1787"/>
                    <a:pt x="132161" y="32962"/>
                    <a:pt x="130490" y="69748"/>
                  </a:cubicBezTo>
                  <a:cubicBezTo>
                    <a:pt x="129521" y="91084"/>
                    <a:pt x="118410" y="110667"/>
                    <a:pt x="100606" y="122411"/>
                  </a:cubicBezTo>
                  <a:cubicBezTo>
                    <a:pt x="99408" y="127526"/>
                    <a:pt x="97622" y="132479"/>
                    <a:pt x="95284" y="137175"/>
                  </a:cubicBezTo>
                  <a:cubicBezTo>
                    <a:pt x="82929" y="151463"/>
                    <a:pt x="50331" y="160607"/>
                    <a:pt x="39497" y="160797"/>
                  </a:cubicBezTo>
                  <a:cubicBezTo>
                    <a:pt x="29993" y="160797"/>
                    <a:pt x="22200" y="152129"/>
                    <a:pt x="13457" y="137651"/>
                  </a:cubicBezTo>
                  <a:cubicBezTo>
                    <a:pt x="-4791" y="107457"/>
                    <a:pt x="-134" y="74024"/>
                    <a:pt x="2717" y="5726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47"/>
            <p:cNvSpPr/>
            <p:nvPr/>
          </p:nvSpPr>
          <p:spPr>
            <a:xfrm>
              <a:off x="2927048" y="2514816"/>
              <a:ext cx="130747" cy="123290"/>
            </a:xfrm>
            <a:custGeom>
              <a:avLst/>
              <a:gdLst/>
              <a:ahLst/>
              <a:cxnLst/>
              <a:rect l="l" t="t" r="r" b="b"/>
              <a:pathLst>
                <a:path w="130747" h="123290" extrusionOk="0">
                  <a:moveTo>
                    <a:pt x="72609" y="1657"/>
                  </a:moveTo>
                  <a:cubicBezTo>
                    <a:pt x="97034" y="6514"/>
                    <a:pt x="116992" y="13372"/>
                    <a:pt x="123644" y="37280"/>
                  </a:cubicBezTo>
                  <a:cubicBezTo>
                    <a:pt x="128206" y="53853"/>
                    <a:pt x="134098" y="84905"/>
                    <a:pt x="128396" y="98526"/>
                  </a:cubicBezTo>
                  <a:lnTo>
                    <a:pt x="124975" y="108051"/>
                  </a:lnTo>
                  <a:lnTo>
                    <a:pt x="95418" y="123291"/>
                  </a:lnTo>
                  <a:cubicBezTo>
                    <a:pt x="95418" y="123291"/>
                    <a:pt x="81637" y="111765"/>
                    <a:pt x="85914" y="78047"/>
                  </a:cubicBezTo>
                  <a:cubicBezTo>
                    <a:pt x="85678" y="73494"/>
                    <a:pt x="84234" y="69094"/>
                    <a:pt x="81733" y="65283"/>
                  </a:cubicBezTo>
                  <a:cubicBezTo>
                    <a:pt x="79886" y="62102"/>
                    <a:pt x="78510" y="58673"/>
                    <a:pt x="77646" y="55092"/>
                  </a:cubicBezTo>
                  <a:cubicBezTo>
                    <a:pt x="74170" y="46024"/>
                    <a:pt x="67371" y="38633"/>
                    <a:pt x="58638" y="34423"/>
                  </a:cubicBezTo>
                  <a:cubicBezTo>
                    <a:pt x="36685" y="22040"/>
                    <a:pt x="4562" y="32708"/>
                    <a:pt x="0" y="37185"/>
                  </a:cubicBezTo>
                  <a:cubicBezTo>
                    <a:pt x="12785" y="9638"/>
                    <a:pt x="43070" y="-5182"/>
                    <a:pt x="72609" y="165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47"/>
            <p:cNvSpPr/>
            <p:nvPr/>
          </p:nvSpPr>
          <p:spPr>
            <a:xfrm>
              <a:off x="2770258" y="3324285"/>
              <a:ext cx="102779" cy="78901"/>
            </a:xfrm>
            <a:custGeom>
              <a:avLst/>
              <a:gdLst/>
              <a:ahLst/>
              <a:cxnLst/>
              <a:rect l="l" t="t" r="r" b="b"/>
              <a:pathLst>
                <a:path w="102779" h="78901" extrusionOk="0">
                  <a:moveTo>
                    <a:pt x="95300" y="3"/>
                  </a:moveTo>
                  <a:cubicBezTo>
                    <a:pt x="82945" y="10099"/>
                    <a:pt x="63843" y="3146"/>
                    <a:pt x="62892" y="4003"/>
                  </a:cubicBezTo>
                  <a:cubicBezTo>
                    <a:pt x="48523" y="16481"/>
                    <a:pt x="33449" y="28120"/>
                    <a:pt x="17749" y="38864"/>
                  </a:cubicBezTo>
                  <a:cubicBezTo>
                    <a:pt x="10051" y="44961"/>
                    <a:pt x="-1924" y="53057"/>
                    <a:pt x="262" y="64677"/>
                  </a:cubicBezTo>
                  <a:cubicBezTo>
                    <a:pt x="4064" y="85537"/>
                    <a:pt x="37327" y="79060"/>
                    <a:pt x="49872" y="72678"/>
                  </a:cubicBezTo>
                  <a:cubicBezTo>
                    <a:pt x="62417" y="66297"/>
                    <a:pt x="72681" y="55819"/>
                    <a:pt x="84561" y="48389"/>
                  </a:cubicBezTo>
                  <a:cubicBezTo>
                    <a:pt x="93019" y="43151"/>
                    <a:pt x="101383" y="40389"/>
                    <a:pt x="102713" y="29339"/>
                  </a:cubicBezTo>
                  <a:cubicBezTo>
                    <a:pt x="103473" y="22958"/>
                    <a:pt x="97486" y="-283"/>
                    <a:pt x="95300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47"/>
            <p:cNvSpPr/>
            <p:nvPr/>
          </p:nvSpPr>
          <p:spPr>
            <a:xfrm>
              <a:off x="2770711" y="3349338"/>
              <a:ext cx="102274" cy="53559"/>
            </a:xfrm>
            <a:custGeom>
              <a:avLst/>
              <a:gdLst/>
              <a:ahLst/>
              <a:cxnLst/>
              <a:rect l="l" t="t" r="r" b="b"/>
              <a:pathLst>
                <a:path w="102274" h="53559" extrusionOk="0">
                  <a:moveTo>
                    <a:pt x="102071" y="0"/>
                  </a:moveTo>
                  <a:cubicBezTo>
                    <a:pt x="100455" y="10287"/>
                    <a:pt x="92567" y="13145"/>
                    <a:pt x="83823" y="18383"/>
                  </a:cubicBezTo>
                  <a:cubicBezTo>
                    <a:pt x="71754" y="25908"/>
                    <a:pt x="61109" y="36671"/>
                    <a:pt x="48564" y="43053"/>
                  </a:cubicBezTo>
                  <a:cubicBezTo>
                    <a:pt x="36019" y="49435"/>
                    <a:pt x="8078" y="54769"/>
                    <a:pt x="0" y="39910"/>
                  </a:cubicBezTo>
                  <a:cubicBezTo>
                    <a:pt x="4372" y="60008"/>
                    <a:pt x="37065" y="53721"/>
                    <a:pt x="49420" y="47339"/>
                  </a:cubicBezTo>
                  <a:cubicBezTo>
                    <a:pt x="61775" y="40958"/>
                    <a:pt x="72229" y="30480"/>
                    <a:pt x="84109" y="23051"/>
                  </a:cubicBezTo>
                  <a:cubicBezTo>
                    <a:pt x="92567" y="17812"/>
                    <a:pt x="100930" y="15050"/>
                    <a:pt x="102261" y="4001"/>
                  </a:cubicBezTo>
                  <a:cubicBezTo>
                    <a:pt x="102304" y="2667"/>
                    <a:pt x="102241" y="1324"/>
                    <a:pt x="10207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47"/>
            <p:cNvSpPr/>
            <p:nvPr/>
          </p:nvSpPr>
          <p:spPr>
            <a:xfrm>
              <a:off x="2718772" y="3290474"/>
              <a:ext cx="94135" cy="73100"/>
            </a:xfrm>
            <a:custGeom>
              <a:avLst/>
              <a:gdLst/>
              <a:ahLst/>
              <a:cxnLst/>
              <a:rect l="l" t="t" r="r" b="b"/>
              <a:pathLst>
                <a:path w="94135" h="73100" extrusionOk="0">
                  <a:moveTo>
                    <a:pt x="86722" y="0"/>
                  </a:moveTo>
                  <a:cubicBezTo>
                    <a:pt x="75413" y="9525"/>
                    <a:pt x="58211" y="4096"/>
                    <a:pt x="57546" y="4953"/>
                  </a:cubicBezTo>
                  <a:cubicBezTo>
                    <a:pt x="44378" y="16202"/>
                    <a:pt x="30609" y="26727"/>
                    <a:pt x="16299" y="36481"/>
                  </a:cubicBezTo>
                  <a:cubicBezTo>
                    <a:pt x="9266" y="42005"/>
                    <a:pt x="-1758" y="49435"/>
                    <a:pt x="238" y="60103"/>
                  </a:cubicBezTo>
                  <a:cubicBezTo>
                    <a:pt x="3849" y="79153"/>
                    <a:pt x="34261" y="73247"/>
                    <a:pt x="45761" y="67437"/>
                  </a:cubicBezTo>
                  <a:cubicBezTo>
                    <a:pt x="57260" y="61627"/>
                    <a:pt x="66669" y="51911"/>
                    <a:pt x="77504" y="45148"/>
                  </a:cubicBezTo>
                  <a:cubicBezTo>
                    <a:pt x="85297" y="40386"/>
                    <a:pt x="92900" y="37814"/>
                    <a:pt x="94135" y="28004"/>
                  </a:cubicBezTo>
                  <a:cubicBezTo>
                    <a:pt x="93742" y="18240"/>
                    <a:pt x="91212" y="8677"/>
                    <a:pt x="86722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47"/>
            <p:cNvSpPr/>
            <p:nvPr/>
          </p:nvSpPr>
          <p:spPr>
            <a:xfrm>
              <a:off x="2719200" y="3314572"/>
              <a:ext cx="93731" cy="48987"/>
            </a:xfrm>
            <a:custGeom>
              <a:avLst/>
              <a:gdLst/>
              <a:ahLst/>
              <a:cxnLst/>
              <a:rect l="l" t="t" r="r" b="b"/>
              <a:pathLst>
                <a:path w="93731" h="48987" extrusionOk="0">
                  <a:moveTo>
                    <a:pt x="93517" y="0"/>
                  </a:moveTo>
                  <a:cubicBezTo>
                    <a:pt x="91997" y="9525"/>
                    <a:pt x="84014" y="12002"/>
                    <a:pt x="76791" y="16764"/>
                  </a:cubicBezTo>
                  <a:cubicBezTo>
                    <a:pt x="65766" y="23622"/>
                    <a:pt x="55977" y="33528"/>
                    <a:pt x="44573" y="39434"/>
                  </a:cubicBezTo>
                  <a:cubicBezTo>
                    <a:pt x="33168" y="45339"/>
                    <a:pt x="7413" y="50102"/>
                    <a:pt x="0" y="36481"/>
                  </a:cubicBezTo>
                  <a:cubicBezTo>
                    <a:pt x="4087" y="54864"/>
                    <a:pt x="33929" y="49149"/>
                    <a:pt x="45333" y="43339"/>
                  </a:cubicBezTo>
                  <a:cubicBezTo>
                    <a:pt x="56738" y="37529"/>
                    <a:pt x="66241" y="27813"/>
                    <a:pt x="77076" y="21050"/>
                  </a:cubicBezTo>
                  <a:cubicBezTo>
                    <a:pt x="84869" y="16288"/>
                    <a:pt x="92472" y="13716"/>
                    <a:pt x="93707" y="3905"/>
                  </a:cubicBezTo>
                  <a:cubicBezTo>
                    <a:pt x="93771" y="2600"/>
                    <a:pt x="93707" y="1296"/>
                    <a:pt x="935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47"/>
            <p:cNvSpPr/>
            <p:nvPr/>
          </p:nvSpPr>
          <p:spPr>
            <a:xfrm>
              <a:off x="2753699" y="2913665"/>
              <a:ext cx="223980" cy="387148"/>
            </a:xfrm>
            <a:custGeom>
              <a:avLst/>
              <a:gdLst/>
              <a:ahLst/>
              <a:cxnLst/>
              <a:rect l="l" t="t" r="r" b="b"/>
              <a:pathLst>
                <a:path w="223980" h="387148" extrusionOk="0">
                  <a:moveTo>
                    <a:pt x="222484" y="14288"/>
                  </a:moveTo>
                  <a:cubicBezTo>
                    <a:pt x="189070" y="18698"/>
                    <a:pt x="155091" y="13754"/>
                    <a:pt x="124310" y="0"/>
                  </a:cubicBezTo>
                  <a:cubicBezTo>
                    <a:pt x="124310" y="10478"/>
                    <a:pt x="125355" y="19717"/>
                    <a:pt x="125355" y="19717"/>
                  </a:cubicBezTo>
                  <a:cubicBezTo>
                    <a:pt x="85439" y="48292"/>
                    <a:pt x="5227" y="95917"/>
                    <a:pt x="0" y="128683"/>
                  </a:cubicBezTo>
                  <a:cubicBezTo>
                    <a:pt x="5227" y="232601"/>
                    <a:pt x="21003" y="381000"/>
                    <a:pt x="25470" y="383096"/>
                  </a:cubicBezTo>
                  <a:cubicBezTo>
                    <a:pt x="38015" y="389096"/>
                    <a:pt x="46759" y="388144"/>
                    <a:pt x="52651" y="382143"/>
                  </a:cubicBezTo>
                  <a:cubicBezTo>
                    <a:pt x="52651" y="382143"/>
                    <a:pt x="77836" y="294132"/>
                    <a:pt x="70518" y="164973"/>
                  </a:cubicBezTo>
                  <a:cubicBezTo>
                    <a:pt x="70518" y="164973"/>
                    <a:pt x="210414" y="102870"/>
                    <a:pt x="219537" y="68961"/>
                  </a:cubicBezTo>
                  <a:cubicBezTo>
                    <a:pt x="223607" y="55254"/>
                    <a:pt x="224900" y="40881"/>
                    <a:pt x="223339" y="26670"/>
                  </a:cubicBezTo>
                  <a:cubicBezTo>
                    <a:pt x="223244" y="22574"/>
                    <a:pt x="222959" y="18383"/>
                    <a:pt x="222484" y="1428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47"/>
            <p:cNvSpPr/>
            <p:nvPr/>
          </p:nvSpPr>
          <p:spPr>
            <a:xfrm>
              <a:off x="2814713" y="2914427"/>
              <a:ext cx="222989" cy="419220"/>
            </a:xfrm>
            <a:custGeom>
              <a:avLst/>
              <a:gdLst/>
              <a:ahLst/>
              <a:cxnLst/>
              <a:rect l="l" t="t" r="r" b="b"/>
              <a:pathLst>
                <a:path w="222989" h="419220" extrusionOk="0">
                  <a:moveTo>
                    <a:pt x="207943" y="0"/>
                  </a:moveTo>
                  <a:cubicBezTo>
                    <a:pt x="181465" y="11887"/>
                    <a:pt x="152119" y="15821"/>
                    <a:pt x="123454" y="11334"/>
                  </a:cubicBezTo>
                  <a:cubicBezTo>
                    <a:pt x="123454" y="25241"/>
                    <a:pt x="125450" y="51340"/>
                    <a:pt x="125450" y="51340"/>
                  </a:cubicBezTo>
                  <a:cubicBezTo>
                    <a:pt x="85534" y="79915"/>
                    <a:pt x="5227" y="127540"/>
                    <a:pt x="0" y="160210"/>
                  </a:cubicBezTo>
                  <a:cubicBezTo>
                    <a:pt x="5227" y="264128"/>
                    <a:pt x="14921" y="414623"/>
                    <a:pt x="19008" y="416528"/>
                  </a:cubicBezTo>
                  <a:cubicBezTo>
                    <a:pt x="30005" y="421205"/>
                    <a:pt x="42648" y="419719"/>
                    <a:pt x="52271" y="412623"/>
                  </a:cubicBezTo>
                  <a:cubicBezTo>
                    <a:pt x="52271" y="412623"/>
                    <a:pt x="77456" y="325755"/>
                    <a:pt x="70138" y="196596"/>
                  </a:cubicBezTo>
                  <a:cubicBezTo>
                    <a:pt x="70138" y="194119"/>
                    <a:pt x="189981" y="134969"/>
                    <a:pt x="205187" y="119348"/>
                  </a:cubicBezTo>
                  <a:cubicBezTo>
                    <a:pt x="220393" y="103727"/>
                    <a:pt x="223339" y="80486"/>
                    <a:pt x="222959" y="58293"/>
                  </a:cubicBezTo>
                  <a:cubicBezTo>
                    <a:pt x="221907" y="38052"/>
                    <a:pt x="216800" y="18221"/>
                    <a:pt x="20794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47"/>
            <p:cNvSpPr/>
            <p:nvPr/>
          </p:nvSpPr>
          <p:spPr>
            <a:xfrm>
              <a:off x="2731717" y="2888138"/>
              <a:ext cx="333476" cy="307358"/>
            </a:xfrm>
            <a:custGeom>
              <a:avLst/>
              <a:gdLst/>
              <a:ahLst/>
              <a:cxnLst/>
              <a:rect l="l" t="t" r="r" b="b"/>
              <a:pathLst>
                <a:path w="333476" h="307358" extrusionOk="0">
                  <a:moveTo>
                    <a:pt x="320305" y="48292"/>
                  </a:moveTo>
                  <a:cubicBezTo>
                    <a:pt x="320305" y="48292"/>
                    <a:pt x="364593" y="126968"/>
                    <a:pt x="290749" y="167449"/>
                  </a:cubicBezTo>
                  <a:cubicBezTo>
                    <a:pt x="212818" y="210121"/>
                    <a:pt x="165299" y="220123"/>
                    <a:pt x="165299" y="220123"/>
                  </a:cubicBezTo>
                  <a:lnTo>
                    <a:pt x="153609" y="222885"/>
                  </a:lnTo>
                  <a:cubicBezTo>
                    <a:pt x="157270" y="250003"/>
                    <a:pt x="157270" y="277492"/>
                    <a:pt x="153609" y="304609"/>
                  </a:cubicBezTo>
                  <a:cubicBezTo>
                    <a:pt x="153609" y="304609"/>
                    <a:pt x="98012" y="323659"/>
                    <a:pt x="27114" y="261461"/>
                  </a:cubicBezTo>
                  <a:lnTo>
                    <a:pt x="3544" y="185261"/>
                  </a:lnTo>
                  <a:lnTo>
                    <a:pt x="788" y="165545"/>
                  </a:lnTo>
                  <a:cubicBezTo>
                    <a:pt x="-1935" y="151667"/>
                    <a:pt x="2495" y="137350"/>
                    <a:pt x="12573" y="127445"/>
                  </a:cubicBezTo>
                  <a:cubicBezTo>
                    <a:pt x="29585" y="112014"/>
                    <a:pt x="83566" y="72390"/>
                    <a:pt x="117114" y="49721"/>
                  </a:cubicBezTo>
                  <a:cubicBezTo>
                    <a:pt x="150663" y="27051"/>
                    <a:pt x="177463" y="5429"/>
                    <a:pt x="177463" y="5429"/>
                  </a:cubicBezTo>
                  <a:lnTo>
                    <a:pt x="183261" y="0"/>
                  </a:lnTo>
                  <a:cubicBezTo>
                    <a:pt x="183261" y="0"/>
                    <a:pt x="223082" y="31718"/>
                    <a:pt x="295786" y="21050"/>
                  </a:cubicBezTo>
                  <a:cubicBezTo>
                    <a:pt x="305324" y="28794"/>
                    <a:pt x="313597" y="37986"/>
                    <a:pt x="320305" y="48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47"/>
            <p:cNvSpPr/>
            <p:nvPr/>
          </p:nvSpPr>
          <p:spPr>
            <a:xfrm>
              <a:off x="2999836" y="2706202"/>
              <a:ext cx="116284" cy="406848"/>
            </a:xfrm>
            <a:custGeom>
              <a:avLst/>
              <a:gdLst/>
              <a:ahLst/>
              <a:cxnLst/>
              <a:rect l="l" t="t" r="r" b="b"/>
              <a:pathLst>
                <a:path w="116284" h="406848" extrusionOk="0">
                  <a:moveTo>
                    <a:pt x="8279" y="347003"/>
                  </a:moveTo>
                  <a:cubicBezTo>
                    <a:pt x="15045" y="340870"/>
                    <a:pt x="22221" y="335202"/>
                    <a:pt x="29758" y="330049"/>
                  </a:cubicBezTo>
                  <a:cubicBezTo>
                    <a:pt x="37682" y="326020"/>
                    <a:pt x="44955" y="320819"/>
                    <a:pt x="51331" y="314619"/>
                  </a:cubicBezTo>
                  <a:cubicBezTo>
                    <a:pt x="58174" y="307761"/>
                    <a:pt x="68153" y="279186"/>
                    <a:pt x="73475" y="251373"/>
                  </a:cubicBezTo>
                  <a:cubicBezTo>
                    <a:pt x="78266" y="220207"/>
                    <a:pt x="77720" y="188441"/>
                    <a:pt x="71860" y="157456"/>
                  </a:cubicBezTo>
                  <a:cubicBezTo>
                    <a:pt x="62686" y="120423"/>
                    <a:pt x="50251" y="84276"/>
                    <a:pt x="34700" y="49443"/>
                  </a:cubicBezTo>
                  <a:cubicBezTo>
                    <a:pt x="25196" y="28583"/>
                    <a:pt x="30423" y="15819"/>
                    <a:pt x="39452" y="6580"/>
                  </a:cubicBezTo>
                  <a:cubicBezTo>
                    <a:pt x="50001" y="-4278"/>
                    <a:pt x="61025" y="-3993"/>
                    <a:pt x="73570" y="25154"/>
                  </a:cubicBezTo>
                  <a:cubicBezTo>
                    <a:pt x="91364" y="65864"/>
                    <a:pt x="104534" y="108459"/>
                    <a:pt x="112821" y="152122"/>
                  </a:cubicBezTo>
                  <a:cubicBezTo>
                    <a:pt x="117848" y="183869"/>
                    <a:pt x="117402" y="216254"/>
                    <a:pt x="111490" y="247848"/>
                  </a:cubicBezTo>
                  <a:cubicBezTo>
                    <a:pt x="106282" y="275538"/>
                    <a:pt x="97767" y="302503"/>
                    <a:pt x="86115" y="328144"/>
                  </a:cubicBezTo>
                  <a:cubicBezTo>
                    <a:pt x="82884" y="335669"/>
                    <a:pt x="82314" y="342051"/>
                    <a:pt x="77847" y="356719"/>
                  </a:cubicBezTo>
                  <a:cubicBezTo>
                    <a:pt x="73538" y="371788"/>
                    <a:pt x="65683" y="385608"/>
                    <a:pt x="54943" y="397010"/>
                  </a:cubicBezTo>
                  <a:cubicBezTo>
                    <a:pt x="45439" y="405963"/>
                    <a:pt x="40402" y="407678"/>
                    <a:pt x="37741" y="406535"/>
                  </a:cubicBezTo>
                  <a:cubicBezTo>
                    <a:pt x="35080" y="405392"/>
                    <a:pt x="34605" y="401677"/>
                    <a:pt x="38501" y="397010"/>
                  </a:cubicBezTo>
                  <a:cubicBezTo>
                    <a:pt x="45267" y="390181"/>
                    <a:pt x="50741" y="382180"/>
                    <a:pt x="54658" y="373388"/>
                  </a:cubicBezTo>
                  <a:cubicBezTo>
                    <a:pt x="54658" y="373388"/>
                    <a:pt x="46294" y="384532"/>
                    <a:pt x="40877" y="390247"/>
                  </a:cubicBezTo>
                  <a:cubicBezTo>
                    <a:pt x="36077" y="395448"/>
                    <a:pt x="30612" y="400001"/>
                    <a:pt x="24626" y="403773"/>
                  </a:cubicBezTo>
                  <a:cubicBezTo>
                    <a:pt x="18829" y="407202"/>
                    <a:pt x="9610" y="403106"/>
                    <a:pt x="13411" y="398343"/>
                  </a:cubicBezTo>
                  <a:cubicBezTo>
                    <a:pt x="17213" y="393581"/>
                    <a:pt x="21490" y="391009"/>
                    <a:pt x="29283" y="382246"/>
                  </a:cubicBezTo>
                  <a:cubicBezTo>
                    <a:pt x="33505" y="377636"/>
                    <a:pt x="37144" y="372512"/>
                    <a:pt x="40117" y="367006"/>
                  </a:cubicBezTo>
                  <a:cubicBezTo>
                    <a:pt x="34526" y="372540"/>
                    <a:pt x="28521" y="377636"/>
                    <a:pt x="22155" y="382246"/>
                  </a:cubicBezTo>
                  <a:cubicBezTo>
                    <a:pt x="17168" y="386199"/>
                    <a:pt x="11176" y="388675"/>
                    <a:pt x="4858" y="389390"/>
                  </a:cubicBezTo>
                  <a:cubicBezTo>
                    <a:pt x="1627" y="389390"/>
                    <a:pt x="-2935" y="385580"/>
                    <a:pt x="2577" y="380341"/>
                  </a:cubicBezTo>
                  <a:cubicBezTo>
                    <a:pt x="10475" y="374912"/>
                    <a:pt x="17659" y="368511"/>
                    <a:pt x="23961" y="361291"/>
                  </a:cubicBezTo>
                  <a:cubicBezTo>
                    <a:pt x="29853" y="353671"/>
                    <a:pt x="32989" y="347575"/>
                    <a:pt x="31088" y="347670"/>
                  </a:cubicBezTo>
                  <a:cubicBezTo>
                    <a:pt x="29188" y="347766"/>
                    <a:pt x="25956" y="352433"/>
                    <a:pt x="18353" y="355957"/>
                  </a:cubicBezTo>
                  <a:cubicBezTo>
                    <a:pt x="10750" y="359481"/>
                    <a:pt x="2007" y="358338"/>
                    <a:pt x="486" y="354052"/>
                  </a:cubicBezTo>
                  <a:cubicBezTo>
                    <a:pt x="-1034" y="349766"/>
                    <a:pt x="1342" y="351576"/>
                    <a:pt x="8279" y="34700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47"/>
            <p:cNvSpPr/>
            <p:nvPr/>
          </p:nvSpPr>
          <p:spPr>
            <a:xfrm>
              <a:off x="3022743" y="2701064"/>
              <a:ext cx="69955" cy="89236"/>
            </a:xfrm>
            <a:custGeom>
              <a:avLst/>
              <a:gdLst/>
              <a:ahLst/>
              <a:cxnLst/>
              <a:rect l="l" t="t" r="r" b="b"/>
              <a:pathLst>
                <a:path w="69955" h="89236" extrusionOk="0">
                  <a:moveTo>
                    <a:pt x="69956" y="69535"/>
                  </a:moveTo>
                  <a:cubicBezTo>
                    <a:pt x="69956" y="69535"/>
                    <a:pt x="43060" y="93443"/>
                    <a:pt x="12933" y="88585"/>
                  </a:cubicBezTo>
                  <a:lnTo>
                    <a:pt x="1338" y="38484"/>
                  </a:lnTo>
                  <a:cubicBezTo>
                    <a:pt x="1338" y="38484"/>
                    <a:pt x="-6550" y="12099"/>
                    <a:pt x="15974" y="2098"/>
                  </a:cubicBezTo>
                  <a:cubicBezTo>
                    <a:pt x="38498" y="-7903"/>
                    <a:pt x="60167" y="18386"/>
                    <a:pt x="69956" y="69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47"/>
            <p:cNvSpPr/>
            <p:nvPr/>
          </p:nvSpPr>
          <p:spPr>
            <a:xfrm>
              <a:off x="2885136" y="2682643"/>
              <a:ext cx="59968" cy="63096"/>
            </a:xfrm>
            <a:custGeom>
              <a:avLst/>
              <a:gdLst/>
              <a:ahLst/>
              <a:cxnLst/>
              <a:rect l="l" t="t" r="r" b="b"/>
              <a:pathLst>
                <a:path w="59968" h="63096" extrusionOk="0">
                  <a:moveTo>
                    <a:pt x="59969" y="422"/>
                  </a:moveTo>
                  <a:cubicBezTo>
                    <a:pt x="59969" y="422"/>
                    <a:pt x="30887" y="-8532"/>
                    <a:pt x="0" y="56048"/>
                  </a:cubicBezTo>
                  <a:lnTo>
                    <a:pt x="11500" y="63096"/>
                  </a:lnTo>
                  <a:cubicBezTo>
                    <a:pt x="25902" y="40903"/>
                    <a:pt x="42113" y="19939"/>
                    <a:pt x="59969" y="42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47"/>
            <p:cNvSpPr/>
            <p:nvPr/>
          </p:nvSpPr>
          <p:spPr>
            <a:xfrm>
              <a:off x="4136405" y="305709"/>
              <a:ext cx="1608303" cy="2009690"/>
            </a:xfrm>
            <a:custGeom>
              <a:avLst/>
              <a:gdLst/>
              <a:ahLst/>
              <a:cxnLst/>
              <a:rect l="l" t="t" r="r" b="b"/>
              <a:pathLst>
                <a:path w="1608303" h="2009690" extrusionOk="0">
                  <a:moveTo>
                    <a:pt x="1566509" y="879931"/>
                  </a:moveTo>
                  <a:lnTo>
                    <a:pt x="54267" y="4869"/>
                  </a:lnTo>
                  <a:cubicBezTo>
                    <a:pt x="46749" y="-388"/>
                    <a:pt x="37093" y="-1464"/>
                    <a:pt x="28606" y="2011"/>
                  </a:cubicBezTo>
                  <a:lnTo>
                    <a:pt x="28606" y="2011"/>
                  </a:lnTo>
                  <a:cubicBezTo>
                    <a:pt x="27970" y="2304"/>
                    <a:pt x="27371" y="2654"/>
                    <a:pt x="26801" y="3059"/>
                  </a:cubicBezTo>
                  <a:lnTo>
                    <a:pt x="0" y="18966"/>
                  </a:lnTo>
                  <a:lnTo>
                    <a:pt x="12925" y="42302"/>
                  </a:lnTo>
                  <a:lnTo>
                    <a:pt x="12925" y="1035093"/>
                  </a:lnTo>
                  <a:cubicBezTo>
                    <a:pt x="12925" y="1065573"/>
                    <a:pt x="31458" y="1101006"/>
                    <a:pt x="54267" y="1114150"/>
                  </a:cubicBezTo>
                  <a:lnTo>
                    <a:pt x="1557195" y="1983783"/>
                  </a:lnTo>
                  <a:lnTo>
                    <a:pt x="1561282" y="2009691"/>
                  </a:lnTo>
                  <a:lnTo>
                    <a:pt x="1591884" y="1992070"/>
                  </a:lnTo>
                  <a:cubicBezTo>
                    <a:pt x="1593367" y="1991412"/>
                    <a:pt x="1594773" y="1990574"/>
                    <a:pt x="1596066" y="1989593"/>
                  </a:cubicBezTo>
                  <a:lnTo>
                    <a:pt x="1596066" y="1989593"/>
                  </a:lnTo>
                  <a:cubicBezTo>
                    <a:pt x="1604800" y="1981363"/>
                    <a:pt x="1609248" y="1969552"/>
                    <a:pt x="1608136" y="1957589"/>
                  </a:cubicBezTo>
                  <a:lnTo>
                    <a:pt x="1608136" y="958988"/>
                  </a:lnTo>
                  <a:cubicBezTo>
                    <a:pt x="1607851" y="928508"/>
                    <a:pt x="1589793" y="893075"/>
                    <a:pt x="1566509" y="879931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47"/>
            <p:cNvSpPr/>
            <p:nvPr/>
          </p:nvSpPr>
          <p:spPr>
            <a:xfrm>
              <a:off x="4119583" y="322825"/>
              <a:ext cx="1594925" cy="1994313"/>
            </a:xfrm>
            <a:custGeom>
              <a:avLst/>
              <a:gdLst/>
              <a:ahLst/>
              <a:cxnLst/>
              <a:rect l="l" t="t" r="r" b="b"/>
              <a:pathLst>
                <a:path w="1594925" h="1994313" extrusionOk="0">
                  <a:moveTo>
                    <a:pt x="1553584" y="1989336"/>
                  </a:moveTo>
                  <a:lnTo>
                    <a:pt x="41342" y="1114274"/>
                  </a:lnTo>
                  <a:cubicBezTo>
                    <a:pt x="18532" y="1101035"/>
                    <a:pt x="0" y="1065697"/>
                    <a:pt x="0" y="1035122"/>
                  </a:cubicBezTo>
                  <a:lnTo>
                    <a:pt x="0" y="36235"/>
                  </a:lnTo>
                  <a:cubicBezTo>
                    <a:pt x="0" y="5755"/>
                    <a:pt x="19008" y="-8247"/>
                    <a:pt x="41342" y="4993"/>
                  </a:cubicBezTo>
                  <a:lnTo>
                    <a:pt x="1553584" y="880055"/>
                  </a:lnTo>
                  <a:cubicBezTo>
                    <a:pt x="1576393" y="893199"/>
                    <a:pt x="1594925" y="928632"/>
                    <a:pt x="1594925" y="959112"/>
                  </a:cubicBezTo>
                  <a:lnTo>
                    <a:pt x="1594925" y="1957999"/>
                  </a:lnTo>
                  <a:cubicBezTo>
                    <a:pt x="1594925" y="1988479"/>
                    <a:pt x="1576393" y="2002576"/>
                    <a:pt x="1553584" y="1989336"/>
                  </a:cubicBezTo>
                  <a:close/>
                </a:path>
              </a:pathLst>
            </a:custGeom>
            <a:solidFill>
              <a:srgbClr val="F8F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47"/>
            <p:cNvSpPr/>
            <p:nvPr/>
          </p:nvSpPr>
          <p:spPr>
            <a:xfrm>
              <a:off x="4241517" y="588041"/>
              <a:ext cx="58543" cy="817911"/>
            </a:xfrm>
            <a:custGeom>
              <a:avLst/>
              <a:gdLst/>
              <a:ahLst/>
              <a:cxnLst/>
              <a:rect l="l" t="t" r="r" b="b"/>
              <a:pathLst>
                <a:path w="58543" h="817911" extrusionOk="0">
                  <a:moveTo>
                    <a:pt x="57878" y="817912"/>
                  </a:moveTo>
                  <a:lnTo>
                    <a:pt x="0" y="783431"/>
                  </a:lnTo>
                  <a:lnTo>
                    <a:pt x="760" y="0"/>
                  </a:lnTo>
                  <a:lnTo>
                    <a:pt x="58543" y="34481"/>
                  </a:lnTo>
                  <a:lnTo>
                    <a:pt x="57878" y="81791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47"/>
            <p:cNvSpPr/>
            <p:nvPr/>
          </p:nvSpPr>
          <p:spPr>
            <a:xfrm>
              <a:off x="4241517" y="1216214"/>
              <a:ext cx="58448" cy="189833"/>
            </a:xfrm>
            <a:custGeom>
              <a:avLst/>
              <a:gdLst/>
              <a:ahLst/>
              <a:cxnLst/>
              <a:rect l="l" t="t" r="r" b="b"/>
              <a:pathLst>
                <a:path w="58448" h="189833" extrusionOk="0">
                  <a:moveTo>
                    <a:pt x="57878" y="189833"/>
                  </a:moveTo>
                  <a:lnTo>
                    <a:pt x="0" y="156115"/>
                  </a:lnTo>
                  <a:lnTo>
                    <a:pt x="570" y="0"/>
                  </a:lnTo>
                  <a:lnTo>
                    <a:pt x="58448" y="33814"/>
                  </a:lnTo>
                  <a:lnTo>
                    <a:pt x="57878" y="189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47"/>
            <p:cNvSpPr/>
            <p:nvPr/>
          </p:nvSpPr>
          <p:spPr>
            <a:xfrm>
              <a:off x="4424940" y="694149"/>
              <a:ext cx="58353" cy="818006"/>
            </a:xfrm>
            <a:custGeom>
              <a:avLst/>
              <a:gdLst/>
              <a:ahLst/>
              <a:cxnLst/>
              <a:rect l="l" t="t" r="r" b="b"/>
              <a:pathLst>
                <a:path w="58353" h="818006" extrusionOk="0">
                  <a:moveTo>
                    <a:pt x="57878" y="818007"/>
                  </a:moveTo>
                  <a:lnTo>
                    <a:pt x="0" y="783336"/>
                  </a:lnTo>
                  <a:lnTo>
                    <a:pt x="570" y="0"/>
                  </a:lnTo>
                  <a:lnTo>
                    <a:pt x="58353" y="34766"/>
                  </a:lnTo>
                  <a:lnTo>
                    <a:pt x="57878" y="81800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47"/>
            <p:cNvSpPr/>
            <p:nvPr/>
          </p:nvSpPr>
          <p:spPr>
            <a:xfrm>
              <a:off x="4424940" y="1350993"/>
              <a:ext cx="58353" cy="161258"/>
            </a:xfrm>
            <a:custGeom>
              <a:avLst/>
              <a:gdLst/>
              <a:ahLst/>
              <a:cxnLst/>
              <a:rect l="l" t="t" r="r" b="b"/>
              <a:pathLst>
                <a:path w="58353" h="161258" extrusionOk="0">
                  <a:moveTo>
                    <a:pt x="57878" y="161258"/>
                  </a:moveTo>
                  <a:lnTo>
                    <a:pt x="0" y="127444"/>
                  </a:lnTo>
                  <a:lnTo>
                    <a:pt x="475" y="0"/>
                  </a:lnTo>
                  <a:lnTo>
                    <a:pt x="58353" y="33719"/>
                  </a:lnTo>
                  <a:lnTo>
                    <a:pt x="57878" y="161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47"/>
            <p:cNvSpPr/>
            <p:nvPr/>
          </p:nvSpPr>
          <p:spPr>
            <a:xfrm>
              <a:off x="4608458" y="801877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47"/>
            <p:cNvSpPr/>
            <p:nvPr/>
          </p:nvSpPr>
          <p:spPr>
            <a:xfrm>
              <a:off x="4608458" y="1266316"/>
              <a:ext cx="59113" cy="352044"/>
            </a:xfrm>
            <a:custGeom>
              <a:avLst/>
              <a:gdLst/>
              <a:ahLst/>
              <a:cxnLst/>
              <a:rect l="l" t="t" r="r" b="b"/>
              <a:pathLst>
                <a:path w="59113" h="352044" extrusionOk="0">
                  <a:moveTo>
                    <a:pt x="57878" y="352044"/>
                  </a:moveTo>
                  <a:lnTo>
                    <a:pt x="0" y="318325"/>
                  </a:lnTo>
                  <a:lnTo>
                    <a:pt x="1235" y="0"/>
                  </a:lnTo>
                  <a:lnTo>
                    <a:pt x="59113" y="33814"/>
                  </a:lnTo>
                  <a:lnTo>
                    <a:pt x="57878" y="3520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47"/>
            <p:cNvSpPr/>
            <p:nvPr/>
          </p:nvSpPr>
          <p:spPr>
            <a:xfrm>
              <a:off x="4793306" y="908938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47"/>
            <p:cNvSpPr/>
            <p:nvPr/>
          </p:nvSpPr>
          <p:spPr>
            <a:xfrm>
              <a:off x="4793306" y="1421097"/>
              <a:ext cx="58923" cy="304228"/>
            </a:xfrm>
            <a:custGeom>
              <a:avLst/>
              <a:gdLst/>
              <a:ahLst/>
              <a:cxnLst/>
              <a:rect l="l" t="t" r="r" b="b"/>
              <a:pathLst>
                <a:path w="58923" h="304228" extrusionOk="0">
                  <a:moveTo>
                    <a:pt x="57783" y="304229"/>
                  </a:moveTo>
                  <a:lnTo>
                    <a:pt x="0" y="270510"/>
                  </a:lnTo>
                  <a:lnTo>
                    <a:pt x="1046" y="0"/>
                  </a:lnTo>
                  <a:lnTo>
                    <a:pt x="58924" y="33719"/>
                  </a:lnTo>
                  <a:lnTo>
                    <a:pt x="57783" y="3042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47"/>
            <p:cNvSpPr/>
            <p:nvPr/>
          </p:nvSpPr>
          <p:spPr>
            <a:xfrm>
              <a:off x="4978440" y="1016189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47"/>
            <p:cNvSpPr/>
            <p:nvPr/>
          </p:nvSpPr>
          <p:spPr>
            <a:xfrm>
              <a:off x="4978440" y="1384997"/>
              <a:ext cx="59493" cy="447484"/>
            </a:xfrm>
            <a:custGeom>
              <a:avLst/>
              <a:gdLst/>
              <a:ahLst/>
              <a:cxnLst/>
              <a:rect l="l" t="t" r="r" b="b"/>
              <a:pathLst>
                <a:path w="59493" h="447484" extrusionOk="0">
                  <a:moveTo>
                    <a:pt x="57878" y="447485"/>
                  </a:moveTo>
                  <a:lnTo>
                    <a:pt x="0" y="413671"/>
                  </a:lnTo>
                  <a:lnTo>
                    <a:pt x="1615" y="0"/>
                  </a:lnTo>
                  <a:lnTo>
                    <a:pt x="59494" y="33719"/>
                  </a:lnTo>
                  <a:lnTo>
                    <a:pt x="57878" y="447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47"/>
            <p:cNvSpPr/>
            <p:nvPr/>
          </p:nvSpPr>
          <p:spPr>
            <a:xfrm>
              <a:off x="5164524" y="1123917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47"/>
            <p:cNvSpPr/>
            <p:nvPr/>
          </p:nvSpPr>
          <p:spPr>
            <a:xfrm>
              <a:off x="5164524" y="1368614"/>
              <a:ext cx="59968" cy="571500"/>
            </a:xfrm>
            <a:custGeom>
              <a:avLst/>
              <a:gdLst/>
              <a:ahLst/>
              <a:cxnLst/>
              <a:rect l="l" t="t" r="r" b="b"/>
              <a:pathLst>
                <a:path w="59968" h="571500" extrusionOk="0">
                  <a:moveTo>
                    <a:pt x="57783" y="571500"/>
                  </a:moveTo>
                  <a:lnTo>
                    <a:pt x="0" y="537782"/>
                  </a:lnTo>
                  <a:lnTo>
                    <a:pt x="2091" y="0"/>
                  </a:lnTo>
                  <a:lnTo>
                    <a:pt x="59969" y="33814"/>
                  </a:lnTo>
                  <a:lnTo>
                    <a:pt x="57783" y="57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47"/>
            <p:cNvSpPr/>
            <p:nvPr/>
          </p:nvSpPr>
          <p:spPr>
            <a:xfrm>
              <a:off x="5351084" y="1231931"/>
              <a:ext cx="61014" cy="816578"/>
            </a:xfrm>
            <a:custGeom>
              <a:avLst/>
              <a:gdLst/>
              <a:ahLst/>
              <a:cxnLst/>
              <a:rect l="l" t="t" r="r" b="b"/>
              <a:pathLst>
                <a:path w="61014" h="816578" extrusionOk="0">
                  <a:moveTo>
                    <a:pt x="57878" y="816578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47"/>
            <p:cNvSpPr/>
            <p:nvPr/>
          </p:nvSpPr>
          <p:spPr>
            <a:xfrm>
              <a:off x="5351179" y="1342992"/>
              <a:ext cx="60443" cy="705135"/>
            </a:xfrm>
            <a:custGeom>
              <a:avLst/>
              <a:gdLst/>
              <a:ahLst/>
              <a:cxnLst/>
              <a:rect l="l" t="t" r="r" b="b"/>
              <a:pathLst>
                <a:path w="60443" h="705135" extrusionOk="0">
                  <a:moveTo>
                    <a:pt x="57783" y="705136"/>
                  </a:moveTo>
                  <a:lnTo>
                    <a:pt x="0" y="671417"/>
                  </a:lnTo>
                  <a:lnTo>
                    <a:pt x="2661" y="0"/>
                  </a:lnTo>
                  <a:lnTo>
                    <a:pt x="60444" y="33814"/>
                  </a:lnTo>
                  <a:lnTo>
                    <a:pt x="57783" y="705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47"/>
            <p:cNvSpPr/>
            <p:nvPr/>
          </p:nvSpPr>
          <p:spPr>
            <a:xfrm>
              <a:off x="5538879" y="1340706"/>
              <a:ext cx="61014" cy="816483"/>
            </a:xfrm>
            <a:custGeom>
              <a:avLst/>
              <a:gdLst/>
              <a:ahLst/>
              <a:cxnLst/>
              <a:rect l="l" t="t" r="r" b="b"/>
              <a:pathLst>
                <a:path w="61014" h="816483" extrusionOk="0">
                  <a:moveTo>
                    <a:pt x="57878" y="816483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47"/>
            <p:cNvSpPr/>
            <p:nvPr/>
          </p:nvSpPr>
          <p:spPr>
            <a:xfrm>
              <a:off x="5538879" y="1442147"/>
              <a:ext cx="60634" cy="714660"/>
            </a:xfrm>
            <a:custGeom>
              <a:avLst/>
              <a:gdLst/>
              <a:ahLst/>
              <a:cxnLst/>
              <a:rect l="l" t="t" r="r" b="b"/>
              <a:pathLst>
                <a:path w="60634" h="714660" extrusionOk="0">
                  <a:moveTo>
                    <a:pt x="57878" y="714661"/>
                  </a:moveTo>
                  <a:lnTo>
                    <a:pt x="0" y="680847"/>
                  </a:lnTo>
                  <a:lnTo>
                    <a:pt x="2756" y="0"/>
                  </a:lnTo>
                  <a:lnTo>
                    <a:pt x="60634" y="33814"/>
                  </a:lnTo>
                  <a:lnTo>
                    <a:pt x="57878" y="714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47"/>
            <p:cNvSpPr/>
            <p:nvPr/>
          </p:nvSpPr>
          <p:spPr>
            <a:xfrm>
              <a:off x="4516176" y="748442"/>
              <a:ext cx="61299" cy="816768"/>
            </a:xfrm>
            <a:custGeom>
              <a:avLst/>
              <a:gdLst/>
              <a:ahLst/>
              <a:cxnLst/>
              <a:rect l="l" t="t" r="r" b="b"/>
              <a:pathLst>
                <a:path w="61299" h="816768" extrusionOk="0">
                  <a:moveTo>
                    <a:pt x="58163" y="816769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300" y="34004"/>
                  </a:lnTo>
                  <a:lnTo>
                    <a:pt x="58163" y="816769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47"/>
            <p:cNvSpPr/>
            <p:nvPr/>
          </p:nvSpPr>
          <p:spPr>
            <a:xfrm>
              <a:off x="4516366" y="1270221"/>
              <a:ext cx="58923" cy="294893"/>
            </a:xfrm>
            <a:custGeom>
              <a:avLst/>
              <a:gdLst/>
              <a:ahLst/>
              <a:cxnLst/>
              <a:rect l="l" t="t" r="r" b="b"/>
              <a:pathLst>
                <a:path w="58923" h="294893" extrusionOk="0">
                  <a:moveTo>
                    <a:pt x="57783" y="294894"/>
                  </a:moveTo>
                  <a:lnTo>
                    <a:pt x="0" y="261080"/>
                  </a:lnTo>
                  <a:lnTo>
                    <a:pt x="1045" y="0"/>
                  </a:lnTo>
                  <a:lnTo>
                    <a:pt x="58923" y="33814"/>
                  </a:lnTo>
                  <a:lnTo>
                    <a:pt x="57783" y="2948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47"/>
            <p:cNvSpPr/>
            <p:nvPr/>
          </p:nvSpPr>
          <p:spPr>
            <a:xfrm>
              <a:off x="4700740" y="855312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47"/>
            <p:cNvSpPr/>
            <p:nvPr/>
          </p:nvSpPr>
          <p:spPr>
            <a:xfrm>
              <a:off x="4700740" y="1272031"/>
              <a:ext cx="59303" cy="399764"/>
            </a:xfrm>
            <a:custGeom>
              <a:avLst/>
              <a:gdLst/>
              <a:ahLst/>
              <a:cxnLst/>
              <a:rect l="l" t="t" r="r" b="b"/>
              <a:pathLst>
                <a:path w="59303" h="399764" extrusionOk="0">
                  <a:moveTo>
                    <a:pt x="57783" y="399764"/>
                  </a:moveTo>
                  <a:lnTo>
                    <a:pt x="0" y="365951"/>
                  </a:lnTo>
                  <a:lnTo>
                    <a:pt x="1426" y="0"/>
                  </a:lnTo>
                  <a:lnTo>
                    <a:pt x="59304" y="33814"/>
                  </a:lnTo>
                  <a:lnTo>
                    <a:pt x="57783" y="3997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47"/>
            <p:cNvSpPr/>
            <p:nvPr/>
          </p:nvSpPr>
          <p:spPr>
            <a:xfrm>
              <a:off x="4885398" y="962278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47"/>
            <p:cNvSpPr/>
            <p:nvPr/>
          </p:nvSpPr>
          <p:spPr>
            <a:xfrm>
              <a:off x="4885398" y="1264506"/>
              <a:ext cx="59778" cy="514159"/>
            </a:xfrm>
            <a:custGeom>
              <a:avLst/>
              <a:gdLst/>
              <a:ahLst/>
              <a:cxnLst/>
              <a:rect l="l" t="t" r="r" b="b"/>
              <a:pathLst>
                <a:path w="59778" h="514159" extrusionOk="0">
                  <a:moveTo>
                    <a:pt x="57783" y="514159"/>
                  </a:moveTo>
                  <a:lnTo>
                    <a:pt x="0" y="480346"/>
                  </a:lnTo>
                  <a:lnTo>
                    <a:pt x="1901" y="0"/>
                  </a:lnTo>
                  <a:lnTo>
                    <a:pt x="59779" y="33719"/>
                  </a:lnTo>
                  <a:lnTo>
                    <a:pt x="57783" y="5141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2" name="Google Shape;3632;p47"/>
            <p:cNvSpPr/>
            <p:nvPr/>
          </p:nvSpPr>
          <p:spPr>
            <a:xfrm>
              <a:off x="5071197" y="1069910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878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3" name="Google Shape;3633;p47"/>
            <p:cNvSpPr/>
            <p:nvPr/>
          </p:nvSpPr>
          <p:spPr>
            <a:xfrm>
              <a:off x="5071197" y="1371948"/>
              <a:ext cx="59778" cy="514254"/>
            </a:xfrm>
            <a:custGeom>
              <a:avLst/>
              <a:gdLst/>
              <a:ahLst/>
              <a:cxnLst/>
              <a:rect l="l" t="t" r="r" b="b"/>
              <a:pathLst>
                <a:path w="59778" h="514254" extrusionOk="0">
                  <a:moveTo>
                    <a:pt x="57878" y="514255"/>
                  </a:moveTo>
                  <a:lnTo>
                    <a:pt x="0" y="480441"/>
                  </a:lnTo>
                  <a:lnTo>
                    <a:pt x="1901" y="0"/>
                  </a:lnTo>
                  <a:lnTo>
                    <a:pt x="59779" y="33814"/>
                  </a:lnTo>
                  <a:lnTo>
                    <a:pt x="57878" y="5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47"/>
            <p:cNvSpPr/>
            <p:nvPr/>
          </p:nvSpPr>
          <p:spPr>
            <a:xfrm>
              <a:off x="5257662" y="1177829"/>
              <a:ext cx="60919" cy="816482"/>
            </a:xfrm>
            <a:custGeom>
              <a:avLst/>
              <a:gdLst/>
              <a:ahLst/>
              <a:cxnLst/>
              <a:rect l="l" t="t" r="r" b="b"/>
              <a:pathLst>
                <a:path w="60919" h="816482" extrusionOk="0">
                  <a:moveTo>
                    <a:pt x="57783" y="816483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47"/>
            <p:cNvSpPr/>
            <p:nvPr/>
          </p:nvSpPr>
          <p:spPr>
            <a:xfrm>
              <a:off x="5257662" y="1365376"/>
              <a:ext cx="60253" cy="628649"/>
            </a:xfrm>
            <a:custGeom>
              <a:avLst/>
              <a:gdLst/>
              <a:ahLst/>
              <a:cxnLst/>
              <a:rect l="l" t="t" r="r" b="b"/>
              <a:pathLst>
                <a:path w="60253" h="628649" extrusionOk="0">
                  <a:moveTo>
                    <a:pt x="57878" y="628650"/>
                  </a:moveTo>
                  <a:lnTo>
                    <a:pt x="0" y="594932"/>
                  </a:lnTo>
                  <a:lnTo>
                    <a:pt x="2376" y="0"/>
                  </a:lnTo>
                  <a:lnTo>
                    <a:pt x="60254" y="33719"/>
                  </a:lnTo>
                  <a:lnTo>
                    <a:pt x="57878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47"/>
            <p:cNvSpPr/>
            <p:nvPr/>
          </p:nvSpPr>
          <p:spPr>
            <a:xfrm>
              <a:off x="5444886" y="1286223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47"/>
            <p:cNvSpPr/>
            <p:nvPr/>
          </p:nvSpPr>
          <p:spPr>
            <a:xfrm>
              <a:off x="5444886" y="1359185"/>
              <a:ext cx="60729" cy="743235"/>
            </a:xfrm>
            <a:custGeom>
              <a:avLst/>
              <a:gdLst/>
              <a:ahLst/>
              <a:cxnLst/>
              <a:rect l="l" t="t" r="r" b="b"/>
              <a:pathLst>
                <a:path w="60729" h="743235" extrusionOk="0">
                  <a:moveTo>
                    <a:pt x="57878" y="743236"/>
                  </a:moveTo>
                  <a:lnTo>
                    <a:pt x="0" y="709422"/>
                  </a:lnTo>
                  <a:lnTo>
                    <a:pt x="2851" y="0"/>
                  </a:lnTo>
                  <a:lnTo>
                    <a:pt x="60729" y="33814"/>
                  </a:lnTo>
                  <a:lnTo>
                    <a:pt x="57878" y="743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47"/>
            <p:cNvSpPr/>
            <p:nvPr/>
          </p:nvSpPr>
          <p:spPr>
            <a:xfrm>
              <a:off x="4333133" y="641190"/>
              <a:ext cx="58828" cy="817816"/>
            </a:xfrm>
            <a:custGeom>
              <a:avLst/>
              <a:gdLst/>
              <a:ahLst/>
              <a:cxnLst/>
              <a:rect l="l" t="t" r="r" b="b"/>
              <a:pathLst>
                <a:path w="58828" h="817816" extrusionOk="0">
                  <a:moveTo>
                    <a:pt x="57878" y="817817"/>
                  </a:moveTo>
                  <a:lnTo>
                    <a:pt x="0" y="783527"/>
                  </a:lnTo>
                  <a:lnTo>
                    <a:pt x="950" y="0"/>
                  </a:lnTo>
                  <a:lnTo>
                    <a:pt x="58828" y="34385"/>
                  </a:lnTo>
                  <a:lnTo>
                    <a:pt x="57878" y="81781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47"/>
            <p:cNvSpPr/>
            <p:nvPr/>
          </p:nvSpPr>
          <p:spPr>
            <a:xfrm>
              <a:off x="4333133" y="1231074"/>
              <a:ext cx="58638" cy="228028"/>
            </a:xfrm>
            <a:custGeom>
              <a:avLst/>
              <a:gdLst/>
              <a:ahLst/>
              <a:cxnLst/>
              <a:rect l="l" t="t" r="r" b="b"/>
              <a:pathLst>
                <a:path w="58638" h="228028" extrusionOk="0">
                  <a:moveTo>
                    <a:pt x="57783" y="228028"/>
                  </a:moveTo>
                  <a:lnTo>
                    <a:pt x="0" y="194215"/>
                  </a:lnTo>
                  <a:lnTo>
                    <a:pt x="760" y="0"/>
                  </a:lnTo>
                  <a:lnTo>
                    <a:pt x="58638" y="33718"/>
                  </a:lnTo>
                  <a:lnTo>
                    <a:pt x="57783" y="2280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47"/>
            <p:cNvSpPr/>
            <p:nvPr/>
          </p:nvSpPr>
          <p:spPr>
            <a:xfrm rot="-1801764">
              <a:off x="4182051" y="402648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47"/>
            <p:cNvSpPr/>
            <p:nvPr/>
          </p:nvSpPr>
          <p:spPr>
            <a:xfrm rot="-1801764">
              <a:off x="4256393" y="445744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47"/>
            <p:cNvSpPr/>
            <p:nvPr/>
          </p:nvSpPr>
          <p:spPr>
            <a:xfrm rot="-1801764">
              <a:off x="4330817" y="488696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47"/>
            <p:cNvSpPr/>
            <p:nvPr/>
          </p:nvSpPr>
          <p:spPr>
            <a:xfrm>
              <a:off x="4106792" y="1565782"/>
              <a:ext cx="86160" cy="187928"/>
            </a:xfrm>
            <a:custGeom>
              <a:avLst/>
              <a:gdLst/>
              <a:ahLst/>
              <a:cxnLst/>
              <a:rect l="l" t="t" r="r" b="b"/>
              <a:pathLst>
                <a:path w="86160" h="187928" extrusionOk="0">
                  <a:moveTo>
                    <a:pt x="18969" y="0"/>
                  </a:moveTo>
                  <a:cubicBezTo>
                    <a:pt x="16973" y="17526"/>
                    <a:pt x="-3840" y="92964"/>
                    <a:pt x="627" y="118777"/>
                  </a:cubicBezTo>
                  <a:cubicBezTo>
                    <a:pt x="5093" y="144589"/>
                    <a:pt x="76657" y="187928"/>
                    <a:pt x="76657" y="187928"/>
                  </a:cubicBezTo>
                  <a:lnTo>
                    <a:pt x="86161" y="143637"/>
                  </a:lnTo>
                  <a:lnTo>
                    <a:pt x="46815" y="104966"/>
                  </a:lnTo>
                  <a:lnTo>
                    <a:pt x="57459" y="31718"/>
                  </a:ln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47"/>
            <p:cNvSpPr/>
            <p:nvPr/>
          </p:nvSpPr>
          <p:spPr>
            <a:xfrm>
              <a:off x="4118918" y="1488575"/>
              <a:ext cx="61869" cy="119039"/>
            </a:xfrm>
            <a:custGeom>
              <a:avLst/>
              <a:gdLst/>
              <a:ahLst/>
              <a:cxnLst/>
              <a:rect l="l" t="t" r="r" b="b"/>
              <a:pathLst>
                <a:path w="61869" h="119039" extrusionOk="0">
                  <a:moveTo>
                    <a:pt x="61870" y="2912"/>
                  </a:moveTo>
                  <a:cubicBezTo>
                    <a:pt x="47538" y="-3775"/>
                    <a:pt x="30479" y="1397"/>
                    <a:pt x="22239" y="14913"/>
                  </a:cubicBezTo>
                  <a:cubicBezTo>
                    <a:pt x="11785" y="32249"/>
                    <a:pt x="950" y="91780"/>
                    <a:pt x="0" y="101972"/>
                  </a:cubicBezTo>
                  <a:cubicBezTo>
                    <a:pt x="8496" y="113573"/>
                    <a:pt x="22362" y="119984"/>
                    <a:pt x="36685" y="11892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47"/>
            <p:cNvSpPr/>
            <p:nvPr/>
          </p:nvSpPr>
          <p:spPr>
            <a:xfrm>
              <a:off x="4255221" y="2314593"/>
              <a:ext cx="133508" cy="75339"/>
            </a:xfrm>
            <a:custGeom>
              <a:avLst/>
              <a:gdLst/>
              <a:ahLst/>
              <a:cxnLst/>
              <a:rect l="l" t="t" r="r" b="b"/>
              <a:pathLst>
                <a:path w="133508" h="75339" extrusionOk="0">
                  <a:moveTo>
                    <a:pt x="6824" y="18142"/>
                  </a:moveTo>
                  <a:cubicBezTo>
                    <a:pt x="22296" y="22429"/>
                    <a:pt x="38833" y="20409"/>
                    <a:pt x="52822" y="12522"/>
                  </a:cubicBezTo>
                  <a:cubicBezTo>
                    <a:pt x="63942" y="12522"/>
                    <a:pt x="124101" y="-12909"/>
                    <a:pt x="132274" y="8712"/>
                  </a:cubicBezTo>
                  <a:cubicBezTo>
                    <a:pt x="139497" y="27762"/>
                    <a:pt x="113266" y="45288"/>
                    <a:pt x="99486" y="48717"/>
                  </a:cubicBezTo>
                  <a:cubicBezTo>
                    <a:pt x="69074" y="56052"/>
                    <a:pt x="46550" y="71292"/>
                    <a:pt x="34385" y="73863"/>
                  </a:cubicBezTo>
                  <a:cubicBezTo>
                    <a:pt x="24881" y="75768"/>
                    <a:pt x="13477" y="77007"/>
                    <a:pt x="5874" y="69863"/>
                  </a:cubicBezTo>
                  <a:cubicBezTo>
                    <a:pt x="-2110" y="61291"/>
                    <a:pt x="-2110" y="29382"/>
                    <a:pt x="6824" y="1814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47"/>
            <p:cNvSpPr/>
            <p:nvPr/>
          </p:nvSpPr>
          <p:spPr>
            <a:xfrm>
              <a:off x="4257103" y="2327115"/>
              <a:ext cx="131644" cy="62816"/>
            </a:xfrm>
            <a:custGeom>
              <a:avLst/>
              <a:gdLst/>
              <a:ahLst/>
              <a:cxnLst/>
              <a:rect l="l" t="t" r="r" b="b"/>
              <a:pathLst>
                <a:path w="131644" h="62816" extrusionOk="0">
                  <a:moveTo>
                    <a:pt x="32503" y="56102"/>
                  </a:moveTo>
                  <a:cubicBezTo>
                    <a:pt x="44668" y="53531"/>
                    <a:pt x="67192" y="38291"/>
                    <a:pt x="97604" y="30956"/>
                  </a:cubicBezTo>
                  <a:cubicBezTo>
                    <a:pt x="109294" y="28099"/>
                    <a:pt x="129347" y="15240"/>
                    <a:pt x="131437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93"/>
                    <a:pt x="713" y="52807"/>
                    <a:pt x="0" y="50102"/>
                  </a:cubicBezTo>
                  <a:cubicBezTo>
                    <a:pt x="9266" y="57169"/>
                    <a:pt x="21336" y="59398"/>
                    <a:pt x="32503" y="56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47"/>
            <p:cNvSpPr/>
            <p:nvPr/>
          </p:nvSpPr>
          <p:spPr>
            <a:xfrm>
              <a:off x="4157606" y="2270641"/>
              <a:ext cx="133494" cy="75381"/>
            </a:xfrm>
            <a:custGeom>
              <a:avLst/>
              <a:gdLst/>
              <a:ahLst/>
              <a:cxnLst/>
              <a:rect l="l" t="t" r="r" b="b"/>
              <a:pathLst>
                <a:path w="133494" h="75381" extrusionOk="0">
                  <a:moveTo>
                    <a:pt x="6835" y="18184"/>
                  </a:moveTo>
                  <a:cubicBezTo>
                    <a:pt x="22307" y="22413"/>
                    <a:pt x="38825" y="20394"/>
                    <a:pt x="52833" y="12564"/>
                  </a:cubicBezTo>
                  <a:cubicBezTo>
                    <a:pt x="63953" y="12564"/>
                    <a:pt x="124112" y="-12963"/>
                    <a:pt x="132285" y="8754"/>
                  </a:cubicBezTo>
                  <a:cubicBezTo>
                    <a:pt x="139413" y="27804"/>
                    <a:pt x="113277" y="45330"/>
                    <a:pt x="99497" y="48759"/>
                  </a:cubicBezTo>
                  <a:cubicBezTo>
                    <a:pt x="69085" y="56094"/>
                    <a:pt x="46561" y="71334"/>
                    <a:pt x="34396" y="73905"/>
                  </a:cubicBezTo>
                  <a:cubicBezTo>
                    <a:pt x="24892" y="75810"/>
                    <a:pt x="13488" y="77049"/>
                    <a:pt x="5885" y="69905"/>
                  </a:cubicBezTo>
                  <a:cubicBezTo>
                    <a:pt x="-2479" y="61332"/>
                    <a:pt x="-1718" y="29519"/>
                    <a:pt x="6835" y="1818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47"/>
            <p:cNvSpPr/>
            <p:nvPr/>
          </p:nvSpPr>
          <p:spPr>
            <a:xfrm>
              <a:off x="4159499" y="2283205"/>
              <a:ext cx="131564" cy="62816"/>
            </a:xfrm>
            <a:custGeom>
              <a:avLst/>
              <a:gdLst/>
              <a:ahLst/>
              <a:cxnLst/>
              <a:rect l="l" t="t" r="r" b="b"/>
              <a:pathLst>
                <a:path w="131564" h="62816" extrusionOk="0">
                  <a:moveTo>
                    <a:pt x="32503" y="56007"/>
                  </a:moveTo>
                  <a:cubicBezTo>
                    <a:pt x="44668" y="53435"/>
                    <a:pt x="67192" y="38291"/>
                    <a:pt x="97604" y="30861"/>
                  </a:cubicBezTo>
                  <a:cubicBezTo>
                    <a:pt x="109199" y="28099"/>
                    <a:pt x="129347" y="15240"/>
                    <a:pt x="131342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55"/>
                    <a:pt x="713" y="52740"/>
                    <a:pt x="0" y="50006"/>
                  </a:cubicBezTo>
                  <a:cubicBezTo>
                    <a:pt x="9228" y="57160"/>
                    <a:pt x="21336" y="59398"/>
                    <a:pt x="32503" y="56007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47"/>
            <p:cNvSpPr/>
            <p:nvPr/>
          </p:nvSpPr>
          <p:spPr>
            <a:xfrm>
              <a:off x="4157684" y="1783524"/>
              <a:ext cx="195217" cy="552238"/>
            </a:xfrm>
            <a:custGeom>
              <a:avLst/>
              <a:gdLst/>
              <a:ahLst/>
              <a:cxnLst/>
              <a:rect l="l" t="t" r="r" b="b"/>
              <a:pathLst>
                <a:path w="195217" h="552238" extrusionOk="0">
                  <a:moveTo>
                    <a:pt x="5522" y="341376"/>
                  </a:moveTo>
                  <a:cubicBezTo>
                    <a:pt x="8135" y="318964"/>
                    <a:pt x="12783" y="296837"/>
                    <a:pt x="19397" y="275272"/>
                  </a:cubicBezTo>
                  <a:cubicBezTo>
                    <a:pt x="19397" y="275272"/>
                    <a:pt x="15311" y="218122"/>
                    <a:pt x="13220" y="164211"/>
                  </a:cubicBezTo>
                  <a:cubicBezTo>
                    <a:pt x="10844" y="102870"/>
                    <a:pt x="-10350" y="48863"/>
                    <a:pt x="6377" y="0"/>
                  </a:cubicBezTo>
                  <a:lnTo>
                    <a:pt x="195217" y="42005"/>
                  </a:lnTo>
                  <a:cubicBezTo>
                    <a:pt x="195217" y="42005"/>
                    <a:pt x="183813" y="286607"/>
                    <a:pt x="181247" y="316230"/>
                  </a:cubicBezTo>
                  <a:cubicBezTo>
                    <a:pt x="179869" y="339280"/>
                    <a:pt x="177046" y="362217"/>
                    <a:pt x="172789" y="384905"/>
                  </a:cubicBezTo>
                  <a:cubicBezTo>
                    <a:pt x="164140" y="432530"/>
                    <a:pt x="150169" y="545306"/>
                    <a:pt x="150169" y="545306"/>
                  </a:cubicBezTo>
                  <a:cubicBezTo>
                    <a:pt x="135800" y="552212"/>
                    <a:pt x="119510" y="554022"/>
                    <a:pt x="103981" y="550450"/>
                  </a:cubicBezTo>
                  <a:cubicBezTo>
                    <a:pt x="103981" y="550450"/>
                    <a:pt x="105407" y="407575"/>
                    <a:pt x="106737" y="373475"/>
                  </a:cubicBezTo>
                  <a:cubicBezTo>
                    <a:pt x="108258" y="331660"/>
                    <a:pt x="109588" y="334899"/>
                    <a:pt x="109588" y="334899"/>
                  </a:cubicBezTo>
                  <a:lnTo>
                    <a:pt x="103316" y="230791"/>
                  </a:lnTo>
                  <a:lnTo>
                    <a:pt x="99229" y="179451"/>
                  </a:lnTo>
                  <a:cubicBezTo>
                    <a:pt x="99229" y="179451"/>
                    <a:pt x="94002" y="217551"/>
                    <a:pt x="90581" y="251365"/>
                  </a:cubicBezTo>
                  <a:cubicBezTo>
                    <a:pt x="87635" y="280988"/>
                    <a:pt x="80507" y="307753"/>
                    <a:pt x="72524" y="362807"/>
                  </a:cubicBezTo>
                  <a:cubicBezTo>
                    <a:pt x="65681" y="410432"/>
                    <a:pt x="54466" y="506539"/>
                    <a:pt x="54466" y="506539"/>
                  </a:cubicBezTo>
                  <a:cubicBezTo>
                    <a:pt x="34508" y="518160"/>
                    <a:pt x="6947" y="508540"/>
                    <a:pt x="6947" y="508540"/>
                  </a:cubicBezTo>
                  <a:cubicBezTo>
                    <a:pt x="6947" y="508540"/>
                    <a:pt x="390" y="382810"/>
                    <a:pt x="5522" y="341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47"/>
            <p:cNvSpPr/>
            <p:nvPr/>
          </p:nvSpPr>
          <p:spPr>
            <a:xfrm>
              <a:off x="4182697" y="1330426"/>
              <a:ext cx="141754" cy="227198"/>
            </a:xfrm>
            <a:custGeom>
              <a:avLst/>
              <a:gdLst/>
              <a:ahLst/>
              <a:cxnLst/>
              <a:rect l="l" t="t" r="r" b="b"/>
              <a:pathLst>
                <a:path w="141754" h="227198" extrusionOk="0">
                  <a:moveTo>
                    <a:pt x="8069" y="162109"/>
                  </a:moveTo>
                  <a:cubicBezTo>
                    <a:pt x="22515" y="162776"/>
                    <a:pt x="33159" y="166490"/>
                    <a:pt x="34965" y="162109"/>
                  </a:cubicBezTo>
                  <a:cubicBezTo>
                    <a:pt x="36533" y="154689"/>
                    <a:pt x="37645" y="147183"/>
                    <a:pt x="38291" y="139630"/>
                  </a:cubicBezTo>
                  <a:cubicBezTo>
                    <a:pt x="36581" y="135439"/>
                    <a:pt x="35155" y="130962"/>
                    <a:pt x="35155" y="130962"/>
                  </a:cubicBezTo>
                  <a:cubicBezTo>
                    <a:pt x="17098" y="119818"/>
                    <a:pt x="11395" y="100196"/>
                    <a:pt x="9019" y="77432"/>
                  </a:cubicBezTo>
                  <a:cubicBezTo>
                    <a:pt x="5028" y="38474"/>
                    <a:pt x="25936" y="4375"/>
                    <a:pt x="64807" y="374"/>
                  </a:cubicBezTo>
                  <a:cubicBezTo>
                    <a:pt x="101396" y="-3436"/>
                    <a:pt x="128197" y="22282"/>
                    <a:pt x="135420" y="57524"/>
                  </a:cubicBezTo>
                  <a:cubicBezTo>
                    <a:pt x="139221" y="74955"/>
                    <a:pt x="146919" y="107912"/>
                    <a:pt x="136560" y="136582"/>
                  </a:cubicBezTo>
                  <a:cubicBezTo>
                    <a:pt x="130763" y="152584"/>
                    <a:pt x="123255" y="165157"/>
                    <a:pt x="115747" y="167824"/>
                  </a:cubicBezTo>
                  <a:cubicBezTo>
                    <a:pt x="108524" y="167652"/>
                    <a:pt x="101320" y="167014"/>
                    <a:pt x="94173" y="165919"/>
                  </a:cubicBezTo>
                  <a:lnTo>
                    <a:pt x="94173" y="165919"/>
                  </a:lnTo>
                  <a:cubicBezTo>
                    <a:pt x="94173" y="165919"/>
                    <a:pt x="92273" y="176777"/>
                    <a:pt x="90942" y="183731"/>
                  </a:cubicBezTo>
                  <a:cubicBezTo>
                    <a:pt x="89612" y="190684"/>
                    <a:pt x="90087" y="194303"/>
                    <a:pt x="103867" y="202781"/>
                  </a:cubicBezTo>
                  <a:cubicBezTo>
                    <a:pt x="117648" y="211258"/>
                    <a:pt x="83054" y="228879"/>
                    <a:pt x="60435" y="227069"/>
                  </a:cubicBezTo>
                  <a:cubicBezTo>
                    <a:pt x="37816" y="225260"/>
                    <a:pt x="12346" y="211734"/>
                    <a:pt x="5313" y="197066"/>
                  </a:cubicBezTo>
                  <a:cubicBezTo>
                    <a:pt x="-2480" y="180873"/>
                    <a:pt x="-1815" y="161633"/>
                    <a:pt x="8069" y="162109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47"/>
            <p:cNvSpPr/>
            <p:nvPr/>
          </p:nvSpPr>
          <p:spPr>
            <a:xfrm>
              <a:off x="4136412" y="1491278"/>
              <a:ext cx="217917" cy="361626"/>
            </a:xfrm>
            <a:custGeom>
              <a:avLst/>
              <a:gdLst/>
              <a:ahLst/>
              <a:cxnLst/>
              <a:rect l="l" t="t" r="r" b="b"/>
              <a:pathLst>
                <a:path w="217917" h="361626" extrusionOk="0">
                  <a:moveTo>
                    <a:pt x="75168" y="3353"/>
                  </a:moveTo>
                  <a:cubicBezTo>
                    <a:pt x="71176" y="12878"/>
                    <a:pt x="81345" y="25451"/>
                    <a:pt x="108336" y="34023"/>
                  </a:cubicBezTo>
                  <a:cubicBezTo>
                    <a:pt x="135327" y="42596"/>
                    <a:pt x="137797" y="31547"/>
                    <a:pt x="137797" y="31547"/>
                  </a:cubicBezTo>
                  <a:cubicBezTo>
                    <a:pt x="155779" y="39595"/>
                    <a:pt x="173294" y="48663"/>
                    <a:pt x="190258" y="58693"/>
                  </a:cubicBezTo>
                  <a:cubicBezTo>
                    <a:pt x="206510" y="70028"/>
                    <a:pt x="213638" y="102889"/>
                    <a:pt x="215823" y="158420"/>
                  </a:cubicBezTo>
                  <a:cubicBezTo>
                    <a:pt x="218390" y="222618"/>
                    <a:pt x="218580" y="317868"/>
                    <a:pt x="216489" y="334251"/>
                  </a:cubicBezTo>
                  <a:cubicBezTo>
                    <a:pt x="216489" y="334251"/>
                    <a:pt x="186172" y="364541"/>
                    <a:pt x="147396" y="361397"/>
                  </a:cubicBezTo>
                  <a:cubicBezTo>
                    <a:pt x="108621" y="358254"/>
                    <a:pt x="43425" y="323774"/>
                    <a:pt x="27554" y="297199"/>
                  </a:cubicBezTo>
                  <a:cubicBezTo>
                    <a:pt x="27554" y="240906"/>
                    <a:pt x="34586" y="231762"/>
                    <a:pt x="25463" y="199377"/>
                  </a:cubicBezTo>
                  <a:cubicBezTo>
                    <a:pt x="4649" y="125082"/>
                    <a:pt x="-6280" y="94602"/>
                    <a:pt x="3794" y="45358"/>
                  </a:cubicBezTo>
                  <a:cubicBezTo>
                    <a:pt x="12157" y="4686"/>
                    <a:pt x="23847" y="-362"/>
                    <a:pt x="39908" y="19"/>
                  </a:cubicBezTo>
                  <a:cubicBezTo>
                    <a:pt x="51712" y="495"/>
                    <a:pt x="63487" y="1610"/>
                    <a:pt x="75168" y="33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47"/>
            <p:cNvSpPr/>
            <p:nvPr/>
          </p:nvSpPr>
          <p:spPr>
            <a:xfrm>
              <a:off x="4290792" y="1536579"/>
              <a:ext cx="276750" cy="215760"/>
            </a:xfrm>
            <a:custGeom>
              <a:avLst/>
              <a:gdLst/>
              <a:ahLst/>
              <a:cxnLst/>
              <a:rect l="l" t="t" r="r" b="b"/>
              <a:pathLst>
                <a:path w="276750" h="215760" extrusionOk="0">
                  <a:moveTo>
                    <a:pt x="122458" y="166173"/>
                  </a:moveTo>
                  <a:cubicBezTo>
                    <a:pt x="90621" y="174174"/>
                    <a:pt x="83113" y="154076"/>
                    <a:pt x="78931" y="137598"/>
                  </a:cubicBezTo>
                  <a:cubicBezTo>
                    <a:pt x="68857" y="97307"/>
                    <a:pt x="63345" y="61398"/>
                    <a:pt x="55837" y="38062"/>
                  </a:cubicBezTo>
                  <a:cubicBezTo>
                    <a:pt x="46998" y="11011"/>
                    <a:pt x="37685" y="6724"/>
                    <a:pt x="24569" y="1486"/>
                  </a:cubicBezTo>
                  <a:cubicBezTo>
                    <a:pt x="9173" y="-4706"/>
                    <a:pt x="-3942" y="8344"/>
                    <a:pt x="1095" y="42729"/>
                  </a:cubicBezTo>
                  <a:cubicBezTo>
                    <a:pt x="7368" y="82562"/>
                    <a:pt x="17128" y="121767"/>
                    <a:pt x="30272" y="159886"/>
                  </a:cubicBezTo>
                  <a:cubicBezTo>
                    <a:pt x="34168" y="172459"/>
                    <a:pt x="43102" y="194748"/>
                    <a:pt x="56407" y="205511"/>
                  </a:cubicBezTo>
                  <a:cubicBezTo>
                    <a:pt x="72754" y="218846"/>
                    <a:pt x="97558" y="218274"/>
                    <a:pt x="134908" y="208940"/>
                  </a:cubicBezTo>
                  <a:cubicBezTo>
                    <a:pt x="150875" y="204940"/>
                    <a:pt x="168362" y="195415"/>
                    <a:pt x="198584" y="181318"/>
                  </a:cubicBezTo>
                  <a:cubicBezTo>
                    <a:pt x="206662" y="177508"/>
                    <a:pt x="212934" y="175031"/>
                    <a:pt x="228521" y="167792"/>
                  </a:cubicBezTo>
                  <a:cubicBezTo>
                    <a:pt x="244126" y="160734"/>
                    <a:pt x="257821" y="150018"/>
                    <a:pt x="268437" y="136550"/>
                  </a:cubicBezTo>
                  <a:cubicBezTo>
                    <a:pt x="276515" y="124739"/>
                    <a:pt x="277940" y="119215"/>
                    <a:pt x="275945" y="116452"/>
                  </a:cubicBezTo>
                  <a:cubicBezTo>
                    <a:pt x="273949" y="113690"/>
                    <a:pt x="270147" y="113881"/>
                    <a:pt x="265871" y="118834"/>
                  </a:cubicBezTo>
                  <a:cubicBezTo>
                    <a:pt x="259541" y="127206"/>
                    <a:pt x="251786" y="134397"/>
                    <a:pt x="242966" y="140074"/>
                  </a:cubicBezTo>
                  <a:cubicBezTo>
                    <a:pt x="242966" y="140074"/>
                    <a:pt x="252945" y="129692"/>
                    <a:pt x="258458" y="122929"/>
                  </a:cubicBezTo>
                  <a:cubicBezTo>
                    <a:pt x="263305" y="116919"/>
                    <a:pt x="267334" y="110290"/>
                    <a:pt x="270432" y="103213"/>
                  </a:cubicBezTo>
                  <a:cubicBezTo>
                    <a:pt x="273379" y="96259"/>
                    <a:pt x="267391" y="86925"/>
                    <a:pt x="262924" y="91783"/>
                  </a:cubicBezTo>
                  <a:cubicBezTo>
                    <a:pt x="258458" y="96640"/>
                    <a:pt x="256272" y="101784"/>
                    <a:pt x="248003" y="111595"/>
                  </a:cubicBezTo>
                  <a:cubicBezTo>
                    <a:pt x="243708" y="116900"/>
                    <a:pt x="238756" y="121634"/>
                    <a:pt x="233273" y="125691"/>
                  </a:cubicBezTo>
                  <a:cubicBezTo>
                    <a:pt x="238386" y="118767"/>
                    <a:pt x="242938" y="111442"/>
                    <a:pt x="246863" y="103784"/>
                  </a:cubicBezTo>
                  <a:cubicBezTo>
                    <a:pt x="250398" y="97840"/>
                    <a:pt x="252119" y="90982"/>
                    <a:pt x="251805" y="84067"/>
                  </a:cubicBezTo>
                  <a:cubicBezTo>
                    <a:pt x="251805" y="80448"/>
                    <a:pt x="246578" y="76162"/>
                    <a:pt x="241731" y="82924"/>
                  </a:cubicBezTo>
                  <a:cubicBezTo>
                    <a:pt x="237160" y="92325"/>
                    <a:pt x="231438" y="101117"/>
                    <a:pt x="224719" y="109118"/>
                  </a:cubicBezTo>
                  <a:cubicBezTo>
                    <a:pt x="217401" y="116738"/>
                    <a:pt x="211224" y="121024"/>
                    <a:pt x="211034" y="118643"/>
                  </a:cubicBezTo>
                  <a:cubicBezTo>
                    <a:pt x="210844" y="116262"/>
                    <a:pt x="215405" y="112452"/>
                    <a:pt x="218067" y="103594"/>
                  </a:cubicBezTo>
                  <a:cubicBezTo>
                    <a:pt x="220728" y="94735"/>
                    <a:pt x="218067" y="85496"/>
                    <a:pt x="213220" y="84544"/>
                  </a:cubicBezTo>
                  <a:cubicBezTo>
                    <a:pt x="208373" y="83591"/>
                    <a:pt x="209228" y="83877"/>
                    <a:pt x="205331" y="92068"/>
                  </a:cubicBezTo>
                  <a:cubicBezTo>
                    <a:pt x="199952" y="100536"/>
                    <a:pt x="195124" y="109356"/>
                    <a:pt x="190886" y="118453"/>
                  </a:cubicBezTo>
                  <a:cubicBezTo>
                    <a:pt x="188443" y="126930"/>
                    <a:pt x="183967" y="134674"/>
                    <a:pt x="177865" y="141027"/>
                  </a:cubicBezTo>
                  <a:cubicBezTo>
                    <a:pt x="169977" y="149314"/>
                    <a:pt x="152395" y="158553"/>
                    <a:pt x="122458" y="16617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47"/>
            <p:cNvSpPr/>
            <p:nvPr/>
          </p:nvSpPr>
          <p:spPr>
            <a:xfrm>
              <a:off x="4280886" y="1531786"/>
              <a:ext cx="84275" cy="123474"/>
            </a:xfrm>
            <a:custGeom>
              <a:avLst/>
              <a:gdLst/>
              <a:ahLst/>
              <a:cxnLst/>
              <a:rect l="l" t="t" r="r" b="b"/>
              <a:pathLst>
                <a:path w="84275" h="123474" extrusionOk="0">
                  <a:moveTo>
                    <a:pt x="22691" y="563"/>
                  </a:moveTo>
                  <a:cubicBezTo>
                    <a:pt x="43884" y="-2580"/>
                    <a:pt x="58900" y="7040"/>
                    <a:pt x="68309" y="39330"/>
                  </a:cubicBezTo>
                  <a:cubicBezTo>
                    <a:pt x="77718" y="71620"/>
                    <a:pt x="84275" y="98004"/>
                    <a:pt x="84275" y="98004"/>
                  </a:cubicBezTo>
                  <a:cubicBezTo>
                    <a:pt x="75921" y="110244"/>
                    <a:pt x="63139" y="118749"/>
                    <a:pt x="48636" y="121721"/>
                  </a:cubicBezTo>
                  <a:cubicBezTo>
                    <a:pt x="23261" y="127913"/>
                    <a:pt x="14137" y="115721"/>
                    <a:pt x="14137" y="115721"/>
                  </a:cubicBezTo>
                  <a:cubicBezTo>
                    <a:pt x="14137" y="115721"/>
                    <a:pt x="7104" y="81907"/>
                    <a:pt x="2638" y="58571"/>
                  </a:cubicBezTo>
                  <a:cubicBezTo>
                    <a:pt x="-1829" y="35234"/>
                    <a:pt x="-3635" y="4469"/>
                    <a:pt x="22691" y="56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47"/>
            <p:cNvSpPr/>
            <p:nvPr/>
          </p:nvSpPr>
          <p:spPr>
            <a:xfrm>
              <a:off x="4187208" y="1320312"/>
              <a:ext cx="137401" cy="151685"/>
            </a:xfrm>
            <a:custGeom>
              <a:avLst/>
              <a:gdLst/>
              <a:ahLst/>
              <a:cxnLst/>
              <a:rect l="l" t="t" r="r" b="b"/>
              <a:pathLst>
                <a:path w="137401" h="151685" extrusionOk="0">
                  <a:moveTo>
                    <a:pt x="129674" y="62685"/>
                  </a:moveTo>
                  <a:cubicBezTo>
                    <a:pt x="129674" y="62685"/>
                    <a:pt x="163222" y="11441"/>
                    <a:pt x="90518" y="1058"/>
                  </a:cubicBezTo>
                  <a:cubicBezTo>
                    <a:pt x="38057" y="-6466"/>
                    <a:pt x="4319" y="27347"/>
                    <a:pt x="422" y="64019"/>
                  </a:cubicBezTo>
                  <a:cubicBezTo>
                    <a:pt x="-3284" y="98975"/>
                    <a:pt x="18194" y="135361"/>
                    <a:pt x="33781" y="149744"/>
                  </a:cubicBezTo>
                  <a:cubicBezTo>
                    <a:pt x="49053" y="153620"/>
                    <a:pt x="65219" y="151649"/>
                    <a:pt x="79114" y="144219"/>
                  </a:cubicBezTo>
                  <a:cubicBezTo>
                    <a:pt x="79931" y="134713"/>
                    <a:pt x="80245" y="125179"/>
                    <a:pt x="80064" y="115644"/>
                  </a:cubicBezTo>
                  <a:cubicBezTo>
                    <a:pt x="80064" y="115644"/>
                    <a:pt x="54499" y="61637"/>
                    <a:pt x="129674" y="6268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47"/>
            <p:cNvSpPr/>
            <p:nvPr/>
          </p:nvSpPr>
          <p:spPr>
            <a:xfrm>
              <a:off x="5589453" y="3105692"/>
              <a:ext cx="158988" cy="313238"/>
            </a:xfrm>
            <a:custGeom>
              <a:avLst/>
              <a:gdLst/>
              <a:ahLst/>
              <a:cxnLst/>
              <a:rect l="l" t="t" r="r" b="b"/>
              <a:pathLst>
                <a:path w="158988" h="313238" extrusionOk="0">
                  <a:moveTo>
                    <a:pt x="67938" y="242313"/>
                  </a:moveTo>
                  <a:cubicBezTo>
                    <a:pt x="82079" y="267420"/>
                    <a:pt x="99176" y="290738"/>
                    <a:pt x="118878" y="311750"/>
                  </a:cubicBezTo>
                  <a:cubicBezTo>
                    <a:pt x="124390" y="318132"/>
                    <a:pt x="166397" y="302225"/>
                    <a:pt x="157843" y="297367"/>
                  </a:cubicBezTo>
                  <a:cubicBezTo>
                    <a:pt x="149290" y="292509"/>
                    <a:pt x="121254" y="254124"/>
                    <a:pt x="107378" y="228311"/>
                  </a:cubicBezTo>
                  <a:cubicBezTo>
                    <a:pt x="95708" y="197469"/>
                    <a:pt x="85805" y="165989"/>
                    <a:pt x="77727" y="134013"/>
                  </a:cubicBezTo>
                  <a:cubicBezTo>
                    <a:pt x="68983" y="102390"/>
                    <a:pt x="61570" y="56099"/>
                    <a:pt x="55203" y="34191"/>
                  </a:cubicBezTo>
                  <a:cubicBezTo>
                    <a:pt x="51810" y="17751"/>
                    <a:pt x="39132" y="4826"/>
                    <a:pt x="22795" y="1140"/>
                  </a:cubicBezTo>
                  <a:cubicBezTo>
                    <a:pt x="7589" y="-2385"/>
                    <a:pt x="-2295" y="1806"/>
                    <a:pt x="461" y="20190"/>
                  </a:cubicBezTo>
                  <a:cubicBezTo>
                    <a:pt x="5308" y="52670"/>
                    <a:pt x="30588" y="178590"/>
                    <a:pt x="67938" y="2423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6" name="Google Shape;3656;p47"/>
            <p:cNvSpPr/>
            <p:nvPr/>
          </p:nvSpPr>
          <p:spPr>
            <a:xfrm>
              <a:off x="5625064" y="3841302"/>
              <a:ext cx="109135" cy="84940"/>
            </a:xfrm>
            <a:custGeom>
              <a:avLst/>
              <a:gdLst/>
              <a:ahLst/>
              <a:cxnLst/>
              <a:rect l="l" t="t" r="r" b="b"/>
              <a:pathLst>
                <a:path w="109135" h="84940" extrusionOk="0">
                  <a:moveTo>
                    <a:pt x="8092" y="2"/>
                  </a:moveTo>
                  <a:cubicBezTo>
                    <a:pt x="21207" y="10670"/>
                    <a:pt x="40595" y="955"/>
                    <a:pt x="41546" y="1907"/>
                  </a:cubicBezTo>
                  <a:cubicBezTo>
                    <a:pt x="56923" y="16242"/>
                    <a:pt x="73079" y="29720"/>
                    <a:pt x="89920" y="42293"/>
                  </a:cubicBezTo>
                  <a:cubicBezTo>
                    <a:pt x="98093" y="48770"/>
                    <a:pt x="110923" y="57438"/>
                    <a:pt x="108927" y="69820"/>
                  </a:cubicBezTo>
                  <a:cubicBezTo>
                    <a:pt x="104841" y="91919"/>
                    <a:pt x="69392" y="85156"/>
                    <a:pt x="56086" y="78393"/>
                  </a:cubicBezTo>
                  <a:cubicBezTo>
                    <a:pt x="42781" y="71630"/>
                    <a:pt x="31852" y="60295"/>
                    <a:pt x="19212" y="52485"/>
                  </a:cubicBezTo>
                  <a:cubicBezTo>
                    <a:pt x="10183" y="46865"/>
                    <a:pt x="1344" y="43912"/>
                    <a:pt x="204" y="32578"/>
                  </a:cubicBezTo>
                  <a:cubicBezTo>
                    <a:pt x="-1317" y="25625"/>
                    <a:pt x="6096" y="-283"/>
                    <a:pt x="8092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7" name="Google Shape;3657;p47"/>
            <p:cNvSpPr/>
            <p:nvPr/>
          </p:nvSpPr>
          <p:spPr>
            <a:xfrm>
              <a:off x="5624449" y="3869213"/>
              <a:ext cx="108591" cy="56989"/>
            </a:xfrm>
            <a:custGeom>
              <a:avLst/>
              <a:gdLst/>
              <a:ahLst/>
              <a:cxnLst/>
              <a:rect l="l" t="t" r="r" b="b"/>
              <a:pathLst>
                <a:path w="108591" h="56989" extrusionOk="0">
                  <a:moveTo>
                    <a:pt x="343" y="0"/>
                  </a:moveTo>
                  <a:cubicBezTo>
                    <a:pt x="2054" y="10954"/>
                    <a:pt x="10797" y="14002"/>
                    <a:pt x="19351" y="19526"/>
                  </a:cubicBezTo>
                  <a:cubicBezTo>
                    <a:pt x="32181" y="27527"/>
                    <a:pt x="43490" y="39053"/>
                    <a:pt x="56891" y="45815"/>
                  </a:cubicBezTo>
                  <a:cubicBezTo>
                    <a:pt x="70291" y="52578"/>
                    <a:pt x="99943" y="58293"/>
                    <a:pt x="108591" y="42481"/>
                  </a:cubicBezTo>
                  <a:cubicBezTo>
                    <a:pt x="103935" y="63817"/>
                    <a:pt x="69151" y="57150"/>
                    <a:pt x="55940" y="50482"/>
                  </a:cubicBezTo>
                  <a:cubicBezTo>
                    <a:pt x="42730" y="43815"/>
                    <a:pt x="31706" y="32385"/>
                    <a:pt x="19066" y="24574"/>
                  </a:cubicBezTo>
                  <a:cubicBezTo>
                    <a:pt x="10037" y="18955"/>
                    <a:pt x="1199" y="16002"/>
                    <a:pt x="58" y="4667"/>
                  </a:cubicBezTo>
                  <a:cubicBezTo>
                    <a:pt x="-75" y="3105"/>
                    <a:pt x="20" y="1533"/>
                    <a:pt x="343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8" name="Google Shape;3658;p47"/>
            <p:cNvSpPr/>
            <p:nvPr/>
          </p:nvSpPr>
          <p:spPr>
            <a:xfrm>
              <a:off x="5756800" y="3764382"/>
              <a:ext cx="108931" cy="81850"/>
            </a:xfrm>
            <a:custGeom>
              <a:avLst/>
              <a:gdLst/>
              <a:ahLst/>
              <a:cxnLst/>
              <a:rect l="l" t="t" r="r" b="b"/>
              <a:pathLst>
                <a:path w="108931" h="81850" extrusionOk="0">
                  <a:moveTo>
                    <a:pt x="9409" y="56"/>
                  </a:moveTo>
                  <a:cubicBezTo>
                    <a:pt x="22524" y="10819"/>
                    <a:pt x="45523" y="-897"/>
                    <a:pt x="46473" y="56"/>
                  </a:cubicBezTo>
                  <a:cubicBezTo>
                    <a:pt x="60102" y="13943"/>
                    <a:pt x="74548" y="27021"/>
                    <a:pt x="89716" y="39203"/>
                  </a:cubicBezTo>
                  <a:cubicBezTo>
                    <a:pt x="97889" y="45681"/>
                    <a:pt x="110719" y="54348"/>
                    <a:pt x="108723" y="66731"/>
                  </a:cubicBezTo>
                  <a:cubicBezTo>
                    <a:pt x="104637" y="88829"/>
                    <a:pt x="69188" y="82066"/>
                    <a:pt x="55882" y="75303"/>
                  </a:cubicBezTo>
                  <a:cubicBezTo>
                    <a:pt x="42577" y="68541"/>
                    <a:pt x="31647" y="57301"/>
                    <a:pt x="19008" y="49395"/>
                  </a:cubicBezTo>
                  <a:cubicBezTo>
                    <a:pt x="9979" y="43775"/>
                    <a:pt x="1045" y="40918"/>
                    <a:pt x="0" y="29488"/>
                  </a:cubicBezTo>
                  <a:cubicBezTo>
                    <a:pt x="561" y="19030"/>
                    <a:pt x="3801" y="8895"/>
                    <a:pt x="9409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9" name="Google Shape;3659;p47"/>
            <p:cNvSpPr/>
            <p:nvPr/>
          </p:nvSpPr>
          <p:spPr>
            <a:xfrm>
              <a:off x="5756201" y="3790822"/>
              <a:ext cx="108657" cy="56976"/>
            </a:xfrm>
            <a:custGeom>
              <a:avLst/>
              <a:gdLst/>
              <a:ahLst/>
              <a:cxnLst/>
              <a:rect l="l" t="t" r="r" b="b"/>
              <a:pathLst>
                <a:path w="108657" h="56976" extrusionOk="0">
                  <a:moveTo>
                    <a:pt x="314" y="0"/>
                  </a:moveTo>
                  <a:cubicBezTo>
                    <a:pt x="2025" y="10954"/>
                    <a:pt x="10769" y="13906"/>
                    <a:pt x="19322" y="19526"/>
                  </a:cubicBezTo>
                  <a:cubicBezTo>
                    <a:pt x="32152" y="27527"/>
                    <a:pt x="43462" y="39053"/>
                    <a:pt x="56862" y="45815"/>
                  </a:cubicBezTo>
                  <a:cubicBezTo>
                    <a:pt x="70262" y="52578"/>
                    <a:pt x="100009" y="58293"/>
                    <a:pt x="108657" y="42481"/>
                  </a:cubicBezTo>
                  <a:cubicBezTo>
                    <a:pt x="103906" y="63818"/>
                    <a:pt x="69122" y="57150"/>
                    <a:pt x="55912" y="50387"/>
                  </a:cubicBezTo>
                  <a:cubicBezTo>
                    <a:pt x="42701" y="43625"/>
                    <a:pt x="31677" y="32385"/>
                    <a:pt x="19037" y="24479"/>
                  </a:cubicBezTo>
                  <a:cubicBezTo>
                    <a:pt x="10008" y="18955"/>
                    <a:pt x="1170" y="16002"/>
                    <a:pt x="29" y="4572"/>
                  </a:cubicBezTo>
                  <a:cubicBezTo>
                    <a:pt x="-56" y="3038"/>
                    <a:pt x="48" y="1505"/>
                    <a:pt x="31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0" name="Google Shape;3660;p47"/>
            <p:cNvSpPr/>
            <p:nvPr/>
          </p:nvSpPr>
          <p:spPr>
            <a:xfrm>
              <a:off x="5454721" y="3387696"/>
              <a:ext cx="383168" cy="465480"/>
            </a:xfrm>
            <a:custGeom>
              <a:avLst/>
              <a:gdLst/>
              <a:ahLst/>
              <a:cxnLst/>
              <a:rect l="l" t="t" r="r" b="b"/>
              <a:pathLst>
                <a:path w="383168" h="465480" extrusionOk="0">
                  <a:moveTo>
                    <a:pt x="2995" y="32603"/>
                  </a:moveTo>
                  <a:cubicBezTo>
                    <a:pt x="-11546" y="123662"/>
                    <a:pt x="28845" y="157571"/>
                    <a:pt x="81306" y="177003"/>
                  </a:cubicBezTo>
                  <a:cubicBezTo>
                    <a:pt x="119321" y="190909"/>
                    <a:pt x="172922" y="212340"/>
                    <a:pt x="172922" y="212340"/>
                  </a:cubicBezTo>
                  <a:cubicBezTo>
                    <a:pt x="172922" y="212340"/>
                    <a:pt x="172162" y="232247"/>
                    <a:pt x="171782" y="277110"/>
                  </a:cubicBezTo>
                  <a:cubicBezTo>
                    <a:pt x="171782" y="316639"/>
                    <a:pt x="176534" y="460847"/>
                    <a:pt x="176534" y="460847"/>
                  </a:cubicBezTo>
                  <a:cubicBezTo>
                    <a:pt x="189231" y="467191"/>
                    <a:pt x="204199" y="467010"/>
                    <a:pt x="216735" y="460371"/>
                  </a:cubicBezTo>
                  <a:cubicBezTo>
                    <a:pt x="216735" y="460371"/>
                    <a:pt x="237833" y="349881"/>
                    <a:pt x="242395" y="300065"/>
                  </a:cubicBezTo>
                  <a:cubicBezTo>
                    <a:pt x="248477" y="232533"/>
                    <a:pt x="258837" y="188337"/>
                    <a:pt x="255320" y="173764"/>
                  </a:cubicBezTo>
                  <a:cubicBezTo>
                    <a:pt x="252279" y="161001"/>
                    <a:pt x="178625" y="124710"/>
                    <a:pt x="155245" y="105184"/>
                  </a:cubicBezTo>
                  <a:lnTo>
                    <a:pt x="309492" y="156428"/>
                  </a:lnTo>
                  <a:cubicBezTo>
                    <a:pt x="306460" y="173211"/>
                    <a:pt x="304968" y="190233"/>
                    <a:pt x="305025" y="207292"/>
                  </a:cubicBezTo>
                  <a:cubicBezTo>
                    <a:pt x="306451" y="260918"/>
                    <a:pt x="309397" y="376932"/>
                    <a:pt x="309397" y="376932"/>
                  </a:cubicBezTo>
                  <a:cubicBezTo>
                    <a:pt x="309397" y="376932"/>
                    <a:pt x="330590" y="392268"/>
                    <a:pt x="348647" y="376932"/>
                  </a:cubicBezTo>
                  <a:cubicBezTo>
                    <a:pt x="348647" y="376932"/>
                    <a:pt x="387518" y="147189"/>
                    <a:pt x="382766" y="116804"/>
                  </a:cubicBezTo>
                  <a:cubicBezTo>
                    <a:pt x="378299" y="88229"/>
                    <a:pt x="242300" y="28984"/>
                    <a:pt x="218351" y="8601"/>
                  </a:cubicBezTo>
                  <a:cubicBezTo>
                    <a:pt x="209902" y="1676"/>
                    <a:pt x="198896" y="-1267"/>
                    <a:pt x="188129" y="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1" name="Google Shape;3661;p47"/>
            <p:cNvSpPr/>
            <p:nvPr/>
          </p:nvSpPr>
          <p:spPr>
            <a:xfrm>
              <a:off x="5486791" y="3077400"/>
              <a:ext cx="120860" cy="118150"/>
            </a:xfrm>
            <a:custGeom>
              <a:avLst/>
              <a:gdLst/>
              <a:ahLst/>
              <a:cxnLst/>
              <a:rect l="l" t="t" r="r" b="b"/>
              <a:pathLst>
                <a:path w="120860" h="118150" extrusionOk="0">
                  <a:moveTo>
                    <a:pt x="24622" y="0"/>
                  </a:moveTo>
                  <a:cubicBezTo>
                    <a:pt x="24622" y="0"/>
                    <a:pt x="26903" y="43434"/>
                    <a:pt x="25952" y="47625"/>
                  </a:cubicBezTo>
                  <a:cubicBezTo>
                    <a:pt x="25002" y="51816"/>
                    <a:pt x="6089" y="64198"/>
                    <a:pt x="577" y="68771"/>
                  </a:cubicBezTo>
                  <a:cubicBezTo>
                    <a:pt x="-4935" y="73343"/>
                    <a:pt x="30419" y="108299"/>
                    <a:pt x="48096" y="116396"/>
                  </a:cubicBezTo>
                  <a:cubicBezTo>
                    <a:pt x="65773" y="124492"/>
                    <a:pt x="119850" y="103441"/>
                    <a:pt x="120800" y="76581"/>
                  </a:cubicBezTo>
                  <a:cubicBezTo>
                    <a:pt x="121750" y="49721"/>
                    <a:pt x="111296" y="27146"/>
                    <a:pt x="103123" y="26003"/>
                  </a:cubicBezTo>
                  <a:cubicBezTo>
                    <a:pt x="94950" y="24860"/>
                    <a:pt x="24622" y="0"/>
                    <a:pt x="24622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47"/>
            <p:cNvSpPr/>
            <p:nvPr/>
          </p:nvSpPr>
          <p:spPr>
            <a:xfrm>
              <a:off x="5455024" y="3093521"/>
              <a:ext cx="195218" cy="382396"/>
            </a:xfrm>
            <a:custGeom>
              <a:avLst/>
              <a:gdLst/>
              <a:ahLst/>
              <a:cxnLst/>
              <a:rect l="l" t="t" r="r" b="b"/>
              <a:pathLst>
                <a:path w="195218" h="382396" extrusionOk="0">
                  <a:moveTo>
                    <a:pt x="51542" y="38266"/>
                  </a:moveTo>
                  <a:cubicBezTo>
                    <a:pt x="51542" y="38266"/>
                    <a:pt x="83000" y="85129"/>
                    <a:pt x="126812" y="89510"/>
                  </a:cubicBezTo>
                  <a:cubicBezTo>
                    <a:pt x="140593" y="75890"/>
                    <a:pt x="141828" y="27312"/>
                    <a:pt x="122725" y="11786"/>
                  </a:cubicBezTo>
                  <a:cubicBezTo>
                    <a:pt x="122725" y="11786"/>
                    <a:pt x="140307" y="-2406"/>
                    <a:pt x="152282" y="357"/>
                  </a:cubicBezTo>
                  <a:cubicBezTo>
                    <a:pt x="165226" y="8176"/>
                    <a:pt x="174863" y="20473"/>
                    <a:pt x="179368" y="34932"/>
                  </a:cubicBezTo>
                  <a:cubicBezTo>
                    <a:pt x="190582" y="67184"/>
                    <a:pt x="195924" y="101188"/>
                    <a:pt x="195144" y="135326"/>
                  </a:cubicBezTo>
                  <a:cubicBezTo>
                    <a:pt x="194384" y="181332"/>
                    <a:pt x="195144" y="297251"/>
                    <a:pt x="195144" y="297251"/>
                  </a:cubicBezTo>
                  <a:cubicBezTo>
                    <a:pt x="189965" y="325073"/>
                    <a:pt x="173153" y="349343"/>
                    <a:pt x="148956" y="363926"/>
                  </a:cubicBezTo>
                  <a:cubicBezTo>
                    <a:pt x="117384" y="381795"/>
                    <a:pt x="80206" y="386938"/>
                    <a:pt x="44985" y="378309"/>
                  </a:cubicBezTo>
                  <a:cubicBezTo>
                    <a:pt x="27260" y="374527"/>
                    <a:pt x="12824" y="361687"/>
                    <a:pt x="6969" y="344495"/>
                  </a:cubicBezTo>
                  <a:cubicBezTo>
                    <a:pt x="8965" y="312300"/>
                    <a:pt x="21700" y="245911"/>
                    <a:pt x="16473" y="205335"/>
                  </a:cubicBezTo>
                  <a:cubicBezTo>
                    <a:pt x="11246" y="164758"/>
                    <a:pt x="2597" y="134564"/>
                    <a:pt x="412" y="101798"/>
                  </a:cubicBezTo>
                  <a:cubicBezTo>
                    <a:pt x="-1774" y="69032"/>
                    <a:pt x="4688" y="69603"/>
                    <a:pt x="21130" y="57983"/>
                  </a:cubicBezTo>
                  <a:cubicBezTo>
                    <a:pt x="30795" y="50715"/>
                    <a:pt x="40964" y="44124"/>
                    <a:pt x="51542" y="3826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47"/>
            <p:cNvSpPr/>
            <p:nvPr/>
          </p:nvSpPr>
          <p:spPr>
            <a:xfrm>
              <a:off x="5481752" y="2955179"/>
              <a:ext cx="130450" cy="158871"/>
            </a:xfrm>
            <a:custGeom>
              <a:avLst/>
              <a:gdLst/>
              <a:ahLst/>
              <a:cxnLst/>
              <a:rect l="l" t="t" r="r" b="b"/>
              <a:pathLst>
                <a:path w="130450" h="158871" extrusionOk="0">
                  <a:moveTo>
                    <a:pt x="127645" y="57260"/>
                  </a:moveTo>
                  <a:lnTo>
                    <a:pt x="127645" y="57260"/>
                  </a:lnTo>
                  <a:cubicBezTo>
                    <a:pt x="122418" y="23542"/>
                    <a:pt x="98278" y="-1890"/>
                    <a:pt x="63590" y="110"/>
                  </a:cubicBezTo>
                  <a:cubicBezTo>
                    <a:pt x="26886" y="1739"/>
                    <a:pt x="-1559" y="32876"/>
                    <a:pt x="66" y="69662"/>
                  </a:cubicBezTo>
                  <a:cubicBezTo>
                    <a:pt x="1007" y="90912"/>
                    <a:pt x="11993" y="110438"/>
                    <a:pt x="29661" y="122221"/>
                  </a:cubicBezTo>
                  <a:cubicBezTo>
                    <a:pt x="30906" y="127336"/>
                    <a:pt x="32721" y="132289"/>
                    <a:pt x="35078" y="136985"/>
                  </a:cubicBezTo>
                  <a:cubicBezTo>
                    <a:pt x="47338" y="151367"/>
                    <a:pt x="84308" y="160226"/>
                    <a:pt x="94952" y="158702"/>
                  </a:cubicBezTo>
                  <a:cubicBezTo>
                    <a:pt x="107925" y="157502"/>
                    <a:pt x="118864" y="148538"/>
                    <a:pt x="122608" y="136032"/>
                  </a:cubicBezTo>
                  <a:cubicBezTo>
                    <a:pt x="134013" y="109172"/>
                    <a:pt x="130401" y="73834"/>
                    <a:pt x="127645" y="5726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47"/>
            <p:cNvSpPr/>
            <p:nvPr/>
          </p:nvSpPr>
          <p:spPr>
            <a:xfrm>
              <a:off x="5470442" y="2941583"/>
              <a:ext cx="136833" cy="135816"/>
            </a:xfrm>
            <a:custGeom>
              <a:avLst/>
              <a:gdLst/>
              <a:ahLst/>
              <a:cxnLst/>
              <a:rect l="l" t="t" r="r" b="b"/>
              <a:pathLst>
                <a:path w="136833" h="135816" extrusionOk="0">
                  <a:moveTo>
                    <a:pt x="40971" y="135817"/>
                  </a:moveTo>
                  <a:lnTo>
                    <a:pt x="40971" y="135817"/>
                  </a:lnTo>
                  <a:lnTo>
                    <a:pt x="44202" y="106480"/>
                  </a:lnTo>
                  <a:cubicBezTo>
                    <a:pt x="44202" y="106480"/>
                    <a:pt x="20253" y="44377"/>
                    <a:pt x="76800" y="56283"/>
                  </a:cubicBezTo>
                  <a:cubicBezTo>
                    <a:pt x="114150" y="64189"/>
                    <a:pt x="123464" y="67618"/>
                    <a:pt x="134868" y="42472"/>
                  </a:cubicBezTo>
                  <a:cubicBezTo>
                    <a:pt x="146273" y="17326"/>
                    <a:pt x="106357" y="-5153"/>
                    <a:pt x="58838" y="1038"/>
                  </a:cubicBezTo>
                  <a:cubicBezTo>
                    <a:pt x="24957" y="4638"/>
                    <a:pt x="-570" y="33575"/>
                    <a:pt x="10" y="67713"/>
                  </a:cubicBezTo>
                  <a:cubicBezTo>
                    <a:pt x="960" y="86001"/>
                    <a:pt x="5902" y="123434"/>
                    <a:pt x="40971" y="13581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47"/>
            <p:cNvSpPr/>
            <p:nvPr/>
          </p:nvSpPr>
          <p:spPr>
            <a:xfrm>
              <a:off x="5607306" y="3093878"/>
              <a:ext cx="63200" cy="92106"/>
            </a:xfrm>
            <a:custGeom>
              <a:avLst/>
              <a:gdLst/>
              <a:ahLst/>
              <a:cxnLst/>
              <a:rect l="l" t="t" r="r" b="b"/>
              <a:pathLst>
                <a:path w="63200" h="92106" extrusionOk="0">
                  <a:moveTo>
                    <a:pt x="40391" y="92107"/>
                  </a:moveTo>
                  <a:cubicBezTo>
                    <a:pt x="49030" y="91726"/>
                    <a:pt x="57184" y="88039"/>
                    <a:pt x="63200" y="81820"/>
                  </a:cubicBezTo>
                  <a:cubicBezTo>
                    <a:pt x="61965" y="65722"/>
                    <a:pt x="41437" y="4572"/>
                    <a:pt x="0" y="0"/>
                  </a:cubicBezTo>
                  <a:cubicBezTo>
                    <a:pt x="11310" y="7868"/>
                    <a:pt x="20281" y="18669"/>
                    <a:pt x="25945" y="31242"/>
                  </a:cubicBezTo>
                  <a:cubicBezTo>
                    <a:pt x="32322" y="51130"/>
                    <a:pt x="37150" y="71476"/>
                    <a:pt x="40391" y="9210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66" name="Google Shape;3666;p47"/>
            <p:cNvGrpSpPr/>
            <p:nvPr/>
          </p:nvGrpSpPr>
          <p:grpSpPr>
            <a:xfrm>
              <a:off x="2715952" y="2834463"/>
              <a:ext cx="319677" cy="242660"/>
              <a:chOff x="6621095" y="1452181"/>
              <a:chExt cx="330894" cy="250785"/>
            </a:xfrm>
          </p:grpSpPr>
          <p:sp>
            <p:nvSpPr>
              <p:cNvPr id="3667" name="Google Shape;3667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8" name="Google Shape;3668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9" name="Google Shape;3669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0" name="Google Shape;3670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2" name="Google Shape;3672;p47"/>
            <p:cNvGrpSpPr/>
            <p:nvPr/>
          </p:nvGrpSpPr>
          <p:grpSpPr>
            <a:xfrm flipH="1">
              <a:off x="5538041" y="3330111"/>
              <a:ext cx="319677" cy="242660"/>
              <a:chOff x="6621095" y="1452181"/>
              <a:chExt cx="330894" cy="250785"/>
            </a:xfrm>
          </p:grpSpPr>
          <p:sp>
            <p:nvSpPr>
              <p:cNvPr id="3673" name="Google Shape;3673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4" name="Google Shape;3674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5" name="Google Shape;3675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6" name="Google Shape;3676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7" name="Google Shape;3677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8" name="Google Shape;3678;p47"/>
            <p:cNvSpPr/>
            <p:nvPr/>
          </p:nvSpPr>
          <p:spPr>
            <a:xfrm>
              <a:off x="5420536" y="3157173"/>
              <a:ext cx="148553" cy="414880"/>
            </a:xfrm>
            <a:custGeom>
              <a:avLst/>
              <a:gdLst/>
              <a:ahLst/>
              <a:cxnLst/>
              <a:rect l="l" t="t" r="r" b="b"/>
              <a:pathLst>
                <a:path w="148553" h="414880" extrusionOk="0">
                  <a:moveTo>
                    <a:pt x="136400" y="348280"/>
                  </a:moveTo>
                  <a:cubicBezTo>
                    <a:pt x="128531" y="343070"/>
                    <a:pt x="120339" y="338364"/>
                    <a:pt x="111880" y="334183"/>
                  </a:cubicBezTo>
                  <a:cubicBezTo>
                    <a:pt x="103897" y="331706"/>
                    <a:pt x="96646" y="327296"/>
                    <a:pt x="90782" y="321324"/>
                  </a:cubicBezTo>
                  <a:cubicBezTo>
                    <a:pt x="83084" y="313799"/>
                    <a:pt x="70444" y="285224"/>
                    <a:pt x="61510" y="257316"/>
                  </a:cubicBezTo>
                  <a:cubicBezTo>
                    <a:pt x="52463" y="225903"/>
                    <a:pt x="48861" y="193175"/>
                    <a:pt x="50866" y="160542"/>
                  </a:cubicBezTo>
                  <a:cubicBezTo>
                    <a:pt x="54667" y="121490"/>
                    <a:pt x="68733" y="66721"/>
                    <a:pt x="72345" y="44242"/>
                  </a:cubicBezTo>
                  <a:cubicBezTo>
                    <a:pt x="75956" y="21763"/>
                    <a:pt x="68638" y="12809"/>
                    <a:pt x="58184" y="4523"/>
                  </a:cubicBezTo>
                  <a:cubicBezTo>
                    <a:pt x="45924" y="-5002"/>
                    <a:pt x="29007" y="-907"/>
                    <a:pt x="20169" y="30621"/>
                  </a:cubicBezTo>
                  <a:cubicBezTo>
                    <a:pt x="8536" y="74188"/>
                    <a:pt x="1779" y="118908"/>
                    <a:pt x="21" y="163971"/>
                  </a:cubicBezTo>
                  <a:cubicBezTo>
                    <a:pt x="-369" y="197480"/>
                    <a:pt x="4772" y="230817"/>
                    <a:pt x="15227" y="262650"/>
                  </a:cubicBezTo>
                  <a:cubicBezTo>
                    <a:pt x="24597" y="289882"/>
                    <a:pt x="37200" y="315876"/>
                    <a:pt x="52767" y="340088"/>
                  </a:cubicBezTo>
                  <a:cubicBezTo>
                    <a:pt x="57138" y="347423"/>
                    <a:pt x="58469" y="353899"/>
                    <a:pt x="65026" y="368663"/>
                  </a:cubicBezTo>
                  <a:cubicBezTo>
                    <a:pt x="71365" y="383456"/>
                    <a:pt x="81135" y="396524"/>
                    <a:pt x="93538" y="406763"/>
                  </a:cubicBezTo>
                  <a:cubicBezTo>
                    <a:pt x="104562" y="414764"/>
                    <a:pt x="109694" y="415812"/>
                    <a:pt x="112545" y="414288"/>
                  </a:cubicBezTo>
                  <a:cubicBezTo>
                    <a:pt x="115397" y="412764"/>
                    <a:pt x="115206" y="408859"/>
                    <a:pt x="110550" y="404763"/>
                  </a:cubicBezTo>
                  <a:cubicBezTo>
                    <a:pt x="102747" y="398676"/>
                    <a:pt x="96123" y="391218"/>
                    <a:pt x="90972" y="382760"/>
                  </a:cubicBezTo>
                  <a:cubicBezTo>
                    <a:pt x="90972" y="382760"/>
                    <a:pt x="100476" y="392285"/>
                    <a:pt x="106843" y="397715"/>
                  </a:cubicBezTo>
                  <a:cubicBezTo>
                    <a:pt x="112422" y="402401"/>
                    <a:pt x="118590" y="406335"/>
                    <a:pt x="125186" y="409430"/>
                  </a:cubicBezTo>
                  <a:cubicBezTo>
                    <a:pt x="131648" y="412288"/>
                    <a:pt x="140582" y="406858"/>
                    <a:pt x="136020" y="402477"/>
                  </a:cubicBezTo>
                  <a:cubicBezTo>
                    <a:pt x="131458" y="398096"/>
                    <a:pt x="126516" y="396000"/>
                    <a:pt x="117678" y="388094"/>
                  </a:cubicBezTo>
                  <a:cubicBezTo>
                    <a:pt x="112774" y="383894"/>
                    <a:pt x="108373" y="379131"/>
                    <a:pt x="104562" y="373902"/>
                  </a:cubicBezTo>
                  <a:cubicBezTo>
                    <a:pt x="111044" y="378798"/>
                    <a:pt x="117905" y="383160"/>
                    <a:pt x="125090" y="386951"/>
                  </a:cubicBezTo>
                  <a:cubicBezTo>
                    <a:pt x="130783" y="390485"/>
                    <a:pt x="137407" y="392247"/>
                    <a:pt x="144098" y="391999"/>
                  </a:cubicBezTo>
                  <a:cubicBezTo>
                    <a:pt x="147424" y="391999"/>
                    <a:pt x="151606" y="387142"/>
                    <a:pt x="145238" y="382474"/>
                  </a:cubicBezTo>
                  <a:cubicBezTo>
                    <a:pt x="136476" y="377979"/>
                    <a:pt x="128303" y="372416"/>
                    <a:pt x="120909" y="365901"/>
                  </a:cubicBezTo>
                  <a:cubicBezTo>
                    <a:pt x="113876" y="358852"/>
                    <a:pt x="109884" y="352947"/>
                    <a:pt x="111880" y="352852"/>
                  </a:cubicBezTo>
                  <a:cubicBezTo>
                    <a:pt x="113876" y="352757"/>
                    <a:pt x="117678" y="357043"/>
                    <a:pt x="125851" y="359710"/>
                  </a:cubicBezTo>
                  <a:cubicBezTo>
                    <a:pt x="134024" y="362377"/>
                    <a:pt x="142958" y="359710"/>
                    <a:pt x="144003" y="355423"/>
                  </a:cubicBezTo>
                  <a:cubicBezTo>
                    <a:pt x="145048" y="351137"/>
                    <a:pt x="144098" y="352090"/>
                    <a:pt x="136400" y="34828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47"/>
            <p:cNvSpPr/>
            <p:nvPr/>
          </p:nvSpPr>
          <p:spPr>
            <a:xfrm>
              <a:off x="5414664" y="3153198"/>
              <a:ext cx="85059" cy="115922"/>
            </a:xfrm>
            <a:custGeom>
              <a:avLst/>
              <a:gdLst/>
              <a:ahLst/>
              <a:cxnLst/>
              <a:rect l="l" t="t" r="r" b="b"/>
              <a:pathLst>
                <a:path w="85059" h="115922" extrusionOk="0">
                  <a:moveTo>
                    <a:pt x="0" y="92413"/>
                  </a:moveTo>
                  <a:cubicBezTo>
                    <a:pt x="0" y="92413"/>
                    <a:pt x="30792" y="123179"/>
                    <a:pt x="67382" y="114320"/>
                  </a:cubicBezTo>
                  <a:cubicBezTo>
                    <a:pt x="72609" y="110796"/>
                    <a:pt x="85059" y="38882"/>
                    <a:pt x="85059" y="38882"/>
                  </a:cubicBezTo>
                  <a:cubicBezTo>
                    <a:pt x="85059" y="38882"/>
                    <a:pt x="85059" y="-1027"/>
                    <a:pt x="54647" y="20"/>
                  </a:cubicBezTo>
                  <a:cubicBezTo>
                    <a:pt x="24235" y="1068"/>
                    <a:pt x="0" y="92413"/>
                    <a:pt x="0" y="92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375587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Waterfall Methodology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518927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9" name="Google Shape;5449;p51"/>
          <p:cNvSpPr txBox="1"/>
          <p:nvPr/>
        </p:nvSpPr>
        <p:spPr>
          <a:xfrm>
            <a:off x="8843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chemeClr val="lt1"/>
                </a:solidFill>
                <a:highlight>
                  <a:schemeClr val="accent2"/>
                </a:highlight>
                <a:latin typeface="Barlow"/>
                <a:ea typeface="Barlow"/>
                <a:cs typeface="Barlow"/>
                <a:sym typeface="Barlow"/>
              </a:rPr>
              <a:t> and many more...</a:t>
            </a:r>
            <a:endParaRPr sz="2400">
              <a:solidFill>
                <a:schemeClr val="lt1"/>
              </a:solidFill>
              <a:highlight>
                <a:schemeClr val="accent2"/>
              </a:highlight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50" name="Google Shape;5450;p5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5451" name="Google Shape;5451;p51"/>
          <p:cNvSpPr txBox="1">
            <a:spLocks noGrp="1"/>
          </p:cNvSpPr>
          <p:nvPr>
            <p:ph type="body" idx="4294967295"/>
          </p:nvPr>
        </p:nvSpPr>
        <p:spPr>
          <a:xfrm>
            <a:off x="884425" y="856425"/>
            <a:ext cx="7327500" cy="115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 dirty="0"/>
              <a:t>You can also use any emoji as an icon!</a:t>
            </a:r>
            <a:br>
              <a:rPr lang="en" sz="1400" dirty="0"/>
            </a:br>
            <a:r>
              <a:rPr lang="en" sz="1400" dirty="0"/>
              <a:t>And of course it resizes without losing quality.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dirty="0">
                <a:effectLst/>
                <a:latin typeface="-apple-system"/>
              </a:rPr>
              <a:t>My </a:t>
            </a:r>
            <a:r>
              <a:rPr lang="en-US" sz="1400" b="0" i="0" dirty="0" err="1">
                <a:effectLst/>
                <a:latin typeface="-apple-system"/>
              </a:rPr>
              <a:t>Linkedin</a:t>
            </a:r>
            <a:r>
              <a:rPr lang="en-US" sz="1400" b="0" i="0" dirty="0">
                <a:effectLst/>
                <a:latin typeface="-apple-system"/>
              </a:rPr>
              <a:t>: </a:t>
            </a:r>
            <a:r>
              <a:rPr lang="en-US" sz="1400" i="0" dirty="0">
                <a:effectLst/>
                <a:latin typeface="-apple-system"/>
                <a:hlinkClick r:id="rId3"/>
              </a:rPr>
              <a:t>https://www.linkedin.com/in/nholuong/</a:t>
            </a:r>
            <a:br>
              <a:rPr lang="en-US" sz="1400" dirty="0"/>
            </a:br>
            <a:r>
              <a:rPr lang="en-US" sz="1400" b="0" i="0" dirty="0">
                <a:effectLst/>
                <a:latin typeface="-apple-system"/>
              </a:rPr>
              <a:t>My </a:t>
            </a:r>
            <a:r>
              <a:rPr lang="en-US" sz="1400" b="0" i="0" dirty="0" err="1">
                <a:effectLst/>
                <a:latin typeface="-apple-system"/>
              </a:rPr>
              <a:t>Github</a:t>
            </a:r>
            <a:r>
              <a:rPr lang="en-US" sz="1400" b="0" i="0" dirty="0">
                <a:effectLst/>
                <a:latin typeface="-apple-system"/>
              </a:rPr>
              <a:t>: </a:t>
            </a:r>
            <a:r>
              <a:rPr lang="en-US" sz="1400" i="0" dirty="0">
                <a:effectLst/>
                <a:latin typeface="-apple-system"/>
                <a:hlinkClick r:id="rId4"/>
              </a:rPr>
              <a:t>https://github.com/nholuongut/nholuong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0f295b4eaac5758ed5fac4959b75d881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57dd884e41ecc57e715e77a3a1c4b2cc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BD5594-605F-4A14-A629-7BBD4475F6C8}">
  <ds:schemaRefs>
    <ds:schemaRef ds:uri="http://schemas.microsoft.com/office/2006/metadata/properties"/>
    <ds:schemaRef ds:uri="http://schemas.microsoft.com/office/infopath/2007/PartnerControls"/>
    <ds:schemaRef ds:uri="92b31412-8c8f-44f1-a883-141cef3f34cc"/>
    <ds:schemaRef ds:uri="92e4be8c-5aca-45ec-8e17-deab1f90d7c8"/>
  </ds:schemaRefs>
</ds:datastoreItem>
</file>

<file path=customXml/itemProps2.xml><?xml version="1.0" encoding="utf-8"?>
<ds:datastoreItem xmlns:ds="http://schemas.openxmlformats.org/officeDocument/2006/customXml" ds:itemID="{A2FF993D-9464-46C6-9479-E7AB8581F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e4be8c-5aca-45ec-8e17-deab1f90d7c8"/>
    <ds:schemaRef ds:uri="92b31412-8c8f-44f1-a883-141cef3f34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49FE23-FC4A-452E-9D16-6799DACD9B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5980</TotalTime>
  <Words>1763</Words>
  <Application>Microsoft Macintosh PowerPoint</Application>
  <PresentationFormat>On-screen Show (16:9)</PresentationFormat>
  <Paragraphs>426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Raleway Thin</vt:lpstr>
      <vt:lpstr>Barlow</vt:lpstr>
      <vt:lpstr>Barlow Light</vt:lpstr>
      <vt:lpstr>Calibri</vt:lpstr>
      <vt:lpstr>Barlow SemiBold</vt:lpstr>
      <vt:lpstr>-apple-system</vt:lpstr>
      <vt:lpstr>Raleway</vt:lpstr>
      <vt:lpstr>Arial</vt:lpstr>
      <vt:lpstr>Gaoler template</vt:lpstr>
      <vt:lpstr>Azure DevOps - Getting Started</vt:lpstr>
      <vt:lpstr>HELLO!</vt:lpstr>
      <vt:lpstr>Course Objectives</vt:lpstr>
      <vt:lpstr>Azure DevOps</vt:lpstr>
      <vt:lpstr>Key Features</vt:lpstr>
      <vt:lpstr>Welcome!</vt:lpstr>
      <vt:lpstr>Other Techhnologies</vt:lpstr>
      <vt:lpstr>Visual Studio 2022 and .NET 6</vt:lpstr>
      <vt:lpstr>Why Learn .NET Core</vt:lpstr>
      <vt:lpstr>PowerPoint Presentation</vt:lpstr>
      <vt:lpstr>Why Learn .NET Development</vt:lpstr>
      <vt:lpstr>Why Learn .NET Development</vt:lpstr>
      <vt:lpstr>Publish Your App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Credits</vt:lpstr>
      <vt:lpstr>Presentation design</vt:lpstr>
      <vt:lpstr>Extra Resources</vt:lpstr>
      <vt:lpstr>Timeline</vt:lpstr>
      <vt:lpstr>Waterfall Analysis</vt:lpstr>
      <vt:lpstr>Gantt chart</vt:lpstr>
      <vt:lpstr>Agile Analysis</vt:lpstr>
      <vt:lpstr>Roadmap</vt:lpstr>
      <vt:lpstr>Business Model Canvas</vt:lpstr>
      <vt:lpstr>Funnel</vt:lpstr>
      <vt:lpstr>Competitor Matrix</vt:lpstr>
      <vt:lpstr>Weekly Planner</vt:lpstr>
      <vt:lpstr>Extra resources</vt:lpstr>
      <vt:lpstr>Other Technologies</vt:lpstr>
      <vt:lpstr>PowerPoint Presentation</vt:lpstr>
      <vt:lpstr>Agile Methodology</vt:lpstr>
      <vt:lpstr>Waterfall Methodology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Nho Luong</dc:creator>
  <cp:keywords/>
  <dc:description>Hello,
I'm Nho Luong from Ho Chi Minh City, Vietnam
I can remote work anywhere.
My Linkedin: https://www.linkedin.com/in/nholuong/
My Github: https://github.com/nholuongut/nholuong
Best Regards,
Nho Luong.</dc:description>
  <cp:lastModifiedBy>Microsoft Office User</cp:lastModifiedBy>
  <cp:revision>11</cp:revision>
  <dcterms:modified xsi:type="dcterms:W3CDTF">2025-12-12T11:49:33Z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</Properties>
</file>